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D1D"/>
    <a:srgbClr val="C8C0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1435100" y="250825"/>
            <a:ext cx="7736840" cy="6447155"/>
            <a:chOff x="2260" y="395"/>
            <a:chExt cx="12184" cy="101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任意多边形 10"/>
            <p:cNvSpPr/>
            <p:nvPr/>
          </p:nvSpPr>
          <p:spPr>
            <a:xfrm>
              <a:off x="4550" y="454"/>
              <a:ext cx="7224" cy="3617"/>
            </a:xfrm>
            <a:custGeom>
              <a:avLst/>
              <a:gdLst>
                <a:gd name="connsiteX0" fmla="*/ 7008 w 7224"/>
                <a:gd name="connsiteY0" fmla="*/ 0 h 3617"/>
                <a:gd name="connsiteX1" fmla="*/ 6966 w 7224"/>
                <a:gd name="connsiteY1" fmla="*/ 108 h 3617"/>
                <a:gd name="connsiteX2" fmla="*/ 6906 w 7224"/>
                <a:gd name="connsiteY2" fmla="*/ 210 h 3617"/>
                <a:gd name="connsiteX3" fmla="*/ 7014 w 7224"/>
                <a:gd name="connsiteY3" fmla="*/ 300 h 3617"/>
                <a:gd name="connsiteX4" fmla="*/ 7050 w 7224"/>
                <a:gd name="connsiteY4" fmla="*/ 402 h 3617"/>
                <a:gd name="connsiteX5" fmla="*/ 6966 w 7224"/>
                <a:gd name="connsiteY5" fmla="*/ 504 h 3617"/>
                <a:gd name="connsiteX6" fmla="*/ 6924 w 7224"/>
                <a:gd name="connsiteY6" fmla="*/ 612 h 3617"/>
                <a:gd name="connsiteX7" fmla="*/ 6924 w 7224"/>
                <a:gd name="connsiteY7" fmla="*/ 714 h 3617"/>
                <a:gd name="connsiteX8" fmla="*/ 6918 w 7224"/>
                <a:gd name="connsiteY8" fmla="*/ 816 h 3617"/>
                <a:gd name="connsiteX9" fmla="*/ 6906 w 7224"/>
                <a:gd name="connsiteY9" fmla="*/ 918 h 3617"/>
                <a:gd name="connsiteX10" fmla="*/ 6846 w 7224"/>
                <a:gd name="connsiteY10" fmla="*/ 1020 h 3617"/>
                <a:gd name="connsiteX11" fmla="*/ 6744 w 7224"/>
                <a:gd name="connsiteY11" fmla="*/ 1098 h 3617"/>
                <a:gd name="connsiteX12" fmla="*/ 6642 w 7224"/>
                <a:gd name="connsiteY12" fmla="*/ 1158 h 3617"/>
                <a:gd name="connsiteX13" fmla="*/ 6540 w 7224"/>
                <a:gd name="connsiteY13" fmla="*/ 1116 h 3617"/>
                <a:gd name="connsiteX14" fmla="*/ 6450 w 7224"/>
                <a:gd name="connsiteY14" fmla="*/ 1218 h 3617"/>
                <a:gd name="connsiteX15" fmla="*/ 6414 w 7224"/>
                <a:gd name="connsiteY15" fmla="*/ 1320 h 3617"/>
                <a:gd name="connsiteX16" fmla="*/ 6402 w 7224"/>
                <a:gd name="connsiteY16" fmla="*/ 1422 h 3617"/>
                <a:gd name="connsiteX17" fmla="*/ 6402 w 7224"/>
                <a:gd name="connsiteY17" fmla="*/ 1524 h 3617"/>
                <a:gd name="connsiteX18" fmla="*/ 6414 w 7224"/>
                <a:gd name="connsiteY18" fmla="*/ 1626 h 3617"/>
                <a:gd name="connsiteX19" fmla="*/ 6516 w 7224"/>
                <a:gd name="connsiteY19" fmla="*/ 1656 h 3617"/>
                <a:gd name="connsiteX20" fmla="*/ 6618 w 7224"/>
                <a:gd name="connsiteY20" fmla="*/ 1614 h 3617"/>
                <a:gd name="connsiteX21" fmla="*/ 6726 w 7224"/>
                <a:gd name="connsiteY21" fmla="*/ 1614 h 3617"/>
                <a:gd name="connsiteX22" fmla="*/ 6828 w 7224"/>
                <a:gd name="connsiteY22" fmla="*/ 1608 h 3617"/>
                <a:gd name="connsiteX23" fmla="*/ 6930 w 7224"/>
                <a:gd name="connsiteY23" fmla="*/ 1608 h 3617"/>
                <a:gd name="connsiteX24" fmla="*/ 7032 w 7224"/>
                <a:gd name="connsiteY24" fmla="*/ 1650 h 3617"/>
                <a:gd name="connsiteX25" fmla="*/ 7134 w 7224"/>
                <a:gd name="connsiteY25" fmla="*/ 1746 h 3617"/>
                <a:gd name="connsiteX26" fmla="*/ 7224 w 7224"/>
                <a:gd name="connsiteY26" fmla="*/ 1848 h 3617"/>
                <a:gd name="connsiteX27" fmla="*/ 7122 w 7224"/>
                <a:gd name="connsiteY27" fmla="*/ 1896 h 3617"/>
                <a:gd name="connsiteX28" fmla="*/ 7020 w 7224"/>
                <a:gd name="connsiteY28" fmla="*/ 1914 h 3617"/>
                <a:gd name="connsiteX29" fmla="*/ 6918 w 7224"/>
                <a:gd name="connsiteY29" fmla="*/ 1956 h 3617"/>
                <a:gd name="connsiteX30" fmla="*/ 6816 w 7224"/>
                <a:gd name="connsiteY30" fmla="*/ 2016 h 3617"/>
                <a:gd name="connsiteX31" fmla="*/ 6714 w 7224"/>
                <a:gd name="connsiteY31" fmla="*/ 2100 h 3617"/>
                <a:gd name="connsiteX32" fmla="*/ 6618 w 7224"/>
                <a:gd name="connsiteY32" fmla="*/ 2208 h 3617"/>
                <a:gd name="connsiteX33" fmla="*/ 6540 w 7224"/>
                <a:gd name="connsiteY33" fmla="*/ 2310 h 3617"/>
                <a:gd name="connsiteX34" fmla="*/ 6438 w 7224"/>
                <a:gd name="connsiteY34" fmla="*/ 2358 h 3617"/>
                <a:gd name="connsiteX35" fmla="*/ 6336 w 7224"/>
                <a:gd name="connsiteY35" fmla="*/ 2394 h 3617"/>
                <a:gd name="connsiteX36" fmla="*/ 6234 w 7224"/>
                <a:gd name="connsiteY36" fmla="*/ 2478 h 3617"/>
                <a:gd name="connsiteX37" fmla="*/ 6132 w 7224"/>
                <a:gd name="connsiteY37" fmla="*/ 2562 h 3617"/>
                <a:gd name="connsiteX38" fmla="*/ 6030 w 7224"/>
                <a:gd name="connsiteY38" fmla="*/ 2598 h 3617"/>
                <a:gd name="connsiteX39" fmla="*/ 5928 w 7224"/>
                <a:gd name="connsiteY39" fmla="*/ 2562 h 3617"/>
                <a:gd name="connsiteX40" fmla="*/ 5826 w 7224"/>
                <a:gd name="connsiteY40" fmla="*/ 2544 h 3617"/>
                <a:gd name="connsiteX41" fmla="*/ 5754 w 7224"/>
                <a:gd name="connsiteY41" fmla="*/ 2646 h 3617"/>
                <a:gd name="connsiteX42" fmla="*/ 5760 w 7224"/>
                <a:gd name="connsiteY42" fmla="*/ 2754 h 3617"/>
                <a:gd name="connsiteX43" fmla="*/ 5802 w 7224"/>
                <a:gd name="connsiteY43" fmla="*/ 2856 h 3617"/>
                <a:gd name="connsiteX44" fmla="*/ 5766 w 7224"/>
                <a:gd name="connsiteY44" fmla="*/ 2958 h 3617"/>
                <a:gd name="connsiteX45" fmla="*/ 5664 w 7224"/>
                <a:gd name="connsiteY45" fmla="*/ 3048 h 3617"/>
                <a:gd name="connsiteX46" fmla="*/ 5568 w 7224"/>
                <a:gd name="connsiteY46" fmla="*/ 3150 h 3617"/>
                <a:gd name="connsiteX47" fmla="*/ 5466 w 7224"/>
                <a:gd name="connsiteY47" fmla="*/ 3240 h 3617"/>
                <a:gd name="connsiteX48" fmla="*/ 5364 w 7224"/>
                <a:gd name="connsiteY48" fmla="*/ 3300 h 3617"/>
                <a:gd name="connsiteX49" fmla="*/ 5262 w 7224"/>
                <a:gd name="connsiteY49" fmla="*/ 3312 h 3617"/>
                <a:gd name="connsiteX50" fmla="*/ 5160 w 7224"/>
                <a:gd name="connsiteY50" fmla="*/ 3330 h 3617"/>
                <a:gd name="connsiteX51" fmla="*/ 5058 w 7224"/>
                <a:gd name="connsiteY51" fmla="*/ 3360 h 3617"/>
                <a:gd name="connsiteX52" fmla="*/ 4956 w 7224"/>
                <a:gd name="connsiteY52" fmla="*/ 3390 h 3617"/>
                <a:gd name="connsiteX53" fmla="*/ 4854 w 7224"/>
                <a:gd name="connsiteY53" fmla="*/ 3432 h 3617"/>
                <a:gd name="connsiteX54" fmla="*/ 4752 w 7224"/>
                <a:gd name="connsiteY54" fmla="*/ 3486 h 3617"/>
                <a:gd name="connsiteX55" fmla="*/ 4644 w 7224"/>
                <a:gd name="connsiteY55" fmla="*/ 3528 h 3617"/>
                <a:gd name="connsiteX56" fmla="*/ 4542 w 7224"/>
                <a:gd name="connsiteY56" fmla="*/ 3582 h 3617"/>
                <a:gd name="connsiteX57" fmla="*/ 4440 w 7224"/>
                <a:gd name="connsiteY57" fmla="*/ 3612 h 3617"/>
                <a:gd name="connsiteX58" fmla="*/ 4338 w 7224"/>
                <a:gd name="connsiteY58" fmla="*/ 3612 h 3617"/>
                <a:gd name="connsiteX59" fmla="*/ 4236 w 7224"/>
                <a:gd name="connsiteY59" fmla="*/ 3570 h 3617"/>
                <a:gd name="connsiteX60" fmla="*/ 4134 w 7224"/>
                <a:gd name="connsiteY60" fmla="*/ 3540 h 3617"/>
                <a:gd name="connsiteX61" fmla="*/ 4032 w 7224"/>
                <a:gd name="connsiteY61" fmla="*/ 3516 h 3617"/>
                <a:gd name="connsiteX62" fmla="*/ 3930 w 7224"/>
                <a:gd name="connsiteY62" fmla="*/ 3480 h 3617"/>
                <a:gd name="connsiteX63" fmla="*/ 3828 w 7224"/>
                <a:gd name="connsiteY63" fmla="*/ 3414 h 3617"/>
                <a:gd name="connsiteX64" fmla="*/ 3726 w 7224"/>
                <a:gd name="connsiteY64" fmla="*/ 3354 h 3617"/>
                <a:gd name="connsiteX65" fmla="*/ 3624 w 7224"/>
                <a:gd name="connsiteY65" fmla="*/ 3330 h 3617"/>
                <a:gd name="connsiteX66" fmla="*/ 3522 w 7224"/>
                <a:gd name="connsiteY66" fmla="*/ 3318 h 3617"/>
                <a:gd name="connsiteX67" fmla="*/ 3420 w 7224"/>
                <a:gd name="connsiteY67" fmla="*/ 3318 h 3617"/>
                <a:gd name="connsiteX68" fmla="*/ 3318 w 7224"/>
                <a:gd name="connsiteY68" fmla="*/ 3318 h 3617"/>
                <a:gd name="connsiteX69" fmla="*/ 3216 w 7224"/>
                <a:gd name="connsiteY69" fmla="*/ 3312 h 3617"/>
                <a:gd name="connsiteX70" fmla="*/ 3108 w 7224"/>
                <a:gd name="connsiteY70" fmla="*/ 3294 h 3617"/>
                <a:gd name="connsiteX71" fmla="*/ 3006 w 7224"/>
                <a:gd name="connsiteY71" fmla="*/ 3270 h 3617"/>
                <a:gd name="connsiteX72" fmla="*/ 2904 w 7224"/>
                <a:gd name="connsiteY72" fmla="*/ 3234 h 3617"/>
                <a:gd name="connsiteX73" fmla="*/ 2802 w 7224"/>
                <a:gd name="connsiteY73" fmla="*/ 3210 h 3617"/>
                <a:gd name="connsiteX74" fmla="*/ 2700 w 7224"/>
                <a:gd name="connsiteY74" fmla="*/ 3204 h 3617"/>
                <a:gd name="connsiteX75" fmla="*/ 2598 w 7224"/>
                <a:gd name="connsiteY75" fmla="*/ 3174 h 3617"/>
                <a:gd name="connsiteX76" fmla="*/ 2520 w 7224"/>
                <a:gd name="connsiteY76" fmla="*/ 3072 h 3617"/>
                <a:gd name="connsiteX77" fmla="*/ 2478 w 7224"/>
                <a:gd name="connsiteY77" fmla="*/ 2970 h 3617"/>
                <a:gd name="connsiteX78" fmla="*/ 2412 w 7224"/>
                <a:gd name="connsiteY78" fmla="*/ 2868 h 3617"/>
                <a:gd name="connsiteX79" fmla="*/ 2310 w 7224"/>
                <a:gd name="connsiteY79" fmla="*/ 2784 h 3617"/>
                <a:gd name="connsiteX80" fmla="*/ 2208 w 7224"/>
                <a:gd name="connsiteY80" fmla="*/ 2730 h 3617"/>
                <a:gd name="connsiteX81" fmla="*/ 2106 w 7224"/>
                <a:gd name="connsiteY81" fmla="*/ 2712 h 3617"/>
                <a:gd name="connsiteX82" fmla="*/ 2004 w 7224"/>
                <a:gd name="connsiteY82" fmla="*/ 2682 h 3617"/>
                <a:gd name="connsiteX83" fmla="*/ 1902 w 7224"/>
                <a:gd name="connsiteY83" fmla="*/ 2640 h 3617"/>
                <a:gd name="connsiteX84" fmla="*/ 1794 w 7224"/>
                <a:gd name="connsiteY84" fmla="*/ 2598 h 3617"/>
                <a:gd name="connsiteX85" fmla="*/ 1692 w 7224"/>
                <a:gd name="connsiteY85" fmla="*/ 2562 h 3617"/>
                <a:gd name="connsiteX86" fmla="*/ 1590 w 7224"/>
                <a:gd name="connsiteY86" fmla="*/ 2484 h 3617"/>
                <a:gd name="connsiteX87" fmla="*/ 1584 w 7224"/>
                <a:gd name="connsiteY87" fmla="*/ 2382 h 3617"/>
                <a:gd name="connsiteX88" fmla="*/ 1638 w 7224"/>
                <a:gd name="connsiteY88" fmla="*/ 2280 h 3617"/>
                <a:gd name="connsiteX89" fmla="*/ 1680 w 7224"/>
                <a:gd name="connsiteY89" fmla="*/ 2178 h 3617"/>
                <a:gd name="connsiteX90" fmla="*/ 1662 w 7224"/>
                <a:gd name="connsiteY90" fmla="*/ 2076 h 3617"/>
                <a:gd name="connsiteX91" fmla="*/ 1626 w 7224"/>
                <a:gd name="connsiteY91" fmla="*/ 1974 h 3617"/>
                <a:gd name="connsiteX92" fmla="*/ 1584 w 7224"/>
                <a:gd name="connsiteY92" fmla="*/ 1872 h 3617"/>
                <a:gd name="connsiteX93" fmla="*/ 1506 w 7224"/>
                <a:gd name="connsiteY93" fmla="*/ 1770 h 3617"/>
                <a:gd name="connsiteX94" fmla="*/ 1404 w 7224"/>
                <a:gd name="connsiteY94" fmla="*/ 1692 h 3617"/>
                <a:gd name="connsiteX95" fmla="*/ 1302 w 7224"/>
                <a:gd name="connsiteY95" fmla="*/ 1656 h 3617"/>
                <a:gd name="connsiteX96" fmla="*/ 1224 w 7224"/>
                <a:gd name="connsiteY96" fmla="*/ 1554 h 3617"/>
                <a:gd name="connsiteX97" fmla="*/ 1176 w 7224"/>
                <a:gd name="connsiteY97" fmla="*/ 1452 h 3617"/>
                <a:gd name="connsiteX98" fmla="*/ 1074 w 7224"/>
                <a:gd name="connsiteY98" fmla="*/ 1386 h 3617"/>
                <a:gd name="connsiteX99" fmla="*/ 966 w 7224"/>
                <a:gd name="connsiteY99" fmla="*/ 1422 h 3617"/>
                <a:gd name="connsiteX100" fmla="*/ 864 w 7224"/>
                <a:gd name="connsiteY100" fmla="*/ 1470 h 3617"/>
                <a:gd name="connsiteX101" fmla="*/ 762 w 7224"/>
                <a:gd name="connsiteY101" fmla="*/ 1542 h 3617"/>
                <a:gd name="connsiteX102" fmla="*/ 660 w 7224"/>
                <a:gd name="connsiteY102" fmla="*/ 1632 h 3617"/>
                <a:gd name="connsiteX103" fmla="*/ 618 w 7224"/>
                <a:gd name="connsiteY103" fmla="*/ 1734 h 3617"/>
                <a:gd name="connsiteX104" fmla="*/ 582 w 7224"/>
                <a:gd name="connsiteY104" fmla="*/ 1836 h 3617"/>
                <a:gd name="connsiteX105" fmla="*/ 480 w 7224"/>
                <a:gd name="connsiteY105" fmla="*/ 1908 h 3617"/>
                <a:gd name="connsiteX106" fmla="*/ 378 w 7224"/>
                <a:gd name="connsiteY106" fmla="*/ 1896 h 3617"/>
                <a:gd name="connsiteX107" fmla="*/ 276 w 7224"/>
                <a:gd name="connsiteY107" fmla="*/ 1818 h 3617"/>
                <a:gd name="connsiteX108" fmla="*/ 174 w 7224"/>
                <a:gd name="connsiteY108" fmla="*/ 1800 h 3617"/>
                <a:gd name="connsiteX109" fmla="*/ 36 w 7224"/>
                <a:gd name="connsiteY109" fmla="*/ 1916 h 3617"/>
                <a:gd name="connsiteX110" fmla="*/ 0 w 7224"/>
                <a:gd name="connsiteY110" fmla="*/ 2054 h 3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7224" h="3617">
                  <a:moveTo>
                    <a:pt x="7008" y="0"/>
                  </a:moveTo>
                  <a:cubicBezTo>
                    <a:pt x="7001" y="20"/>
                    <a:pt x="6986" y="66"/>
                    <a:pt x="6966" y="108"/>
                  </a:cubicBezTo>
                  <a:cubicBezTo>
                    <a:pt x="6946" y="150"/>
                    <a:pt x="6896" y="172"/>
                    <a:pt x="6906" y="210"/>
                  </a:cubicBezTo>
                  <a:cubicBezTo>
                    <a:pt x="6916" y="248"/>
                    <a:pt x="6985" y="262"/>
                    <a:pt x="7014" y="300"/>
                  </a:cubicBezTo>
                  <a:cubicBezTo>
                    <a:pt x="7043" y="338"/>
                    <a:pt x="7060" y="361"/>
                    <a:pt x="7050" y="402"/>
                  </a:cubicBezTo>
                  <a:cubicBezTo>
                    <a:pt x="7040" y="443"/>
                    <a:pt x="6991" y="462"/>
                    <a:pt x="6966" y="504"/>
                  </a:cubicBezTo>
                  <a:cubicBezTo>
                    <a:pt x="6941" y="546"/>
                    <a:pt x="6932" y="570"/>
                    <a:pt x="6924" y="612"/>
                  </a:cubicBezTo>
                  <a:cubicBezTo>
                    <a:pt x="6916" y="654"/>
                    <a:pt x="6925" y="673"/>
                    <a:pt x="6924" y="714"/>
                  </a:cubicBezTo>
                  <a:cubicBezTo>
                    <a:pt x="6923" y="755"/>
                    <a:pt x="6922" y="775"/>
                    <a:pt x="6918" y="816"/>
                  </a:cubicBezTo>
                  <a:cubicBezTo>
                    <a:pt x="6914" y="857"/>
                    <a:pt x="6920" y="877"/>
                    <a:pt x="6906" y="918"/>
                  </a:cubicBezTo>
                  <a:cubicBezTo>
                    <a:pt x="6892" y="959"/>
                    <a:pt x="6878" y="984"/>
                    <a:pt x="6846" y="1020"/>
                  </a:cubicBezTo>
                  <a:cubicBezTo>
                    <a:pt x="6814" y="1056"/>
                    <a:pt x="6785" y="1070"/>
                    <a:pt x="6744" y="1098"/>
                  </a:cubicBezTo>
                  <a:cubicBezTo>
                    <a:pt x="6703" y="1126"/>
                    <a:pt x="6683" y="1154"/>
                    <a:pt x="6642" y="1158"/>
                  </a:cubicBezTo>
                  <a:cubicBezTo>
                    <a:pt x="6601" y="1162"/>
                    <a:pt x="6578" y="1104"/>
                    <a:pt x="6540" y="1116"/>
                  </a:cubicBezTo>
                  <a:cubicBezTo>
                    <a:pt x="6502" y="1128"/>
                    <a:pt x="6475" y="1177"/>
                    <a:pt x="6450" y="1218"/>
                  </a:cubicBezTo>
                  <a:cubicBezTo>
                    <a:pt x="6425" y="1259"/>
                    <a:pt x="6424" y="1279"/>
                    <a:pt x="6414" y="1320"/>
                  </a:cubicBezTo>
                  <a:cubicBezTo>
                    <a:pt x="6404" y="1361"/>
                    <a:pt x="6404" y="1381"/>
                    <a:pt x="6402" y="1422"/>
                  </a:cubicBezTo>
                  <a:cubicBezTo>
                    <a:pt x="6400" y="1463"/>
                    <a:pt x="6400" y="1483"/>
                    <a:pt x="6402" y="1524"/>
                  </a:cubicBezTo>
                  <a:cubicBezTo>
                    <a:pt x="6404" y="1565"/>
                    <a:pt x="6391" y="1600"/>
                    <a:pt x="6414" y="1626"/>
                  </a:cubicBezTo>
                  <a:cubicBezTo>
                    <a:pt x="6437" y="1652"/>
                    <a:pt x="6475" y="1658"/>
                    <a:pt x="6516" y="1656"/>
                  </a:cubicBezTo>
                  <a:cubicBezTo>
                    <a:pt x="6557" y="1654"/>
                    <a:pt x="6576" y="1622"/>
                    <a:pt x="6618" y="1614"/>
                  </a:cubicBezTo>
                  <a:cubicBezTo>
                    <a:pt x="6660" y="1606"/>
                    <a:pt x="6684" y="1615"/>
                    <a:pt x="6726" y="1614"/>
                  </a:cubicBezTo>
                  <a:cubicBezTo>
                    <a:pt x="6768" y="1613"/>
                    <a:pt x="6787" y="1609"/>
                    <a:pt x="6828" y="1608"/>
                  </a:cubicBezTo>
                  <a:cubicBezTo>
                    <a:pt x="6869" y="1607"/>
                    <a:pt x="6889" y="1600"/>
                    <a:pt x="6930" y="1608"/>
                  </a:cubicBezTo>
                  <a:cubicBezTo>
                    <a:pt x="6971" y="1616"/>
                    <a:pt x="6991" y="1622"/>
                    <a:pt x="7032" y="1650"/>
                  </a:cubicBezTo>
                  <a:cubicBezTo>
                    <a:pt x="7073" y="1678"/>
                    <a:pt x="7096" y="1706"/>
                    <a:pt x="7134" y="1746"/>
                  </a:cubicBezTo>
                  <a:cubicBezTo>
                    <a:pt x="7172" y="1786"/>
                    <a:pt x="7226" y="1818"/>
                    <a:pt x="7224" y="1848"/>
                  </a:cubicBezTo>
                  <a:cubicBezTo>
                    <a:pt x="7222" y="1878"/>
                    <a:pt x="7163" y="1883"/>
                    <a:pt x="7122" y="1896"/>
                  </a:cubicBezTo>
                  <a:cubicBezTo>
                    <a:pt x="7081" y="1909"/>
                    <a:pt x="7061" y="1902"/>
                    <a:pt x="7020" y="1914"/>
                  </a:cubicBezTo>
                  <a:cubicBezTo>
                    <a:pt x="6979" y="1926"/>
                    <a:pt x="6959" y="1936"/>
                    <a:pt x="6918" y="1956"/>
                  </a:cubicBezTo>
                  <a:cubicBezTo>
                    <a:pt x="6877" y="1976"/>
                    <a:pt x="6857" y="1987"/>
                    <a:pt x="6816" y="2016"/>
                  </a:cubicBezTo>
                  <a:cubicBezTo>
                    <a:pt x="6775" y="2045"/>
                    <a:pt x="6754" y="2062"/>
                    <a:pt x="6714" y="2100"/>
                  </a:cubicBezTo>
                  <a:cubicBezTo>
                    <a:pt x="6674" y="2138"/>
                    <a:pt x="6653" y="2166"/>
                    <a:pt x="6618" y="2208"/>
                  </a:cubicBezTo>
                  <a:cubicBezTo>
                    <a:pt x="6583" y="2250"/>
                    <a:pt x="6576" y="2280"/>
                    <a:pt x="6540" y="2310"/>
                  </a:cubicBezTo>
                  <a:cubicBezTo>
                    <a:pt x="6504" y="2340"/>
                    <a:pt x="6479" y="2341"/>
                    <a:pt x="6438" y="2358"/>
                  </a:cubicBezTo>
                  <a:cubicBezTo>
                    <a:pt x="6397" y="2375"/>
                    <a:pt x="6377" y="2370"/>
                    <a:pt x="6336" y="2394"/>
                  </a:cubicBezTo>
                  <a:cubicBezTo>
                    <a:pt x="6295" y="2418"/>
                    <a:pt x="6275" y="2444"/>
                    <a:pt x="6234" y="2478"/>
                  </a:cubicBezTo>
                  <a:cubicBezTo>
                    <a:pt x="6193" y="2512"/>
                    <a:pt x="6173" y="2538"/>
                    <a:pt x="6132" y="2562"/>
                  </a:cubicBezTo>
                  <a:cubicBezTo>
                    <a:pt x="6091" y="2586"/>
                    <a:pt x="6071" y="2598"/>
                    <a:pt x="6030" y="2598"/>
                  </a:cubicBezTo>
                  <a:cubicBezTo>
                    <a:pt x="5989" y="2598"/>
                    <a:pt x="5969" y="2573"/>
                    <a:pt x="5928" y="2562"/>
                  </a:cubicBezTo>
                  <a:cubicBezTo>
                    <a:pt x="5887" y="2551"/>
                    <a:pt x="5861" y="2527"/>
                    <a:pt x="5826" y="2544"/>
                  </a:cubicBezTo>
                  <a:cubicBezTo>
                    <a:pt x="5791" y="2561"/>
                    <a:pt x="5767" y="2604"/>
                    <a:pt x="5754" y="2646"/>
                  </a:cubicBezTo>
                  <a:cubicBezTo>
                    <a:pt x="5741" y="2688"/>
                    <a:pt x="5750" y="2712"/>
                    <a:pt x="5760" y="2754"/>
                  </a:cubicBezTo>
                  <a:cubicBezTo>
                    <a:pt x="5770" y="2796"/>
                    <a:pt x="5801" y="2815"/>
                    <a:pt x="5802" y="2856"/>
                  </a:cubicBezTo>
                  <a:cubicBezTo>
                    <a:pt x="5803" y="2897"/>
                    <a:pt x="5794" y="2920"/>
                    <a:pt x="5766" y="2958"/>
                  </a:cubicBezTo>
                  <a:cubicBezTo>
                    <a:pt x="5738" y="2996"/>
                    <a:pt x="5704" y="3010"/>
                    <a:pt x="5664" y="3048"/>
                  </a:cubicBezTo>
                  <a:cubicBezTo>
                    <a:pt x="5624" y="3086"/>
                    <a:pt x="5608" y="3112"/>
                    <a:pt x="5568" y="3150"/>
                  </a:cubicBezTo>
                  <a:cubicBezTo>
                    <a:pt x="5528" y="3188"/>
                    <a:pt x="5507" y="3210"/>
                    <a:pt x="5466" y="3240"/>
                  </a:cubicBezTo>
                  <a:cubicBezTo>
                    <a:pt x="5425" y="3270"/>
                    <a:pt x="5405" y="3286"/>
                    <a:pt x="5364" y="3300"/>
                  </a:cubicBezTo>
                  <a:cubicBezTo>
                    <a:pt x="5323" y="3314"/>
                    <a:pt x="5303" y="3306"/>
                    <a:pt x="5262" y="3312"/>
                  </a:cubicBezTo>
                  <a:cubicBezTo>
                    <a:pt x="5221" y="3318"/>
                    <a:pt x="5201" y="3320"/>
                    <a:pt x="5160" y="3330"/>
                  </a:cubicBezTo>
                  <a:cubicBezTo>
                    <a:pt x="5119" y="3340"/>
                    <a:pt x="5099" y="3348"/>
                    <a:pt x="5058" y="3360"/>
                  </a:cubicBezTo>
                  <a:cubicBezTo>
                    <a:pt x="5017" y="3372"/>
                    <a:pt x="4997" y="3376"/>
                    <a:pt x="4956" y="3390"/>
                  </a:cubicBezTo>
                  <a:cubicBezTo>
                    <a:pt x="4915" y="3404"/>
                    <a:pt x="4895" y="3413"/>
                    <a:pt x="4854" y="3432"/>
                  </a:cubicBezTo>
                  <a:cubicBezTo>
                    <a:pt x="4813" y="3451"/>
                    <a:pt x="4794" y="3467"/>
                    <a:pt x="4752" y="3486"/>
                  </a:cubicBezTo>
                  <a:cubicBezTo>
                    <a:pt x="4710" y="3505"/>
                    <a:pt x="4686" y="3509"/>
                    <a:pt x="4644" y="3528"/>
                  </a:cubicBezTo>
                  <a:cubicBezTo>
                    <a:pt x="4602" y="3547"/>
                    <a:pt x="4583" y="3565"/>
                    <a:pt x="4542" y="3582"/>
                  </a:cubicBezTo>
                  <a:cubicBezTo>
                    <a:pt x="4501" y="3599"/>
                    <a:pt x="4481" y="3606"/>
                    <a:pt x="4440" y="3612"/>
                  </a:cubicBezTo>
                  <a:cubicBezTo>
                    <a:pt x="4399" y="3618"/>
                    <a:pt x="4379" y="3620"/>
                    <a:pt x="4338" y="3612"/>
                  </a:cubicBezTo>
                  <a:cubicBezTo>
                    <a:pt x="4297" y="3604"/>
                    <a:pt x="4277" y="3584"/>
                    <a:pt x="4236" y="3570"/>
                  </a:cubicBezTo>
                  <a:cubicBezTo>
                    <a:pt x="4195" y="3556"/>
                    <a:pt x="4175" y="3551"/>
                    <a:pt x="4134" y="3540"/>
                  </a:cubicBezTo>
                  <a:cubicBezTo>
                    <a:pt x="4093" y="3529"/>
                    <a:pt x="4073" y="3528"/>
                    <a:pt x="4032" y="3516"/>
                  </a:cubicBezTo>
                  <a:cubicBezTo>
                    <a:pt x="3991" y="3504"/>
                    <a:pt x="3971" y="3500"/>
                    <a:pt x="3930" y="3480"/>
                  </a:cubicBezTo>
                  <a:cubicBezTo>
                    <a:pt x="3889" y="3460"/>
                    <a:pt x="3869" y="3439"/>
                    <a:pt x="3828" y="3414"/>
                  </a:cubicBezTo>
                  <a:cubicBezTo>
                    <a:pt x="3787" y="3389"/>
                    <a:pt x="3767" y="3371"/>
                    <a:pt x="3726" y="3354"/>
                  </a:cubicBezTo>
                  <a:cubicBezTo>
                    <a:pt x="3685" y="3337"/>
                    <a:pt x="3665" y="3337"/>
                    <a:pt x="3624" y="3330"/>
                  </a:cubicBezTo>
                  <a:cubicBezTo>
                    <a:pt x="3583" y="3323"/>
                    <a:pt x="3563" y="3320"/>
                    <a:pt x="3522" y="3318"/>
                  </a:cubicBezTo>
                  <a:cubicBezTo>
                    <a:pt x="3481" y="3316"/>
                    <a:pt x="3461" y="3318"/>
                    <a:pt x="3420" y="3318"/>
                  </a:cubicBezTo>
                  <a:cubicBezTo>
                    <a:pt x="3379" y="3318"/>
                    <a:pt x="3359" y="3319"/>
                    <a:pt x="3318" y="3318"/>
                  </a:cubicBezTo>
                  <a:cubicBezTo>
                    <a:pt x="3277" y="3317"/>
                    <a:pt x="3258" y="3317"/>
                    <a:pt x="3216" y="3312"/>
                  </a:cubicBezTo>
                  <a:cubicBezTo>
                    <a:pt x="3174" y="3307"/>
                    <a:pt x="3150" y="3302"/>
                    <a:pt x="3108" y="3294"/>
                  </a:cubicBezTo>
                  <a:cubicBezTo>
                    <a:pt x="3066" y="3286"/>
                    <a:pt x="3047" y="3282"/>
                    <a:pt x="3006" y="3270"/>
                  </a:cubicBezTo>
                  <a:cubicBezTo>
                    <a:pt x="2965" y="3258"/>
                    <a:pt x="2945" y="3246"/>
                    <a:pt x="2904" y="3234"/>
                  </a:cubicBezTo>
                  <a:cubicBezTo>
                    <a:pt x="2863" y="3222"/>
                    <a:pt x="2843" y="3216"/>
                    <a:pt x="2802" y="3210"/>
                  </a:cubicBezTo>
                  <a:cubicBezTo>
                    <a:pt x="2761" y="3204"/>
                    <a:pt x="2741" y="3211"/>
                    <a:pt x="2700" y="3204"/>
                  </a:cubicBezTo>
                  <a:cubicBezTo>
                    <a:pt x="2659" y="3197"/>
                    <a:pt x="2634" y="3200"/>
                    <a:pt x="2598" y="3174"/>
                  </a:cubicBezTo>
                  <a:cubicBezTo>
                    <a:pt x="2562" y="3148"/>
                    <a:pt x="2544" y="3113"/>
                    <a:pt x="2520" y="3072"/>
                  </a:cubicBezTo>
                  <a:cubicBezTo>
                    <a:pt x="2496" y="3031"/>
                    <a:pt x="2500" y="3011"/>
                    <a:pt x="2478" y="2970"/>
                  </a:cubicBezTo>
                  <a:cubicBezTo>
                    <a:pt x="2456" y="2929"/>
                    <a:pt x="2446" y="2905"/>
                    <a:pt x="2412" y="2868"/>
                  </a:cubicBezTo>
                  <a:cubicBezTo>
                    <a:pt x="2378" y="2831"/>
                    <a:pt x="2351" y="2812"/>
                    <a:pt x="2310" y="2784"/>
                  </a:cubicBezTo>
                  <a:cubicBezTo>
                    <a:pt x="2269" y="2756"/>
                    <a:pt x="2249" y="2744"/>
                    <a:pt x="2208" y="2730"/>
                  </a:cubicBezTo>
                  <a:cubicBezTo>
                    <a:pt x="2167" y="2716"/>
                    <a:pt x="2147" y="2722"/>
                    <a:pt x="2106" y="2712"/>
                  </a:cubicBezTo>
                  <a:cubicBezTo>
                    <a:pt x="2065" y="2702"/>
                    <a:pt x="2045" y="2696"/>
                    <a:pt x="2004" y="2682"/>
                  </a:cubicBezTo>
                  <a:cubicBezTo>
                    <a:pt x="1963" y="2668"/>
                    <a:pt x="1944" y="2657"/>
                    <a:pt x="1902" y="2640"/>
                  </a:cubicBezTo>
                  <a:cubicBezTo>
                    <a:pt x="1860" y="2623"/>
                    <a:pt x="1836" y="2614"/>
                    <a:pt x="1794" y="2598"/>
                  </a:cubicBezTo>
                  <a:cubicBezTo>
                    <a:pt x="1752" y="2582"/>
                    <a:pt x="1733" y="2585"/>
                    <a:pt x="1692" y="2562"/>
                  </a:cubicBezTo>
                  <a:cubicBezTo>
                    <a:pt x="1651" y="2539"/>
                    <a:pt x="1612" y="2520"/>
                    <a:pt x="1590" y="2484"/>
                  </a:cubicBezTo>
                  <a:cubicBezTo>
                    <a:pt x="1568" y="2448"/>
                    <a:pt x="1574" y="2423"/>
                    <a:pt x="1584" y="2382"/>
                  </a:cubicBezTo>
                  <a:cubicBezTo>
                    <a:pt x="1594" y="2341"/>
                    <a:pt x="1619" y="2321"/>
                    <a:pt x="1638" y="2280"/>
                  </a:cubicBezTo>
                  <a:cubicBezTo>
                    <a:pt x="1657" y="2239"/>
                    <a:pt x="1675" y="2219"/>
                    <a:pt x="1680" y="2178"/>
                  </a:cubicBezTo>
                  <a:cubicBezTo>
                    <a:pt x="1685" y="2137"/>
                    <a:pt x="1673" y="2117"/>
                    <a:pt x="1662" y="2076"/>
                  </a:cubicBezTo>
                  <a:cubicBezTo>
                    <a:pt x="1651" y="2035"/>
                    <a:pt x="1642" y="2015"/>
                    <a:pt x="1626" y="1974"/>
                  </a:cubicBezTo>
                  <a:cubicBezTo>
                    <a:pt x="1610" y="1933"/>
                    <a:pt x="1608" y="1913"/>
                    <a:pt x="1584" y="1872"/>
                  </a:cubicBezTo>
                  <a:cubicBezTo>
                    <a:pt x="1560" y="1831"/>
                    <a:pt x="1542" y="1806"/>
                    <a:pt x="1506" y="1770"/>
                  </a:cubicBezTo>
                  <a:cubicBezTo>
                    <a:pt x="1470" y="1734"/>
                    <a:pt x="1445" y="1715"/>
                    <a:pt x="1404" y="1692"/>
                  </a:cubicBezTo>
                  <a:cubicBezTo>
                    <a:pt x="1363" y="1669"/>
                    <a:pt x="1338" y="1684"/>
                    <a:pt x="1302" y="1656"/>
                  </a:cubicBezTo>
                  <a:cubicBezTo>
                    <a:pt x="1266" y="1628"/>
                    <a:pt x="1249" y="1595"/>
                    <a:pt x="1224" y="1554"/>
                  </a:cubicBezTo>
                  <a:cubicBezTo>
                    <a:pt x="1199" y="1513"/>
                    <a:pt x="1206" y="1486"/>
                    <a:pt x="1176" y="1452"/>
                  </a:cubicBezTo>
                  <a:cubicBezTo>
                    <a:pt x="1146" y="1418"/>
                    <a:pt x="1116" y="1392"/>
                    <a:pt x="1074" y="1386"/>
                  </a:cubicBezTo>
                  <a:cubicBezTo>
                    <a:pt x="1032" y="1380"/>
                    <a:pt x="1008" y="1405"/>
                    <a:pt x="966" y="1422"/>
                  </a:cubicBezTo>
                  <a:cubicBezTo>
                    <a:pt x="924" y="1439"/>
                    <a:pt x="905" y="1446"/>
                    <a:pt x="864" y="1470"/>
                  </a:cubicBezTo>
                  <a:cubicBezTo>
                    <a:pt x="823" y="1494"/>
                    <a:pt x="803" y="1510"/>
                    <a:pt x="762" y="1542"/>
                  </a:cubicBezTo>
                  <a:cubicBezTo>
                    <a:pt x="721" y="1574"/>
                    <a:pt x="689" y="1594"/>
                    <a:pt x="660" y="1632"/>
                  </a:cubicBezTo>
                  <a:cubicBezTo>
                    <a:pt x="631" y="1670"/>
                    <a:pt x="634" y="1693"/>
                    <a:pt x="618" y="1734"/>
                  </a:cubicBezTo>
                  <a:cubicBezTo>
                    <a:pt x="602" y="1775"/>
                    <a:pt x="610" y="1801"/>
                    <a:pt x="582" y="1836"/>
                  </a:cubicBezTo>
                  <a:cubicBezTo>
                    <a:pt x="554" y="1871"/>
                    <a:pt x="521" y="1896"/>
                    <a:pt x="480" y="1908"/>
                  </a:cubicBezTo>
                  <a:cubicBezTo>
                    <a:pt x="439" y="1920"/>
                    <a:pt x="419" y="1914"/>
                    <a:pt x="378" y="1896"/>
                  </a:cubicBezTo>
                  <a:cubicBezTo>
                    <a:pt x="337" y="1878"/>
                    <a:pt x="317" y="1837"/>
                    <a:pt x="276" y="1818"/>
                  </a:cubicBezTo>
                  <a:cubicBezTo>
                    <a:pt x="235" y="1799"/>
                    <a:pt x="205" y="1782"/>
                    <a:pt x="174" y="1800"/>
                  </a:cubicBezTo>
                  <a:cubicBezTo>
                    <a:pt x="143" y="1818"/>
                    <a:pt x="50" y="1870"/>
                    <a:pt x="36" y="1916"/>
                  </a:cubicBezTo>
                  <a:cubicBezTo>
                    <a:pt x="22" y="1962"/>
                    <a:pt x="3" y="2032"/>
                    <a:pt x="0" y="20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260" y="2501"/>
              <a:ext cx="2288" cy="2526"/>
            </a:xfrm>
            <a:custGeom>
              <a:avLst/>
              <a:gdLst>
                <a:gd name="connisteX0" fmla="*/ 1452597 w 1452597"/>
                <a:gd name="connsiteY0" fmla="*/ 0 h 1604010"/>
                <a:gd name="connisteX1" fmla="*/ 1403067 w 1452597"/>
                <a:gd name="connsiteY1" fmla="*/ 64770 h 1604010"/>
                <a:gd name="connisteX2" fmla="*/ 1387827 w 1452597"/>
                <a:gd name="connsiteY2" fmla="*/ 129540 h 1604010"/>
                <a:gd name="connisteX3" fmla="*/ 1323057 w 1452597"/>
                <a:gd name="connsiteY3" fmla="*/ 175260 h 1604010"/>
                <a:gd name="connisteX4" fmla="*/ 1258287 w 1452597"/>
                <a:gd name="connsiteY4" fmla="*/ 160020 h 1604010"/>
                <a:gd name="connisteX5" fmla="*/ 1193517 w 1452597"/>
                <a:gd name="connsiteY5" fmla="*/ 152400 h 1604010"/>
                <a:gd name="connisteX6" fmla="*/ 1124937 w 1452597"/>
                <a:gd name="connsiteY6" fmla="*/ 144780 h 1604010"/>
                <a:gd name="connisteX7" fmla="*/ 1071597 w 1452597"/>
                <a:gd name="connsiteY7" fmla="*/ 213360 h 1604010"/>
                <a:gd name="connisteX8" fmla="*/ 1094457 w 1452597"/>
                <a:gd name="connsiteY8" fmla="*/ 278130 h 1604010"/>
                <a:gd name="connisteX9" fmla="*/ 1105887 w 1452597"/>
                <a:gd name="connsiteY9" fmla="*/ 342900 h 1604010"/>
                <a:gd name="connisteX10" fmla="*/ 1098267 w 1452597"/>
                <a:gd name="connsiteY10" fmla="*/ 407670 h 1604010"/>
                <a:gd name="connisteX11" fmla="*/ 1056357 w 1452597"/>
                <a:gd name="connsiteY11" fmla="*/ 472440 h 1604010"/>
                <a:gd name="connisteX12" fmla="*/ 1018257 w 1452597"/>
                <a:gd name="connsiteY12" fmla="*/ 537210 h 1604010"/>
                <a:gd name="connisteX13" fmla="*/ 980157 w 1452597"/>
                <a:gd name="connsiteY13" fmla="*/ 601980 h 1604010"/>
                <a:gd name="connisteX14" fmla="*/ 919197 w 1452597"/>
                <a:gd name="connsiteY14" fmla="*/ 666750 h 1604010"/>
                <a:gd name="connisteX15" fmla="*/ 854427 w 1452597"/>
                <a:gd name="connsiteY15" fmla="*/ 693420 h 1604010"/>
                <a:gd name="connisteX16" fmla="*/ 789657 w 1452597"/>
                <a:gd name="connsiteY16" fmla="*/ 708660 h 1604010"/>
                <a:gd name="connisteX17" fmla="*/ 724887 w 1452597"/>
                <a:gd name="connsiteY17" fmla="*/ 739140 h 1604010"/>
                <a:gd name="connisteX18" fmla="*/ 660117 w 1452597"/>
                <a:gd name="connsiteY18" fmla="*/ 754380 h 1604010"/>
                <a:gd name="connisteX19" fmla="*/ 595347 w 1452597"/>
                <a:gd name="connsiteY19" fmla="*/ 769620 h 1604010"/>
                <a:gd name="connisteX20" fmla="*/ 530577 w 1452597"/>
                <a:gd name="connsiteY20" fmla="*/ 784860 h 1604010"/>
                <a:gd name="connisteX21" fmla="*/ 465807 w 1452597"/>
                <a:gd name="connsiteY21" fmla="*/ 792480 h 1604010"/>
                <a:gd name="connisteX22" fmla="*/ 401037 w 1452597"/>
                <a:gd name="connsiteY22" fmla="*/ 830580 h 1604010"/>
                <a:gd name="connisteX23" fmla="*/ 336267 w 1452597"/>
                <a:gd name="connsiteY23" fmla="*/ 834390 h 1604010"/>
                <a:gd name="connisteX24" fmla="*/ 271497 w 1452597"/>
                <a:gd name="connsiteY24" fmla="*/ 788670 h 1604010"/>
                <a:gd name="connisteX25" fmla="*/ 206727 w 1452597"/>
                <a:gd name="connsiteY25" fmla="*/ 784860 h 1604010"/>
                <a:gd name="connisteX26" fmla="*/ 141957 w 1452597"/>
                <a:gd name="connsiteY26" fmla="*/ 819150 h 1604010"/>
                <a:gd name="connisteX27" fmla="*/ 77187 w 1452597"/>
                <a:gd name="connsiteY27" fmla="*/ 834390 h 1604010"/>
                <a:gd name="connisteX28" fmla="*/ 54327 w 1452597"/>
                <a:gd name="connsiteY28" fmla="*/ 899160 h 1604010"/>
                <a:gd name="connisteX29" fmla="*/ 20037 w 1452597"/>
                <a:gd name="connsiteY29" fmla="*/ 963930 h 1604010"/>
                <a:gd name="connisteX30" fmla="*/ 987 w 1452597"/>
                <a:gd name="connsiteY30" fmla="*/ 1028700 h 1604010"/>
                <a:gd name="connisteX31" fmla="*/ 12417 w 1452597"/>
                <a:gd name="connsiteY31" fmla="*/ 1093470 h 1604010"/>
                <a:gd name="connisteX32" fmla="*/ 77187 w 1452597"/>
                <a:gd name="connsiteY32" fmla="*/ 1123950 h 1604010"/>
                <a:gd name="connisteX33" fmla="*/ 141957 w 1452597"/>
                <a:gd name="connsiteY33" fmla="*/ 1177290 h 1604010"/>
                <a:gd name="connisteX34" fmla="*/ 145767 w 1452597"/>
                <a:gd name="connsiteY34" fmla="*/ 1242060 h 1604010"/>
                <a:gd name="connisteX35" fmla="*/ 141957 w 1452597"/>
                <a:gd name="connsiteY35" fmla="*/ 1306830 h 1604010"/>
                <a:gd name="connisteX36" fmla="*/ 77187 w 1452597"/>
                <a:gd name="connsiteY36" fmla="*/ 1348740 h 1604010"/>
                <a:gd name="connisteX37" fmla="*/ 50517 w 1452597"/>
                <a:gd name="connsiteY37" fmla="*/ 1413510 h 1604010"/>
                <a:gd name="connisteX38" fmla="*/ 115287 w 1452597"/>
                <a:gd name="connsiteY38" fmla="*/ 1451610 h 1604010"/>
                <a:gd name="connisteX39" fmla="*/ 180057 w 1452597"/>
                <a:gd name="connsiteY39" fmla="*/ 1497330 h 1604010"/>
                <a:gd name="connisteX40" fmla="*/ 206727 w 1452597"/>
                <a:gd name="connsiteY40" fmla="*/ 1562100 h 1604010"/>
                <a:gd name="connisteX41" fmla="*/ 218157 w 1452597"/>
                <a:gd name="connsiteY41" fmla="*/ 1604010 h 16040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</a:cxnLst>
              <a:rect l="l" t="t" r="r" b="b"/>
              <a:pathLst>
                <a:path w="1452598" h="1604010">
                  <a:moveTo>
                    <a:pt x="1452598" y="0"/>
                  </a:moveTo>
                  <a:cubicBezTo>
                    <a:pt x="1443073" y="11430"/>
                    <a:pt x="1415768" y="38735"/>
                    <a:pt x="1403068" y="64770"/>
                  </a:cubicBezTo>
                  <a:cubicBezTo>
                    <a:pt x="1390368" y="90805"/>
                    <a:pt x="1403703" y="107315"/>
                    <a:pt x="1387828" y="129540"/>
                  </a:cubicBezTo>
                  <a:cubicBezTo>
                    <a:pt x="1371953" y="151765"/>
                    <a:pt x="1349093" y="168910"/>
                    <a:pt x="1323058" y="175260"/>
                  </a:cubicBezTo>
                  <a:cubicBezTo>
                    <a:pt x="1297023" y="181610"/>
                    <a:pt x="1284323" y="164465"/>
                    <a:pt x="1258288" y="160020"/>
                  </a:cubicBezTo>
                  <a:cubicBezTo>
                    <a:pt x="1232253" y="155575"/>
                    <a:pt x="1220188" y="155575"/>
                    <a:pt x="1193518" y="152400"/>
                  </a:cubicBezTo>
                  <a:cubicBezTo>
                    <a:pt x="1166848" y="149225"/>
                    <a:pt x="1149068" y="132715"/>
                    <a:pt x="1124938" y="144780"/>
                  </a:cubicBezTo>
                  <a:cubicBezTo>
                    <a:pt x="1100808" y="156845"/>
                    <a:pt x="1077948" y="186690"/>
                    <a:pt x="1071598" y="213360"/>
                  </a:cubicBezTo>
                  <a:cubicBezTo>
                    <a:pt x="1065248" y="240030"/>
                    <a:pt x="1087473" y="252095"/>
                    <a:pt x="1094458" y="278130"/>
                  </a:cubicBezTo>
                  <a:cubicBezTo>
                    <a:pt x="1101443" y="304165"/>
                    <a:pt x="1105253" y="316865"/>
                    <a:pt x="1105888" y="342900"/>
                  </a:cubicBezTo>
                  <a:cubicBezTo>
                    <a:pt x="1106523" y="368935"/>
                    <a:pt x="1108428" y="381635"/>
                    <a:pt x="1098268" y="407670"/>
                  </a:cubicBezTo>
                  <a:cubicBezTo>
                    <a:pt x="1088108" y="433705"/>
                    <a:pt x="1072233" y="446405"/>
                    <a:pt x="1056358" y="472440"/>
                  </a:cubicBezTo>
                  <a:cubicBezTo>
                    <a:pt x="1040483" y="498475"/>
                    <a:pt x="1033498" y="511175"/>
                    <a:pt x="1018258" y="537210"/>
                  </a:cubicBezTo>
                  <a:cubicBezTo>
                    <a:pt x="1003018" y="563245"/>
                    <a:pt x="999843" y="575945"/>
                    <a:pt x="980158" y="601980"/>
                  </a:cubicBezTo>
                  <a:cubicBezTo>
                    <a:pt x="960473" y="628015"/>
                    <a:pt x="944598" y="648335"/>
                    <a:pt x="919198" y="666750"/>
                  </a:cubicBezTo>
                  <a:cubicBezTo>
                    <a:pt x="893798" y="685165"/>
                    <a:pt x="880463" y="685165"/>
                    <a:pt x="854428" y="693420"/>
                  </a:cubicBezTo>
                  <a:cubicBezTo>
                    <a:pt x="828393" y="701675"/>
                    <a:pt x="815693" y="699770"/>
                    <a:pt x="789658" y="708660"/>
                  </a:cubicBezTo>
                  <a:cubicBezTo>
                    <a:pt x="763623" y="717550"/>
                    <a:pt x="750923" y="730250"/>
                    <a:pt x="724888" y="739140"/>
                  </a:cubicBezTo>
                  <a:cubicBezTo>
                    <a:pt x="698853" y="748030"/>
                    <a:pt x="686153" y="748030"/>
                    <a:pt x="660118" y="754380"/>
                  </a:cubicBezTo>
                  <a:cubicBezTo>
                    <a:pt x="634083" y="760730"/>
                    <a:pt x="621383" y="763270"/>
                    <a:pt x="595348" y="769620"/>
                  </a:cubicBezTo>
                  <a:cubicBezTo>
                    <a:pt x="569313" y="775970"/>
                    <a:pt x="556613" y="780415"/>
                    <a:pt x="530578" y="784860"/>
                  </a:cubicBezTo>
                  <a:cubicBezTo>
                    <a:pt x="504543" y="789305"/>
                    <a:pt x="491843" y="783590"/>
                    <a:pt x="465808" y="792480"/>
                  </a:cubicBezTo>
                  <a:cubicBezTo>
                    <a:pt x="439773" y="801370"/>
                    <a:pt x="427073" y="822325"/>
                    <a:pt x="401038" y="830580"/>
                  </a:cubicBezTo>
                  <a:cubicBezTo>
                    <a:pt x="375003" y="838835"/>
                    <a:pt x="362303" y="842645"/>
                    <a:pt x="336268" y="834390"/>
                  </a:cubicBezTo>
                  <a:cubicBezTo>
                    <a:pt x="310233" y="826135"/>
                    <a:pt x="297533" y="798830"/>
                    <a:pt x="271498" y="788670"/>
                  </a:cubicBezTo>
                  <a:cubicBezTo>
                    <a:pt x="245463" y="778510"/>
                    <a:pt x="232763" y="778510"/>
                    <a:pt x="206728" y="784860"/>
                  </a:cubicBezTo>
                  <a:cubicBezTo>
                    <a:pt x="180693" y="791210"/>
                    <a:pt x="167993" y="808990"/>
                    <a:pt x="141958" y="819150"/>
                  </a:cubicBezTo>
                  <a:cubicBezTo>
                    <a:pt x="115923" y="829310"/>
                    <a:pt x="94968" y="818515"/>
                    <a:pt x="77188" y="834390"/>
                  </a:cubicBezTo>
                  <a:cubicBezTo>
                    <a:pt x="59408" y="850265"/>
                    <a:pt x="65758" y="873125"/>
                    <a:pt x="54328" y="899160"/>
                  </a:cubicBezTo>
                  <a:cubicBezTo>
                    <a:pt x="42898" y="925195"/>
                    <a:pt x="30833" y="937895"/>
                    <a:pt x="20038" y="963930"/>
                  </a:cubicBezTo>
                  <a:cubicBezTo>
                    <a:pt x="9243" y="989965"/>
                    <a:pt x="2258" y="1002665"/>
                    <a:pt x="988" y="1028700"/>
                  </a:cubicBezTo>
                  <a:cubicBezTo>
                    <a:pt x="-282" y="1054735"/>
                    <a:pt x="-2822" y="1074420"/>
                    <a:pt x="12418" y="1093470"/>
                  </a:cubicBezTo>
                  <a:cubicBezTo>
                    <a:pt x="27658" y="1112520"/>
                    <a:pt x="51153" y="1107440"/>
                    <a:pt x="77188" y="1123950"/>
                  </a:cubicBezTo>
                  <a:cubicBezTo>
                    <a:pt x="103223" y="1140460"/>
                    <a:pt x="127988" y="1153795"/>
                    <a:pt x="141958" y="1177290"/>
                  </a:cubicBezTo>
                  <a:cubicBezTo>
                    <a:pt x="155928" y="1200785"/>
                    <a:pt x="145768" y="1216025"/>
                    <a:pt x="145768" y="1242060"/>
                  </a:cubicBezTo>
                  <a:cubicBezTo>
                    <a:pt x="145768" y="1268095"/>
                    <a:pt x="155928" y="1285240"/>
                    <a:pt x="141958" y="1306830"/>
                  </a:cubicBezTo>
                  <a:cubicBezTo>
                    <a:pt x="127988" y="1328420"/>
                    <a:pt x="95603" y="1327150"/>
                    <a:pt x="77188" y="1348740"/>
                  </a:cubicBezTo>
                  <a:cubicBezTo>
                    <a:pt x="58773" y="1370330"/>
                    <a:pt x="42898" y="1393190"/>
                    <a:pt x="50518" y="1413510"/>
                  </a:cubicBezTo>
                  <a:cubicBezTo>
                    <a:pt x="58138" y="1433830"/>
                    <a:pt x="89253" y="1435100"/>
                    <a:pt x="115288" y="1451610"/>
                  </a:cubicBezTo>
                  <a:cubicBezTo>
                    <a:pt x="141323" y="1468120"/>
                    <a:pt x="161643" y="1475105"/>
                    <a:pt x="180058" y="1497330"/>
                  </a:cubicBezTo>
                  <a:cubicBezTo>
                    <a:pt x="198473" y="1519555"/>
                    <a:pt x="199108" y="1540510"/>
                    <a:pt x="206728" y="1562100"/>
                  </a:cubicBezTo>
                  <a:cubicBezTo>
                    <a:pt x="214348" y="1583690"/>
                    <a:pt x="216253" y="1597025"/>
                    <a:pt x="218158" y="160401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592" y="5008"/>
              <a:ext cx="3732" cy="3174"/>
            </a:xfrm>
            <a:custGeom>
              <a:avLst/>
              <a:gdLst>
                <a:gd name="connisteX0" fmla="*/ 0 w 2369820"/>
                <a:gd name="connsiteY0" fmla="*/ 0 h 2015509"/>
                <a:gd name="connisteX1" fmla="*/ 15240 w 2369820"/>
                <a:gd name="connsiteY1" fmla="*/ 64770 h 2015509"/>
                <a:gd name="connisteX2" fmla="*/ 72390 w 2369820"/>
                <a:gd name="connsiteY2" fmla="*/ 129540 h 2015509"/>
                <a:gd name="connisteX3" fmla="*/ 137160 w 2369820"/>
                <a:gd name="connsiteY3" fmla="*/ 167640 h 2015509"/>
                <a:gd name="connisteX4" fmla="*/ 201930 w 2369820"/>
                <a:gd name="connsiteY4" fmla="*/ 205740 h 2015509"/>
                <a:gd name="connisteX5" fmla="*/ 247650 w 2369820"/>
                <a:gd name="connsiteY5" fmla="*/ 270510 h 2015509"/>
                <a:gd name="connisteX6" fmla="*/ 262890 w 2369820"/>
                <a:gd name="connsiteY6" fmla="*/ 335280 h 2015509"/>
                <a:gd name="connisteX7" fmla="*/ 300990 w 2369820"/>
                <a:gd name="connsiteY7" fmla="*/ 400050 h 2015509"/>
                <a:gd name="connisteX8" fmla="*/ 316230 w 2369820"/>
                <a:gd name="connsiteY8" fmla="*/ 464820 h 2015509"/>
                <a:gd name="connisteX9" fmla="*/ 281940 w 2369820"/>
                <a:gd name="connsiteY9" fmla="*/ 529590 h 2015509"/>
                <a:gd name="connisteX10" fmla="*/ 278130 w 2369820"/>
                <a:gd name="connsiteY10" fmla="*/ 594360 h 2015509"/>
                <a:gd name="connisteX11" fmla="*/ 300990 w 2369820"/>
                <a:gd name="connsiteY11" fmla="*/ 659130 h 2015509"/>
                <a:gd name="connisteX12" fmla="*/ 304800 w 2369820"/>
                <a:gd name="connsiteY12" fmla="*/ 723900 h 2015509"/>
                <a:gd name="connisteX13" fmla="*/ 240030 w 2369820"/>
                <a:gd name="connsiteY13" fmla="*/ 769620 h 2015509"/>
                <a:gd name="connisteX14" fmla="*/ 182880 w 2369820"/>
                <a:gd name="connsiteY14" fmla="*/ 834390 h 2015509"/>
                <a:gd name="connisteX15" fmla="*/ 198120 w 2369820"/>
                <a:gd name="connsiteY15" fmla="*/ 899160 h 2015509"/>
                <a:gd name="connisteX16" fmla="*/ 198120 w 2369820"/>
                <a:gd name="connsiteY16" fmla="*/ 963930 h 2015509"/>
                <a:gd name="connisteX17" fmla="*/ 262890 w 2369820"/>
                <a:gd name="connsiteY17" fmla="*/ 1017270 h 2015509"/>
                <a:gd name="connisteX18" fmla="*/ 327660 w 2369820"/>
                <a:gd name="connsiteY18" fmla="*/ 1078230 h 2015509"/>
                <a:gd name="connisteX19" fmla="*/ 392430 w 2369820"/>
                <a:gd name="connsiteY19" fmla="*/ 1131570 h 2015509"/>
                <a:gd name="connisteX20" fmla="*/ 438150 w 2369820"/>
                <a:gd name="connsiteY20" fmla="*/ 1196340 h 2015509"/>
                <a:gd name="connisteX21" fmla="*/ 502920 w 2369820"/>
                <a:gd name="connsiteY21" fmla="*/ 1257300 h 2015509"/>
                <a:gd name="connisteX22" fmla="*/ 567690 w 2369820"/>
                <a:gd name="connsiteY22" fmla="*/ 1249680 h 2015509"/>
                <a:gd name="connisteX23" fmla="*/ 632460 w 2369820"/>
                <a:gd name="connsiteY23" fmla="*/ 1234440 h 2015509"/>
                <a:gd name="connisteX24" fmla="*/ 697230 w 2369820"/>
                <a:gd name="connsiteY24" fmla="*/ 1295400 h 2015509"/>
                <a:gd name="connisteX25" fmla="*/ 750570 w 2369820"/>
                <a:gd name="connsiteY25" fmla="*/ 1360170 h 2015509"/>
                <a:gd name="connisteX26" fmla="*/ 815340 w 2369820"/>
                <a:gd name="connsiteY26" fmla="*/ 1405890 h 2015509"/>
                <a:gd name="connisteX27" fmla="*/ 880110 w 2369820"/>
                <a:gd name="connsiteY27" fmla="*/ 1455420 h 2015509"/>
                <a:gd name="connisteX28" fmla="*/ 944880 w 2369820"/>
                <a:gd name="connsiteY28" fmla="*/ 1501140 h 2015509"/>
                <a:gd name="connisteX29" fmla="*/ 1009650 w 2369820"/>
                <a:gd name="connsiteY29" fmla="*/ 1554480 h 2015509"/>
                <a:gd name="connisteX30" fmla="*/ 1074420 w 2369820"/>
                <a:gd name="connsiteY30" fmla="*/ 1607820 h 2015509"/>
                <a:gd name="connisteX31" fmla="*/ 1143000 w 2369820"/>
                <a:gd name="connsiteY31" fmla="*/ 1645920 h 2015509"/>
                <a:gd name="connisteX32" fmla="*/ 1207770 w 2369820"/>
                <a:gd name="connsiteY32" fmla="*/ 1672590 h 2015509"/>
                <a:gd name="connisteX33" fmla="*/ 1272540 w 2369820"/>
                <a:gd name="connsiteY33" fmla="*/ 1687830 h 2015509"/>
                <a:gd name="connisteX34" fmla="*/ 1337310 w 2369820"/>
                <a:gd name="connsiteY34" fmla="*/ 1744980 h 2015509"/>
                <a:gd name="connisteX35" fmla="*/ 1402080 w 2369820"/>
                <a:gd name="connsiteY35" fmla="*/ 1771650 h 2015509"/>
                <a:gd name="connisteX36" fmla="*/ 1466850 w 2369820"/>
                <a:gd name="connsiteY36" fmla="*/ 1775460 h 2015509"/>
                <a:gd name="connisteX37" fmla="*/ 1531620 w 2369820"/>
                <a:gd name="connsiteY37" fmla="*/ 1783080 h 2015509"/>
                <a:gd name="connisteX38" fmla="*/ 1596390 w 2369820"/>
                <a:gd name="connsiteY38" fmla="*/ 1786890 h 2015509"/>
                <a:gd name="connisteX39" fmla="*/ 1657350 w 2369820"/>
                <a:gd name="connsiteY39" fmla="*/ 1851660 h 2015509"/>
                <a:gd name="connisteX40" fmla="*/ 1657350 w 2369820"/>
                <a:gd name="connsiteY40" fmla="*/ 1916430 h 2015509"/>
                <a:gd name="connisteX41" fmla="*/ 1722120 w 2369820"/>
                <a:gd name="connsiteY41" fmla="*/ 1905000 h 2015509"/>
                <a:gd name="connisteX42" fmla="*/ 1722120 w 2369820"/>
                <a:gd name="connsiteY42" fmla="*/ 1840230 h 2015509"/>
                <a:gd name="connisteX43" fmla="*/ 1786890 w 2369820"/>
                <a:gd name="connsiteY43" fmla="*/ 1786890 h 2015509"/>
                <a:gd name="connisteX44" fmla="*/ 1851660 w 2369820"/>
                <a:gd name="connsiteY44" fmla="*/ 1786890 h 2015509"/>
                <a:gd name="connisteX45" fmla="*/ 1916430 w 2369820"/>
                <a:gd name="connsiteY45" fmla="*/ 1790700 h 2015509"/>
                <a:gd name="connisteX46" fmla="*/ 1981200 w 2369820"/>
                <a:gd name="connsiteY46" fmla="*/ 1840230 h 2015509"/>
                <a:gd name="connisteX47" fmla="*/ 2045970 w 2369820"/>
                <a:gd name="connsiteY47" fmla="*/ 1885950 h 2015509"/>
                <a:gd name="connisteX48" fmla="*/ 2110740 w 2369820"/>
                <a:gd name="connsiteY48" fmla="*/ 1931670 h 2015509"/>
                <a:gd name="connisteX49" fmla="*/ 2175510 w 2369820"/>
                <a:gd name="connsiteY49" fmla="*/ 1992630 h 2015509"/>
                <a:gd name="connisteX50" fmla="*/ 2240280 w 2369820"/>
                <a:gd name="connsiteY50" fmla="*/ 1996440 h 2015509"/>
                <a:gd name="connisteX51" fmla="*/ 2305050 w 2369820"/>
                <a:gd name="connsiteY51" fmla="*/ 2015490 h 2015509"/>
                <a:gd name="connisteX52" fmla="*/ 2369820 w 2369820"/>
                <a:gd name="connsiteY52" fmla="*/ 1992630 h 201550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</a:cxnLst>
              <a:rect l="l" t="t" r="r" b="b"/>
              <a:pathLst>
                <a:path w="2369820" h="2015509">
                  <a:moveTo>
                    <a:pt x="0" y="0"/>
                  </a:moveTo>
                  <a:cubicBezTo>
                    <a:pt x="1905" y="11430"/>
                    <a:pt x="635" y="38735"/>
                    <a:pt x="15240" y="64770"/>
                  </a:cubicBezTo>
                  <a:cubicBezTo>
                    <a:pt x="29845" y="90805"/>
                    <a:pt x="48260" y="109220"/>
                    <a:pt x="72390" y="129540"/>
                  </a:cubicBezTo>
                  <a:cubicBezTo>
                    <a:pt x="96520" y="149860"/>
                    <a:pt x="111125" y="152400"/>
                    <a:pt x="137160" y="167640"/>
                  </a:cubicBezTo>
                  <a:cubicBezTo>
                    <a:pt x="163195" y="182880"/>
                    <a:pt x="179705" y="185420"/>
                    <a:pt x="201930" y="205740"/>
                  </a:cubicBezTo>
                  <a:cubicBezTo>
                    <a:pt x="224155" y="226060"/>
                    <a:pt x="235585" y="244475"/>
                    <a:pt x="247650" y="270510"/>
                  </a:cubicBezTo>
                  <a:cubicBezTo>
                    <a:pt x="259715" y="296545"/>
                    <a:pt x="252095" y="309245"/>
                    <a:pt x="262890" y="335280"/>
                  </a:cubicBezTo>
                  <a:cubicBezTo>
                    <a:pt x="273685" y="361315"/>
                    <a:pt x="290195" y="374015"/>
                    <a:pt x="300990" y="400050"/>
                  </a:cubicBezTo>
                  <a:cubicBezTo>
                    <a:pt x="311785" y="426085"/>
                    <a:pt x="320040" y="438785"/>
                    <a:pt x="316230" y="464820"/>
                  </a:cubicBezTo>
                  <a:cubicBezTo>
                    <a:pt x="312420" y="490855"/>
                    <a:pt x="289560" y="503555"/>
                    <a:pt x="281940" y="529590"/>
                  </a:cubicBezTo>
                  <a:cubicBezTo>
                    <a:pt x="274320" y="555625"/>
                    <a:pt x="274320" y="568325"/>
                    <a:pt x="278130" y="594360"/>
                  </a:cubicBezTo>
                  <a:cubicBezTo>
                    <a:pt x="281940" y="620395"/>
                    <a:pt x="295910" y="633095"/>
                    <a:pt x="300990" y="659130"/>
                  </a:cubicBezTo>
                  <a:cubicBezTo>
                    <a:pt x="306070" y="685165"/>
                    <a:pt x="316865" y="701675"/>
                    <a:pt x="304800" y="723900"/>
                  </a:cubicBezTo>
                  <a:cubicBezTo>
                    <a:pt x="292735" y="746125"/>
                    <a:pt x="264160" y="747395"/>
                    <a:pt x="240030" y="769620"/>
                  </a:cubicBezTo>
                  <a:cubicBezTo>
                    <a:pt x="215900" y="791845"/>
                    <a:pt x="191135" y="808355"/>
                    <a:pt x="182880" y="834390"/>
                  </a:cubicBezTo>
                  <a:cubicBezTo>
                    <a:pt x="174625" y="860425"/>
                    <a:pt x="194945" y="873125"/>
                    <a:pt x="198120" y="899160"/>
                  </a:cubicBezTo>
                  <a:cubicBezTo>
                    <a:pt x="201295" y="925195"/>
                    <a:pt x="185420" y="940435"/>
                    <a:pt x="198120" y="963930"/>
                  </a:cubicBezTo>
                  <a:cubicBezTo>
                    <a:pt x="210820" y="987425"/>
                    <a:pt x="236855" y="994410"/>
                    <a:pt x="262890" y="1017270"/>
                  </a:cubicBezTo>
                  <a:cubicBezTo>
                    <a:pt x="288925" y="1040130"/>
                    <a:pt x="301625" y="1055370"/>
                    <a:pt x="327660" y="1078230"/>
                  </a:cubicBezTo>
                  <a:cubicBezTo>
                    <a:pt x="353695" y="1101090"/>
                    <a:pt x="370205" y="1108075"/>
                    <a:pt x="392430" y="1131570"/>
                  </a:cubicBezTo>
                  <a:cubicBezTo>
                    <a:pt x="414655" y="1155065"/>
                    <a:pt x="415925" y="1170940"/>
                    <a:pt x="438150" y="1196340"/>
                  </a:cubicBezTo>
                  <a:cubicBezTo>
                    <a:pt x="460375" y="1221740"/>
                    <a:pt x="476885" y="1246505"/>
                    <a:pt x="502920" y="1257300"/>
                  </a:cubicBezTo>
                  <a:cubicBezTo>
                    <a:pt x="528955" y="1268095"/>
                    <a:pt x="541655" y="1254125"/>
                    <a:pt x="567690" y="1249680"/>
                  </a:cubicBezTo>
                  <a:cubicBezTo>
                    <a:pt x="593725" y="1245235"/>
                    <a:pt x="606425" y="1225550"/>
                    <a:pt x="632460" y="1234440"/>
                  </a:cubicBezTo>
                  <a:cubicBezTo>
                    <a:pt x="658495" y="1243330"/>
                    <a:pt x="673735" y="1270000"/>
                    <a:pt x="697230" y="1295400"/>
                  </a:cubicBezTo>
                  <a:cubicBezTo>
                    <a:pt x="720725" y="1320800"/>
                    <a:pt x="727075" y="1337945"/>
                    <a:pt x="750570" y="1360170"/>
                  </a:cubicBezTo>
                  <a:cubicBezTo>
                    <a:pt x="774065" y="1382395"/>
                    <a:pt x="789305" y="1386840"/>
                    <a:pt x="815340" y="1405890"/>
                  </a:cubicBezTo>
                  <a:cubicBezTo>
                    <a:pt x="841375" y="1424940"/>
                    <a:pt x="854075" y="1436370"/>
                    <a:pt x="880110" y="1455420"/>
                  </a:cubicBezTo>
                  <a:cubicBezTo>
                    <a:pt x="906145" y="1474470"/>
                    <a:pt x="918845" y="1481455"/>
                    <a:pt x="944880" y="1501140"/>
                  </a:cubicBezTo>
                  <a:cubicBezTo>
                    <a:pt x="970915" y="1520825"/>
                    <a:pt x="983615" y="1532890"/>
                    <a:pt x="1009650" y="1554480"/>
                  </a:cubicBezTo>
                  <a:cubicBezTo>
                    <a:pt x="1035685" y="1576070"/>
                    <a:pt x="1047750" y="1589405"/>
                    <a:pt x="1074420" y="1607820"/>
                  </a:cubicBezTo>
                  <a:cubicBezTo>
                    <a:pt x="1101090" y="1626235"/>
                    <a:pt x="1116330" y="1633220"/>
                    <a:pt x="1143000" y="1645920"/>
                  </a:cubicBezTo>
                  <a:cubicBezTo>
                    <a:pt x="1169670" y="1658620"/>
                    <a:pt x="1181735" y="1664335"/>
                    <a:pt x="1207770" y="1672590"/>
                  </a:cubicBezTo>
                  <a:cubicBezTo>
                    <a:pt x="1233805" y="1680845"/>
                    <a:pt x="1246505" y="1673225"/>
                    <a:pt x="1272540" y="1687830"/>
                  </a:cubicBezTo>
                  <a:cubicBezTo>
                    <a:pt x="1298575" y="1702435"/>
                    <a:pt x="1311275" y="1728470"/>
                    <a:pt x="1337310" y="1744980"/>
                  </a:cubicBezTo>
                  <a:cubicBezTo>
                    <a:pt x="1363345" y="1761490"/>
                    <a:pt x="1376045" y="1765300"/>
                    <a:pt x="1402080" y="1771650"/>
                  </a:cubicBezTo>
                  <a:cubicBezTo>
                    <a:pt x="1428115" y="1778000"/>
                    <a:pt x="1440815" y="1772920"/>
                    <a:pt x="1466850" y="1775460"/>
                  </a:cubicBezTo>
                  <a:cubicBezTo>
                    <a:pt x="1492885" y="1778000"/>
                    <a:pt x="1505585" y="1780540"/>
                    <a:pt x="1531620" y="1783080"/>
                  </a:cubicBezTo>
                  <a:cubicBezTo>
                    <a:pt x="1557655" y="1785620"/>
                    <a:pt x="1570990" y="1772920"/>
                    <a:pt x="1596390" y="1786890"/>
                  </a:cubicBezTo>
                  <a:cubicBezTo>
                    <a:pt x="1621790" y="1800860"/>
                    <a:pt x="1645285" y="1825625"/>
                    <a:pt x="1657350" y="1851660"/>
                  </a:cubicBezTo>
                  <a:cubicBezTo>
                    <a:pt x="1669415" y="1877695"/>
                    <a:pt x="1644650" y="1905635"/>
                    <a:pt x="1657350" y="1916430"/>
                  </a:cubicBezTo>
                  <a:cubicBezTo>
                    <a:pt x="1670050" y="1927225"/>
                    <a:pt x="1709420" y="1920240"/>
                    <a:pt x="1722120" y="1905000"/>
                  </a:cubicBezTo>
                  <a:cubicBezTo>
                    <a:pt x="1734820" y="1889760"/>
                    <a:pt x="1709420" y="1863725"/>
                    <a:pt x="1722120" y="1840230"/>
                  </a:cubicBezTo>
                  <a:cubicBezTo>
                    <a:pt x="1734820" y="1816735"/>
                    <a:pt x="1760855" y="1797685"/>
                    <a:pt x="1786890" y="1786890"/>
                  </a:cubicBezTo>
                  <a:cubicBezTo>
                    <a:pt x="1812925" y="1776095"/>
                    <a:pt x="1825625" y="1786255"/>
                    <a:pt x="1851660" y="1786890"/>
                  </a:cubicBezTo>
                  <a:cubicBezTo>
                    <a:pt x="1877695" y="1787525"/>
                    <a:pt x="1890395" y="1779905"/>
                    <a:pt x="1916430" y="1790700"/>
                  </a:cubicBezTo>
                  <a:cubicBezTo>
                    <a:pt x="1942465" y="1801495"/>
                    <a:pt x="1955165" y="1821180"/>
                    <a:pt x="1981200" y="1840230"/>
                  </a:cubicBezTo>
                  <a:cubicBezTo>
                    <a:pt x="2007235" y="1859280"/>
                    <a:pt x="2019935" y="1867535"/>
                    <a:pt x="2045970" y="1885950"/>
                  </a:cubicBezTo>
                  <a:cubicBezTo>
                    <a:pt x="2072005" y="1904365"/>
                    <a:pt x="2084705" y="1910080"/>
                    <a:pt x="2110740" y="1931670"/>
                  </a:cubicBezTo>
                  <a:cubicBezTo>
                    <a:pt x="2136775" y="1953260"/>
                    <a:pt x="2149475" y="1979930"/>
                    <a:pt x="2175510" y="1992630"/>
                  </a:cubicBezTo>
                  <a:cubicBezTo>
                    <a:pt x="2201545" y="2005330"/>
                    <a:pt x="2214245" y="1991995"/>
                    <a:pt x="2240280" y="1996440"/>
                  </a:cubicBezTo>
                  <a:cubicBezTo>
                    <a:pt x="2266315" y="2000885"/>
                    <a:pt x="2279015" y="2016125"/>
                    <a:pt x="2305050" y="2015490"/>
                  </a:cubicBezTo>
                  <a:cubicBezTo>
                    <a:pt x="2331085" y="2014855"/>
                    <a:pt x="2358390" y="1997710"/>
                    <a:pt x="2369820" y="199263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6285" y="7782"/>
              <a:ext cx="4932" cy="2188"/>
            </a:xfrm>
            <a:custGeom>
              <a:avLst/>
              <a:gdLst>
                <a:gd name="connisteX0" fmla="*/ 0 w 3131820"/>
                <a:gd name="connsiteY0" fmla="*/ 242600 h 1389525"/>
                <a:gd name="connisteX1" fmla="*/ 64770 w 3131820"/>
                <a:gd name="connsiteY1" fmla="*/ 219740 h 1389525"/>
                <a:gd name="connisteX2" fmla="*/ 129540 w 3131820"/>
                <a:gd name="connsiteY2" fmla="*/ 193070 h 1389525"/>
                <a:gd name="connisteX3" fmla="*/ 194310 w 3131820"/>
                <a:gd name="connsiteY3" fmla="*/ 154970 h 1389525"/>
                <a:gd name="connisteX4" fmla="*/ 262890 w 3131820"/>
                <a:gd name="connsiteY4" fmla="*/ 97820 h 1389525"/>
                <a:gd name="connisteX5" fmla="*/ 327660 w 3131820"/>
                <a:gd name="connsiteY5" fmla="*/ 59720 h 1389525"/>
                <a:gd name="connisteX6" fmla="*/ 392430 w 3131820"/>
                <a:gd name="connsiteY6" fmla="*/ 29240 h 1389525"/>
                <a:gd name="connisteX7" fmla="*/ 457200 w 3131820"/>
                <a:gd name="connsiteY7" fmla="*/ 29240 h 1389525"/>
                <a:gd name="connisteX8" fmla="*/ 521970 w 3131820"/>
                <a:gd name="connsiteY8" fmla="*/ 44480 h 1389525"/>
                <a:gd name="connisteX9" fmla="*/ 586740 w 3131820"/>
                <a:gd name="connsiteY9" fmla="*/ 97820 h 1389525"/>
                <a:gd name="connisteX10" fmla="*/ 651510 w 3131820"/>
                <a:gd name="connsiteY10" fmla="*/ 67340 h 1389525"/>
                <a:gd name="connisteX11" fmla="*/ 689610 w 3131820"/>
                <a:gd name="connsiteY11" fmla="*/ 2570 h 1389525"/>
                <a:gd name="connisteX12" fmla="*/ 754380 w 3131820"/>
                <a:gd name="connsiteY12" fmla="*/ 25430 h 1389525"/>
                <a:gd name="connisteX13" fmla="*/ 781050 w 3131820"/>
                <a:gd name="connsiteY13" fmla="*/ 94010 h 1389525"/>
                <a:gd name="connisteX14" fmla="*/ 792480 w 3131820"/>
                <a:gd name="connsiteY14" fmla="*/ 158780 h 1389525"/>
                <a:gd name="connisteX15" fmla="*/ 830580 w 3131820"/>
                <a:gd name="connsiteY15" fmla="*/ 223550 h 1389525"/>
                <a:gd name="connisteX16" fmla="*/ 845820 w 3131820"/>
                <a:gd name="connsiteY16" fmla="*/ 288320 h 1389525"/>
                <a:gd name="connisteX17" fmla="*/ 853440 w 3131820"/>
                <a:gd name="connsiteY17" fmla="*/ 353090 h 1389525"/>
                <a:gd name="connisteX18" fmla="*/ 826770 w 3131820"/>
                <a:gd name="connsiteY18" fmla="*/ 417860 h 1389525"/>
                <a:gd name="connisteX19" fmla="*/ 800100 w 3131820"/>
                <a:gd name="connsiteY19" fmla="*/ 482630 h 1389525"/>
                <a:gd name="connisteX20" fmla="*/ 742950 w 3131820"/>
                <a:gd name="connsiteY20" fmla="*/ 547400 h 1389525"/>
                <a:gd name="connisteX21" fmla="*/ 678180 w 3131820"/>
                <a:gd name="connsiteY21" fmla="*/ 596930 h 1389525"/>
                <a:gd name="connisteX22" fmla="*/ 659130 w 3131820"/>
                <a:gd name="connsiteY22" fmla="*/ 661700 h 1389525"/>
                <a:gd name="connisteX23" fmla="*/ 659130 w 3131820"/>
                <a:gd name="connsiteY23" fmla="*/ 726470 h 1389525"/>
                <a:gd name="connisteX24" fmla="*/ 727710 w 3131820"/>
                <a:gd name="connsiteY24" fmla="*/ 768380 h 1389525"/>
                <a:gd name="connisteX25" fmla="*/ 792480 w 3131820"/>
                <a:gd name="connsiteY25" fmla="*/ 768380 h 1389525"/>
                <a:gd name="connisteX26" fmla="*/ 845820 w 3131820"/>
                <a:gd name="connsiteY26" fmla="*/ 833150 h 1389525"/>
                <a:gd name="connisteX27" fmla="*/ 861060 w 3131820"/>
                <a:gd name="connsiteY27" fmla="*/ 897920 h 1389525"/>
                <a:gd name="connisteX28" fmla="*/ 906780 w 3131820"/>
                <a:gd name="connsiteY28" fmla="*/ 962690 h 1389525"/>
                <a:gd name="connisteX29" fmla="*/ 971550 w 3131820"/>
                <a:gd name="connsiteY29" fmla="*/ 962690 h 1389525"/>
                <a:gd name="connisteX30" fmla="*/ 982980 w 3131820"/>
                <a:gd name="connsiteY30" fmla="*/ 1031270 h 1389525"/>
                <a:gd name="connisteX31" fmla="*/ 941070 w 3131820"/>
                <a:gd name="connsiteY31" fmla="*/ 1096040 h 1389525"/>
                <a:gd name="connisteX32" fmla="*/ 998220 w 3131820"/>
                <a:gd name="connsiteY32" fmla="*/ 1160810 h 1389525"/>
                <a:gd name="connisteX33" fmla="*/ 1062990 w 3131820"/>
                <a:gd name="connsiteY33" fmla="*/ 1176050 h 1389525"/>
                <a:gd name="connisteX34" fmla="*/ 1127760 w 3131820"/>
                <a:gd name="connsiteY34" fmla="*/ 1217960 h 1389525"/>
                <a:gd name="connisteX35" fmla="*/ 1192530 w 3131820"/>
                <a:gd name="connsiteY35" fmla="*/ 1256060 h 1389525"/>
                <a:gd name="connisteX36" fmla="*/ 1257300 w 3131820"/>
                <a:gd name="connsiteY36" fmla="*/ 1256060 h 1389525"/>
                <a:gd name="connisteX37" fmla="*/ 1322070 w 3131820"/>
                <a:gd name="connsiteY37" fmla="*/ 1275110 h 1389525"/>
                <a:gd name="connisteX38" fmla="*/ 1356360 w 3131820"/>
                <a:gd name="connsiteY38" fmla="*/ 1210340 h 1389525"/>
                <a:gd name="connisteX39" fmla="*/ 1356360 w 3131820"/>
                <a:gd name="connsiteY39" fmla="*/ 1145570 h 1389525"/>
                <a:gd name="connisteX40" fmla="*/ 1341120 w 3131820"/>
                <a:gd name="connsiteY40" fmla="*/ 1080800 h 1389525"/>
                <a:gd name="connisteX41" fmla="*/ 1405890 w 3131820"/>
                <a:gd name="connsiteY41" fmla="*/ 1073180 h 1389525"/>
                <a:gd name="connisteX42" fmla="*/ 1470660 w 3131820"/>
                <a:gd name="connsiteY42" fmla="*/ 1061750 h 1389525"/>
                <a:gd name="connisteX43" fmla="*/ 1535430 w 3131820"/>
                <a:gd name="connsiteY43" fmla="*/ 1027460 h 1389525"/>
                <a:gd name="connisteX44" fmla="*/ 1600200 w 3131820"/>
                <a:gd name="connsiteY44" fmla="*/ 1038890 h 1389525"/>
                <a:gd name="connisteX45" fmla="*/ 1664970 w 3131820"/>
                <a:gd name="connsiteY45" fmla="*/ 1069370 h 1389525"/>
                <a:gd name="connisteX46" fmla="*/ 1729740 w 3131820"/>
                <a:gd name="connsiteY46" fmla="*/ 1076990 h 1389525"/>
                <a:gd name="connisteX47" fmla="*/ 1794510 w 3131820"/>
                <a:gd name="connsiteY47" fmla="*/ 1035080 h 1389525"/>
                <a:gd name="connisteX48" fmla="*/ 1859280 w 3131820"/>
                <a:gd name="connsiteY48" fmla="*/ 974120 h 1389525"/>
                <a:gd name="connisteX49" fmla="*/ 1924050 w 3131820"/>
                <a:gd name="connsiteY49" fmla="*/ 939830 h 1389525"/>
                <a:gd name="connisteX50" fmla="*/ 1988820 w 3131820"/>
                <a:gd name="connsiteY50" fmla="*/ 958880 h 1389525"/>
                <a:gd name="connisteX51" fmla="*/ 2053590 w 3131820"/>
                <a:gd name="connsiteY51" fmla="*/ 974120 h 1389525"/>
                <a:gd name="connisteX52" fmla="*/ 2118360 w 3131820"/>
                <a:gd name="connsiteY52" fmla="*/ 985550 h 1389525"/>
                <a:gd name="connisteX53" fmla="*/ 2183130 w 3131820"/>
                <a:gd name="connsiteY53" fmla="*/ 1046510 h 1389525"/>
                <a:gd name="connisteX54" fmla="*/ 2194560 w 3131820"/>
                <a:gd name="connsiteY54" fmla="*/ 1111280 h 1389525"/>
                <a:gd name="connisteX55" fmla="*/ 2232660 w 3131820"/>
                <a:gd name="connsiteY55" fmla="*/ 1176050 h 1389525"/>
                <a:gd name="connisteX56" fmla="*/ 2297430 w 3131820"/>
                <a:gd name="connsiteY56" fmla="*/ 1179860 h 1389525"/>
                <a:gd name="connisteX57" fmla="*/ 2362200 w 3131820"/>
                <a:gd name="connsiteY57" fmla="*/ 1187480 h 1389525"/>
                <a:gd name="connisteX58" fmla="*/ 2426970 w 3131820"/>
                <a:gd name="connsiteY58" fmla="*/ 1198910 h 1389525"/>
                <a:gd name="connisteX59" fmla="*/ 2491740 w 3131820"/>
                <a:gd name="connsiteY59" fmla="*/ 1195100 h 1389525"/>
                <a:gd name="connisteX60" fmla="*/ 2560320 w 3131820"/>
                <a:gd name="connsiteY60" fmla="*/ 1202720 h 1389525"/>
                <a:gd name="connisteX61" fmla="*/ 2625090 w 3131820"/>
                <a:gd name="connsiteY61" fmla="*/ 1214150 h 1389525"/>
                <a:gd name="connisteX62" fmla="*/ 2682240 w 3131820"/>
                <a:gd name="connsiteY62" fmla="*/ 1278920 h 1389525"/>
                <a:gd name="connisteX63" fmla="*/ 2674620 w 3131820"/>
                <a:gd name="connsiteY63" fmla="*/ 1343690 h 1389525"/>
                <a:gd name="connisteX64" fmla="*/ 2743200 w 3131820"/>
                <a:gd name="connsiteY64" fmla="*/ 1381790 h 1389525"/>
                <a:gd name="connisteX65" fmla="*/ 2807970 w 3131820"/>
                <a:gd name="connsiteY65" fmla="*/ 1381790 h 1389525"/>
                <a:gd name="connisteX66" fmla="*/ 2807970 w 3131820"/>
                <a:gd name="connsiteY66" fmla="*/ 1317020 h 1389525"/>
                <a:gd name="connisteX67" fmla="*/ 2807970 w 3131820"/>
                <a:gd name="connsiteY67" fmla="*/ 1248440 h 1389525"/>
                <a:gd name="connisteX68" fmla="*/ 2872740 w 3131820"/>
                <a:gd name="connsiteY68" fmla="*/ 1244630 h 1389525"/>
                <a:gd name="connisteX69" fmla="*/ 2937510 w 3131820"/>
                <a:gd name="connsiteY69" fmla="*/ 1210340 h 1389525"/>
                <a:gd name="connisteX70" fmla="*/ 3002280 w 3131820"/>
                <a:gd name="connsiteY70" fmla="*/ 1164620 h 1389525"/>
                <a:gd name="connisteX71" fmla="*/ 3067050 w 3131820"/>
                <a:gd name="connsiteY71" fmla="*/ 1137950 h 1389525"/>
                <a:gd name="connisteX72" fmla="*/ 3131820 w 3131820"/>
                <a:gd name="connsiteY72" fmla="*/ 1126520 h 1389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  <a:cxn ang="0">
                  <a:pos x="connisteX62" y="connsiteY62"/>
                </a:cxn>
                <a:cxn ang="0">
                  <a:pos x="connisteX63" y="connsiteY63"/>
                </a:cxn>
                <a:cxn ang="0">
                  <a:pos x="connisteX64" y="connsiteY64"/>
                </a:cxn>
                <a:cxn ang="0">
                  <a:pos x="connisteX65" y="connsiteY65"/>
                </a:cxn>
                <a:cxn ang="0">
                  <a:pos x="connisteX66" y="connsiteY66"/>
                </a:cxn>
                <a:cxn ang="0">
                  <a:pos x="connisteX67" y="connsiteY67"/>
                </a:cxn>
                <a:cxn ang="0">
                  <a:pos x="connisteX68" y="connsiteY68"/>
                </a:cxn>
                <a:cxn ang="0">
                  <a:pos x="connisteX69" y="connsiteY69"/>
                </a:cxn>
                <a:cxn ang="0">
                  <a:pos x="connisteX70" y="connsiteY70"/>
                </a:cxn>
                <a:cxn ang="0">
                  <a:pos x="connisteX71" y="connsiteY71"/>
                </a:cxn>
                <a:cxn ang="0">
                  <a:pos x="connisteX72" y="connsiteY72"/>
                </a:cxn>
              </a:cxnLst>
              <a:rect l="l" t="t" r="r" b="b"/>
              <a:pathLst>
                <a:path w="3131820" h="1389526">
                  <a:moveTo>
                    <a:pt x="0" y="242600"/>
                  </a:moveTo>
                  <a:cubicBezTo>
                    <a:pt x="11430" y="238790"/>
                    <a:pt x="38735" y="229900"/>
                    <a:pt x="64770" y="219740"/>
                  </a:cubicBezTo>
                  <a:cubicBezTo>
                    <a:pt x="90805" y="209580"/>
                    <a:pt x="103505" y="205770"/>
                    <a:pt x="129540" y="193070"/>
                  </a:cubicBezTo>
                  <a:cubicBezTo>
                    <a:pt x="155575" y="180370"/>
                    <a:pt x="167640" y="174020"/>
                    <a:pt x="194310" y="154970"/>
                  </a:cubicBezTo>
                  <a:cubicBezTo>
                    <a:pt x="220980" y="135920"/>
                    <a:pt x="236220" y="116870"/>
                    <a:pt x="262890" y="97820"/>
                  </a:cubicBezTo>
                  <a:cubicBezTo>
                    <a:pt x="289560" y="78770"/>
                    <a:pt x="301625" y="73690"/>
                    <a:pt x="327660" y="59720"/>
                  </a:cubicBezTo>
                  <a:cubicBezTo>
                    <a:pt x="353695" y="45750"/>
                    <a:pt x="366395" y="35590"/>
                    <a:pt x="392430" y="29240"/>
                  </a:cubicBezTo>
                  <a:cubicBezTo>
                    <a:pt x="418465" y="22890"/>
                    <a:pt x="431165" y="26065"/>
                    <a:pt x="457200" y="29240"/>
                  </a:cubicBezTo>
                  <a:cubicBezTo>
                    <a:pt x="483235" y="32415"/>
                    <a:pt x="495935" y="30510"/>
                    <a:pt x="521970" y="44480"/>
                  </a:cubicBezTo>
                  <a:cubicBezTo>
                    <a:pt x="548005" y="58450"/>
                    <a:pt x="560705" y="93375"/>
                    <a:pt x="586740" y="97820"/>
                  </a:cubicBezTo>
                  <a:cubicBezTo>
                    <a:pt x="612775" y="102265"/>
                    <a:pt x="631190" y="86390"/>
                    <a:pt x="651510" y="67340"/>
                  </a:cubicBezTo>
                  <a:cubicBezTo>
                    <a:pt x="671830" y="48290"/>
                    <a:pt x="669290" y="10825"/>
                    <a:pt x="689610" y="2570"/>
                  </a:cubicBezTo>
                  <a:cubicBezTo>
                    <a:pt x="709930" y="-5685"/>
                    <a:pt x="735965" y="7015"/>
                    <a:pt x="754380" y="25430"/>
                  </a:cubicBezTo>
                  <a:cubicBezTo>
                    <a:pt x="772795" y="43845"/>
                    <a:pt x="773430" y="67340"/>
                    <a:pt x="781050" y="94010"/>
                  </a:cubicBezTo>
                  <a:cubicBezTo>
                    <a:pt x="788670" y="120680"/>
                    <a:pt x="782320" y="132745"/>
                    <a:pt x="792480" y="158780"/>
                  </a:cubicBezTo>
                  <a:cubicBezTo>
                    <a:pt x="802640" y="184815"/>
                    <a:pt x="819785" y="197515"/>
                    <a:pt x="830580" y="223550"/>
                  </a:cubicBezTo>
                  <a:cubicBezTo>
                    <a:pt x="841375" y="249585"/>
                    <a:pt x="841375" y="262285"/>
                    <a:pt x="845820" y="288320"/>
                  </a:cubicBezTo>
                  <a:cubicBezTo>
                    <a:pt x="850265" y="314355"/>
                    <a:pt x="857250" y="327055"/>
                    <a:pt x="853440" y="353090"/>
                  </a:cubicBezTo>
                  <a:cubicBezTo>
                    <a:pt x="849630" y="379125"/>
                    <a:pt x="837565" y="391825"/>
                    <a:pt x="826770" y="417860"/>
                  </a:cubicBezTo>
                  <a:cubicBezTo>
                    <a:pt x="815975" y="443895"/>
                    <a:pt x="816610" y="456595"/>
                    <a:pt x="800100" y="482630"/>
                  </a:cubicBezTo>
                  <a:cubicBezTo>
                    <a:pt x="783590" y="508665"/>
                    <a:pt x="767080" y="524540"/>
                    <a:pt x="742950" y="547400"/>
                  </a:cubicBezTo>
                  <a:cubicBezTo>
                    <a:pt x="718820" y="570260"/>
                    <a:pt x="694690" y="574070"/>
                    <a:pt x="678180" y="596930"/>
                  </a:cubicBezTo>
                  <a:cubicBezTo>
                    <a:pt x="661670" y="619790"/>
                    <a:pt x="662940" y="635665"/>
                    <a:pt x="659130" y="661700"/>
                  </a:cubicBezTo>
                  <a:cubicBezTo>
                    <a:pt x="655320" y="687735"/>
                    <a:pt x="645160" y="704880"/>
                    <a:pt x="659130" y="726470"/>
                  </a:cubicBezTo>
                  <a:cubicBezTo>
                    <a:pt x="673100" y="748060"/>
                    <a:pt x="701040" y="760125"/>
                    <a:pt x="727710" y="768380"/>
                  </a:cubicBezTo>
                  <a:cubicBezTo>
                    <a:pt x="754380" y="776635"/>
                    <a:pt x="768985" y="755680"/>
                    <a:pt x="792480" y="768380"/>
                  </a:cubicBezTo>
                  <a:cubicBezTo>
                    <a:pt x="815975" y="781080"/>
                    <a:pt x="831850" y="807115"/>
                    <a:pt x="845820" y="833150"/>
                  </a:cubicBezTo>
                  <a:cubicBezTo>
                    <a:pt x="859790" y="859185"/>
                    <a:pt x="848995" y="871885"/>
                    <a:pt x="861060" y="897920"/>
                  </a:cubicBezTo>
                  <a:cubicBezTo>
                    <a:pt x="873125" y="923955"/>
                    <a:pt x="884555" y="949990"/>
                    <a:pt x="906780" y="962690"/>
                  </a:cubicBezTo>
                  <a:cubicBezTo>
                    <a:pt x="929005" y="975390"/>
                    <a:pt x="956310" y="948720"/>
                    <a:pt x="971550" y="962690"/>
                  </a:cubicBezTo>
                  <a:cubicBezTo>
                    <a:pt x="986790" y="976660"/>
                    <a:pt x="989330" y="1004600"/>
                    <a:pt x="982980" y="1031270"/>
                  </a:cubicBezTo>
                  <a:cubicBezTo>
                    <a:pt x="976630" y="1057940"/>
                    <a:pt x="937895" y="1070005"/>
                    <a:pt x="941070" y="1096040"/>
                  </a:cubicBezTo>
                  <a:cubicBezTo>
                    <a:pt x="944245" y="1122075"/>
                    <a:pt x="974090" y="1144935"/>
                    <a:pt x="998220" y="1160810"/>
                  </a:cubicBezTo>
                  <a:cubicBezTo>
                    <a:pt x="1022350" y="1176685"/>
                    <a:pt x="1036955" y="1164620"/>
                    <a:pt x="1062990" y="1176050"/>
                  </a:cubicBezTo>
                  <a:cubicBezTo>
                    <a:pt x="1089025" y="1187480"/>
                    <a:pt x="1101725" y="1202085"/>
                    <a:pt x="1127760" y="1217960"/>
                  </a:cubicBezTo>
                  <a:cubicBezTo>
                    <a:pt x="1153795" y="1233835"/>
                    <a:pt x="1166495" y="1248440"/>
                    <a:pt x="1192530" y="1256060"/>
                  </a:cubicBezTo>
                  <a:cubicBezTo>
                    <a:pt x="1218565" y="1263680"/>
                    <a:pt x="1231265" y="1252250"/>
                    <a:pt x="1257300" y="1256060"/>
                  </a:cubicBezTo>
                  <a:cubicBezTo>
                    <a:pt x="1283335" y="1259870"/>
                    <a:pt x="1302385" y="1284000"/>
                    <a:pt x="1322070" y="1275110"/>
                  </a:cubicBezTo>
                  <a:cubicBezTo>
                    <a:pt x="1341755" y="1266220"/>
                    <a:pt x="1349375" y="1236375"/>
                    <a:pt x="1356360" y="1210340"/>
                  </a:cubicBezTo>
                  <a:cubicBezTo>
                    <a:pt x="1363345" y="1184305"/>
                    <a:pt x="1359535" y="1171605"/>
                    <a:pt x="1356360" y="1145570"/>
                  </a:cubicBezTo>
                  <a:cubicBezTo>
                    <a:pt x="1353185" y="1119535"/>
                    <a:pt x="1330960" y="1095405"/>
                    <a:pt x="1341120" y="1080800"/>
                  </a:cubicBezTo>
                  <a:cubicBezTo>
                    <a:pt x="1351280" y="1066195"/>
                    <a:pt x="1379855" y="1076990"/>
                    <a:pt x="1405890" y="1073180"/>
                  </a:cubicBezTo>
                  <a:cubicBezTo>
                    <a:pt x="1431925" y="1069370"/>
                    <a:pt x="1444625" y="1070640"/>
                    <a:pt x="1470660" y="1061750"/>
                  </a:cubicBezTo>
                  <a:cubicBezTo>
                    <a:pt x="1496695" y="1052860"/>
                    <a:pt x="1509395" y="1031905"/>
                    <a:pt x="1535430" y="1027460"/>
                  </a:cubicBezTo>
                  <a:cubicBezTo>
                    <a:pt x="1561465" y="1023015"/>
                    <a:pt x="1574165" y="1030635"/>
                    <a:pt x="1600200" y="1038890"/>
                  </a:cubicBezTo>
                  <a:cubicBezTo>
                    <a:pt x="1626235" y="1047145"/>
                    <a:pt x="1638935" y="1061750"/>
                    <a:pt x="1664970" y="1069370"/>
                  </a:cubicBezTo>
                  <a:cubicBezTo>
                    <a:pt x="1691005" y="1076990"/>
                    <a:pt x="1703705" y="1083975"/>
                    <a:pt x="1729740" y="1076990"/>
                  </a:cubicBezTo>
                  <a:cubicBezTo>
                    <a:pt x="1755775" y="1070005"/>
                    <a:pt x="1768475" y="1055400"/>
                    <a:pt x="1794510" y="1035080"/>
                  </a:cubicBezTo>
                  <a:cubicBezTo>
                    <a:pt x="1820545" y="1014760"/>
                    <a:pt x="1833245" y="993170"/>
                    <a:pt x="1859280" y="974120"/>
                  </a:cubicBezTo>
                  <a:cubicBezTo>
                    <a:pt x="1885315" y="955070"/>
                    <a:pt x="1898015" y="943005"/>
                    <a:pt x="1924050" y="939830"/>
                  </a:cubicBezTo>
                  <a:cubicBezTo>
                    <a:pt x="1950085" y="936655"/>
                    <a:pt x="1962785" y="951895"/>
                    <a:pt x="1988820" y="958880"/>
                  </a:cubicBezTo>
                  <a:cubicBezTo>
                    <a:pt x="2014855" y="965865"/>
                    <a:pt x="2027555" y="969040"/>
                    <a:pt x="2053590" y="974120"/>
                  </a:cubicBezTo>
                  <a:cubicBezTo>
                    <a:pt x="2079625" y="979200"/>
                    <a:pt x="2092325" y="970945"/>
                    <a:pt x="2118360" y="985550"/>
                  </a:cubicBezTo>
                  <a:cubicBezTo>
                    <a:pt x="2144395" y="1000155"/>
                    <a:pt x="2167890" y="1021110"/>
                    <a:pt x="2183130" y="1046510"/>
                  </a:cubicBezTo>
                  <a:cubicBezTo>
                    <a:pt x="2198370" y="1071910"/>
                    <a:pt x="2184400" y="1085245"/>
                    <a:pt x="2194560" y="1111280"/>
                  </a:cubicBezTo>
                  <a:cubicBezTo>
                    <a:pt x="2204720" y="1137315"/>
                    <a:pt x="2212340" y="1162080"/>
                    <a:pt x="2232660" y="1176050"/>
                  </a:cubicBezTo>
                  <a:cubicBezTo>
                    <a:pt x="2252980" y="1190020"/>
                    <a:pt x="2271395" y="1177320"/>
                    <a:pt x="2297430" y="1179860"/>
                  </a:cubicBezTo>
                  <a:cubicBezTo>
                    <a:pt x="2323465" y="1182400"/>
                    <a:pt x="2336165" y="1183670"/>
                    <a:pt x="2362200" y="1187480"/>
                  </a:cubicBezTo>
                  <a:cubicBezTo>
                    <a:pt x="2388235" y="1191290"/>
                    <a:pt x="2400935" y="1197640"/>
                    <a:pt x="2426970" y="1198910"/>
                  </a:cubicBezTo>
                  <a:cubicBezTo>
                    <a:pt x="2453005" y="1200180"/>
                    <a:pt x="2465070" y="1194465"/>
                    <a:pt x="2491740" y="1195100"/>
                  </a:cubicBezTo>
                  <a:cubicBezTo>
                    <a:pt x="2518410" y="1195735"/>
                    <a:pt x="2533650" y="1198910"/>
                    <a:pt x="2560320" y="1202720"/>
                  </a:cubicBezTo>
                  <a:cubicBezTo>
                    <a:pt x="2586990" y="1206530"/>
                    <a:pt x="2600960" y="1198910"/>
                    <a:pt x="2625090" y="1214150"/>
                  </a:cubicBezTo>
                  <a:cubicBezTo>
                    <a:pt x="2649220" y="1229390"/>
                    <a:pt x="2672080" y="1252885"/>
                    <a:pt x="2682240" y="1278920"/>
                  </a:cubicBezTo>
                  <a:cubicBezTo>
                    <a:pt x="2692400" y="1304955"/>
                    <a:pt x="2662555" y="1323370"/>
                    <a:pt x="2674620" y="1343690"/>
                  </a:cubicBezTo>
                  <a:cubicBezTo>
                    <a:pt x="2686685" y="1364010"/>
                    <a:pt x="2716530" y="1374170"/>
                    <a:pt x="2743200" y="1381790"/>
                  </a:cubicBezTo>
                  <a:cubicBezTo>
                    <a:pt x="2769870" y="1389410"/>
                    <a:pt x="2795270" y="1394490"/>
                    <a:pt x="2807970" y="1381790"/>
                  </a:cubicBezTo>
                  <a:cubicBezTo>
                    <a:pt x="2820670" y="1369090"/>
                    <a:pt x="2807970" y="1343690"/>
                    <a:pt x="2807970" y="1317020"/>
                  </a:cubicBezTo>
                  <a:cubicBezTo>
                    <a:pt x="2807970" y="1290350"/>
                    <a:pt x="2795270" y="1263045"/>
                    <a:pt x="2807970" y="1248440"/>
                  </a:cubicBezTo>
                  <a:cubicBezTo>
                    <a:pt x="2820670" y="1233835"/>
                    <a:pt x="2846705" y="1252250"/>
                    <a:pt x="2872740" y="1244630"/>
                  </a:cubicBezTo>
                  <a:cubicBezTo>
                    <a:pt x="2898775" y="1237010"/>
                    <a:pt x="2911475" y="1226215"/>
                    <a:pt x="2937510" y="1210340"/>
                  </a:cubicBezTo>
                  <a:cubicBezTo>
                    <a:pt x="2963545" y="1194465"/>
                    <a:pt x="2976245" y="1179225"/>
                    <a:pt x="3002280" y="1164620"/>
                  </a:cubicBezTo>
                  <a:cubicBezTo>
                    <a:pt x="3028315" y="1150015"/>
                    <a:pt x="3041015" y="1145570"/>
                    <a:pt x="3067050" y="1137950"/>
                  </a:cubicBezTo>
                  <a:cubicBezTo>
                    <a:pt x="3093085" y="1130330"/>
                    <a:pt x="3120390" y="1128425"/>
                    <a:pt x="3131820" y="11265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10310" y="10036"/>
              <a:ext cx="576" cy="513"/>
            </a:xfrm>
            <a:custGeom>
              <a:avLst/>
              <a:gdLst>
                <a:gd name="connisteX0" fmla="*/ 289436 w 365643"/>
                <a:gd name="connsiteY0" fmla="*/ 141 h 325825"/>
                <a:gd name="connisteX1" fmla="*/ 224666 w 365643"/>
                <a:gd name="connsiteY1" fmla="*/ 7761 h 325825"/>
                <a:gd name="connisteX2" fmla="*/ 159896 w 365643"/>
                <a:gd name="connsiteY2" fmla="*/ 26811 h 325825"/>
                <a:gd name="connisteX3" fmla="*/ 95126 w 365643"/>
                <a:gd name="connsiteY3" fmla="*/ 61101 h 325825"/>
                <a:gd name="connisteX4" fmla="*/ 41786 w 365643"/>
                <a:gd name="connsiteY4" fmla="*/ 125871 h 325825"/>
                <a:gd name="connisteX5" fmla="*/ 3686 w 365643"/>
                <a:gd name="connsiteY5" fmla="*/ 190641 h 325825"/>
                <a:gd name="connisteX6" fmla="*/ 3686 w 365643"/>
                <a:gd name="connsiteY6" fmla="*/ 255411 h 325825"/>
                <a:gd name="connisteX7" fmla="*/ 11306 w 365643"/>
                <a:gd name="connsiteY7" fmla="*/ 320181 h 325825"/>
                <a:gd name="connisteX8" fmla="*/ 76076 w 365643"/>
                <a:gd name="connsiteY8" fmla="*/ 320181 h 325825"/>
                <a:gd name="connisteX9" fmla="*/ 140846 w 365643"/>
                <a:gd name="connsiteY9" fmla="*/ 320181 h 325825"/>
                <a:gd name="connisteX10" fmla="*/ 205616 w 365643"/>
                <a:gd name="connsiteY10" fmla="*/ 320181 h 325825"/>
                <a:gd name="connisteX11" fmla="*/ 262766 w 365643"/>
                <a:gd name="connsiteY11" fmla="*/ 255411 h 325825"/>
                <a:gd name="connisteX12" fmla="*/ 274196 w 365643"/>
                <a:gd name="connsiteY12" fmla="*/ 186831 h 325825"/>
                <a:gd name="connisteX13" fmla="*/ 300866 w 365643"/>
                <a:gd name="connsiteY13" fmla="*/ 122061 h 325825"/>
                <a:gd name="connisteX14" fmla="*/ 365636 w 365643"/>
                <a:gd name="connsiteY14" fmla="*/ 76341 h 325825"/>
                <a:gd name="connisteX15" fmla="*/ 304676 w 365643"/>
                <a:gd name="connsiteY15" fmla="*/ 11571 h 325825"/>
                <a:gd name="connisteX16" fmla="*/ 289436 w 365643"/>
                <a:gd name="connsiteY16" fmla="*/ 141 h 3258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</a:cxnLst>
              <a:rect l="l" t="t" r="r" b="b"/>
              <a:pathLst>
                <a:path w="365643" h="325826">
                  <a:moveTo>
                    <a:pt x="289437" y="141"/>
                  </a:moveTo>
                  <a:cubicBezTo>
                    <a:pt x="273562" y="-494"/>
                    <a:pt x="250702" y="2681"/>
                    <a:pt x="224667" y="7761"/>
                  </a:cubicBezTo>
                  <a:cubicBezTo>
                    <a:pt x="198632" y="12841"/>
                    <a:pt x="185932" y="16016"/>
                    <a:pt x="159897" y="26811"/>
                  </a:cubicBezTo>
                  <a:cubicBezTo>
                    <a:pt x="133862" y="37606"/>
                    <a:pt x="118622" y="41416"/>
                    <a:pt x="95127" y="61101"/>
                  </a:cubicBezTo>
                  <a:cubicBezTo>
                    <a:pt x="71632" y="80786"/>
                    <a:pt x="60202" y="99836"/>
                    <a:pt x="41787" y="125871"/>
                  </a:cubicBezTo>
                  <a:cubicBezTo>
                    <a:pt x="23372" y="151906"/>
                    <a:pt x="11307" y="164606"/>
                    <a:pt x="3687" y="190641"/>
                  </a:cubicBezTo>
                  <a:cubicBezTo>
                    <a:pt x="-3933" y="216676"/>
                    <a:pt x="2417" y="229376"/>
                    <a:pt x="3687" y="255411"/>
                  </a:cubicBezTo>
                  <a:cubicBezTo>
                    <a:pt x="4957" y="281446"/>
                    <a:pt x="-3298" y="307481"/>
                    <a:pt x="11307" y="320181"/>
                  </a:cubicBezTo>
                  <a:cubicBezTo>
                    <a:pt x="25912" y="332881"/>
                    <a:pt x="50042" y="320181"/>
                    <a:pt x="76077" y="320181"/>
                  </a:cubicBezTo>
                  <a:cubicBezTo>
                    <a:pt x="102112" y="320181"/>
                    <a:pt x="114812" y="320181"/>
                    <a:pt x="140847" y="320181"/>
                  </a:cubicBezTo>
                  <a:cubicBezTo>
                    <a:pt x="166882" y="320181"/>
                    <a:pt x="181487" y="332881"/>
                    <a:pt x="205617" y="320181"/>
                  </a:cubicBezTo>
                  <a:cubicBezTo>
                    <a:pt x="229747" y="307481"/>
                    <a:pt x="248797" y="282081"/>
                    <a:pt x="262767" y="255411"/>
                  </a:cubicBezTo>
                  <a:cubicBezTo>
                    <a:pt x="276737" y="228741"/>
                    <a:pt x="266577" y="213501"/>
                    <a:pt x="274197" y="186831"/>
                  </a:cubicBezTo>
                  <a:cubicBezTo>
                    <a:pt x="281817" y="160161"/>
                    <a:pt x="282452" y="144286"/>
                    <a:pt x="300867" y="122061"/>
                  </a:cubicBezTo>
                  <a:cubicBezTo>
                    <a:pt x="319282" y="99836"/>
                    <a:pt x="365002" y="98566"/>
                    <a:pt x="365637" y="76341"/>
                  </a:cubicBezTo>
                  <a:cubicBezTo>
                    <a:pt x="366272" y="54116"/>
                    <a:pt x="319917" y="26811"/>
                    <a:pt x="304677" y="11571"/>
                  </a:cubicBezTo>
                  <a:cubicBezTo>
                    <a:pt x="289437" y="-3669"/>
                    <a:pt x="305312" y="776"/>
                    <a:pt x="289437" y="141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13093" y="8146"/>
              <a:ext cx="412" cy="1068"/>
            </a:xfrm>
            <a:custGeom>
              <a:avLst/>
              <a:gdLst>
                <a:gd name="connisteX0" fmla="*/ 202327 w 261392"/>
                <a:gd name="connsiteY0" fmla="*/ 7620 h 678186"/>
                <a:gd name="connisteX1" fmla="*/ 137557 w 261392"/>
                <a:gd name="connsiteY1" fmla="*/ 60960 h 678186"/>
                <a:gd name="connisteX2" fmla="*/ 84217 w 261392"/>
                <a:gd name="connsiteY2" fmla="*/ 125730 h 678186"/>
                <a:gd name="connisteX3" fmla="*/ 57547 w 261392"/>
                <a:gd name="connsiteY3" fmla="*/ 190500 h 678186"/>
                <a:gd name="connisteX4" fmla="*/ 38497 w 261392"/>
                <a:gd name="connsiteY4" fmla="*/ 255270 h 678186"/>
                <a:gd name="connisteX5" fmla="*/ 11827 w 261392"/>
                <a:gd name="connsiteY5" fmla="*/ 320040 h 678186"/>
                <a:gd name="connisteX6" fmla="*/ 397 w 261392"/>
                <a:gd name="connsiteY6" fmla="*/ 384810 h 678186"/>
                <a:gd name="connisteX7" fmla="*/ 4207 w 261392"/>
                <a:gd name="connsiteY7" fmla="*/ 449580 h 678186"/>
                <a:gd name="connisteX8" fmla="*/ 15637 w 261392"/>
                <a:gd name="connsiteY8" fmla="*/ 514350 h 678186"/>
                <a:gd name="connisteX9" fmla="*/ 53737 w 261392"/>
                <a:gd name="connsiteY9" fmla="*/ 579120 h 678186"/>
                <a:gd name="connisteX10" fmla="*/ 118507 w 261392"/>
                <a:gd name="connsiteY10" fmla="*/ 613410 h 678186"/>
                <a:gd name="connisteX11" fmla="*/ 137557 w 261392"/>
                <a:gd name="connsiteY11" fmla="*/ 678180 h 678186"/>
                <a:gd name="connisteX12" fmla="*/ 198517 w 261392"/>
                <a:gd name="connsiteY12" fmla="*/ 609600 h 678186"/>
                <a:gd name="connisteX13" fmla="*/ 198517 w 261392"/>
                <a:gd name="connsiteY13" fmla="*/ 544830 h 678186"/>
                <a:gd name="connisteX14" fmla="*/ 202327 w 261392"/>
                <a:gd name="connsiteY14" fmla="*/ 480060 h 678186"/>
                <a:gd name="connisteX15" fmla="*/ 221377 w 261392"/>
                <a:gd name="connsiteY15" fmla="*/ 415290 h 678186"/>
                <a:gd name="connisteX16" fmla="*/ 236617 w 261392"/>
                <a:gd name="connsiteY16" fmla="*/ 350520 h 678186"/>
                <a:gd name="connisteX17" fmla="*/ 248047 w 261392"/>
                <a:gd name="connsiteY17" fmla="*/ 285750 h 678186"/>
                <a:gd name="connisteX18" fmla="*/ 248047 w 261392"/>
                <a:gd name="connsiteY18" fmla="*/ 220980 h 678186"/>
                <a:gd name="connisteX19" fmla="*/ 248047 w 261392"/>
                <a:gd name="connsiteY19" fmla="*/ 156210 h 678186"/>
                <a:gd name="connisteX20" fmla="*/ 259477 w 261392"/>
                <a:gd name="connsiteY20" fmla="*/ 91440 h 678186"/>
                <a:gd name="connisteX21" fmla="*/ 251857 w 261392"/>
                <a:gd name="connsiteY21" fmla="*/ 26670 h 678186"/>
                <a:gd name="connisteX22" fmla="*/ 187087 w 261392"/>
                <a:gd name="connsiteY22" fmla="*/ 3810 h 678186"/>
                <a:gd name="connisteX23" fmla="*/ 202327 w 261392"/>
                <a:gd name="connsiteY23" fmla="*/ 7620 h 6781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</a:cxnLst>
              <a:rect l="l" t="t" r="r" b="b"/>
              <a:pathLst>
                <a:path w="261393" h="678187">
                  <a:moveTo>
                    <a:pt x="202328" y="7620"/>
                  </a:moveTo>
                  <a:cubicBezTo>
                    <a:pt x="192168" y="19050"/>
                    <a:pt x="161053" y="37465"/>
                    <a:pt x="137558" y="60960"/>
                  </a:cubicBezTo>
                  <a:cubicBezTo>
                    <a:pt x="114063" y="84455"/>
                    <a:pt x="100093" y="99695"/>
                    <a:pt x="84218" y="125730"/>
                  </a:cubicBezTo>
                  <a:cubicBezTo>
                    <a:pt x="68343" y="151765"/>
                    <a:pt x="66438" y="164465"/>
                    <a:pt x="57548" y="190500"/>
                  </a:cubicBezTo>
                  <a:cubicBezTo>
                    <a:pt x="48658" y="216535"/>
                    <a:pt x="47388" y="229235"/>
                    <a:pt x="38498" y="255270"/>
                  </a:cubicBezTo>
                  <a:cubicBezTo>
                    <a:pt x="29608" y="281305"/>
                    <a:pt x="19448" y="294005"/>
                    <a:pt x="11828" y="320040"/>
                  </a:cubicBezTo>
                  <a:cubicBezTo>
                    <a:pt x="4208" y="346075"/>
                    <a:pt x="1668" y="358775"/>
                    <a:pt x="398" y="384810"/>
                  </a:cubicBezTo>
                  <a:cubicBezTo>
                    <a:pt x="-872" y="410845"/>
                    <a:pt x="1033" y="423545"/>
                    <a:pt x="4208" y="449580"/>
                  </a:cubicBezTo>
                  <a:cubicBezTo>
                    <a:pt x="7383" y="475615"/>
                    <a:pt x="5478" y="488315"/>
                    <a:pt x="15638" y="514350"/>
                  </a:cubicBezTo>
                  <a:cubicBezTo>
                    <a:pt x="25798" y="540385"/>
                    <a:pt x="33418" y="559435"/>
                    <a:pt x="53738" y="579120"/>
                  </a:cubicBezTo>
                  <a:cubicBezTo>
                    <a:pt x="74058" y="598805"/>
                    <a:pt x="101998" y="593725"/>
                    <a:pt x="118508" y="613410"/>
                  </a:cubicBezTo>
                  <a:cubicBezTo>
                    <a:pt x="135018" y="633095"/>
                    <a:pt x="121683" y="678815"/>
                    <a:pt x="137558" y="678180"/>
                  </a:cubicBezTo>
                  <a:cubicBezTo>
                    <a:pt x="153433" y="677545"/>
                    <a:pt x="186453" y="636270"/>
                    <a:pt x="198518" y="609600"/>
                  </a:cubicBezTo>
                  <a:cubicBezTo>
                    <a:pt x="210583" y="582930"/>
                    <a:pt x="197883" y="570865"/>
                    <a:pt x="198518" y="544830"/>
                  </a:cubicBezTo>
                  <a:cubicBezTo>
                    <a:pt x="199153" y="518795"/>
                    <a:pt x="197883" y="506095"/>
                    <a:pt x="202328" y="480060"/>
                  </a:cubicBezTo>
                  <a:cubicBezTo>
                    <a:pt x="206773" y="454025"/>
                    <a:pt x="214393" y="441325"/>
                    <a:pt x="221378" y="415290"/>
                  </a:cubicBezTo>
                  <a:cubicBezTo>
                    <a:pt x="228363" y="389255"/>
                    <a:pt x="231538" y="376555"/>
                    <a:pt x="236618" y="350520"/>
                  </a:cubicBezTo>
                  <a:cubicBezTo>
                    <a:pt x="241698" y="324485"/>
                    <a:pt x="245508" y="311785"/>
                    <a:pt x="248048" y="285750"/>
                  </a:cubicBezTo>
                  <a:cubicBezTo>
                    <a:pt x="250588" y="259715"/>
                    <a:pt x="248048" y="247015"/>
                    <a:pt x="248048" y="220980"/>
                  </a:cubicBezTo>
                  <a:cubicBezTo>
                    <a:pt x="248048" y="194945"/>
                    <a:pt x="245508" y="182245"/>
                    <a:pt x="248048" y="156210"/>
                  </a:cubicBezTo>
                  <a:cubicBezTo>
                    <a:pt x="250588" y="130175"/>
                    <a:pt x="258843" y="117475"/>
                    <a:pt x="259478" y="91440"/>
                  </a:cubicBezTo>
                  <a:cubicBezTo>
                    <a:pt x="260113" y="65405"/>
                    <a:pt x="266463" y="44450"/>
                    <a:pt x="251858" y="26670"/>
                  </a:cubicBezTo>
                  <a:cubicBezTo>
                    <a:pt x="237253" y="8890"/>
                    <a:pt x="197248" y="7620"/>
                    <a:pt x="187088" y="3810"/>
                  </a:cubicBezTo>
                  <a:cubicBezTo>
                    <a:pt x="176928" y="0"/>
                    <a:pt x="212488" y="-3810"/>
                    <a:pt x="202328" y="762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11192" y="5883"/>
              <a:ext cx="2052" cy="3678"/>
            </a:xfrm>
            <a:custGeom>
              <a:avLst/>
              <a:gdLst>
                <a:gd name="connisteX0" fmla="*/ 0 w 1303068"/>
                <a:gd name="connsiteY0" fmla="*/ 2335530 h 2335530"/>
                <a:gd name="connisteX1" fmla="*/ 64770 w 1303068"/>
                <a:gd name="connsiteY1" fmla="*/ 2308860 h 2335530"/>
                <a:gd name="connisteX2" fmla="*/ 129540 w 1303068"/>
                <a:gd name="connsiteY2" fmla="*/ 2240280 h 2335530"/>
                <a:gd name="connisteX3" fmla="*/ 194310 w 1303068"/>
                <a:gd name="connsiteY3" fmla="*/ 2205990 h 2335530"/>
                <a:gd name="connisteX4" fmla="*/ 259080 w 1303068"/>
                <a:gd name="connsiteY4" fmla="*/ 2171700 h 2335530"/>
                <a:gd name="connisteX5" fmla="*/ 323850 w 1303068"/>
                <a:gd name="connsiteY5" fmla="*/ 2145030 h 2335530"/>
                <a:gd name="connisteX6" fmla="*/ 388620 w 1303068"/>
                <a:gd name="connsiteY6" fmla="*/ 2095500 h 2335530"/>
                <a:gd name="connisteX7" fmla="*/ 453390 w 1303068"/>
                <a:gd name="connsiteY7" fmla="*/ 2072640 h 2335530"/>
                <a:gd name="connisteX8" fmla="*/ 518160 w 1303068"/>
                <a:gd name="connsiteY8" fmla="*/ 2053590 h 2335530"/>
                <a:gd name="connisteX9" fmla="*/ 582930 w 1303068"/>
                <a:gd name="connsiteY9" fmla="*/ 2034540 h 2335530"/>
                <a:gd name="connisteX10" fmla="*/ 647700 w 1303068"/>
                <a:gd name="connsiteY10" fmla="*/ 2019300 h 2335530"/>
                <a:gd name="connisteX11" fmla="*/ 712470 w 1303068"/>
                <a:gd name="connsiteY11" fmla="*/ 1969770 h 2335530"/>
                <a:gd name="connisteX12" fmla="*/ 758190 w 1303068"/>
                <a:gd name="connsiteY12" fmla="*/ 1905000 h 2335530"/>
                <a:gd name="connisteX13" fmla="*/ 803910 w 1303068"/>
                <a:gd name="connsiteY13" fmla="*/ 1840230 h 2335530"/>
                <a:gd name="connisteX14" fmla="*/ 864870 w 1303068"/>
                <a:gd name="connsiteY14" fmla="*/ 1775460 h 2335530"/>
                <a:gd name="connisteX15" fmla="*/ 902970 w 1303068"/>
                <a:gd name="connsiteY15" fmla="*/ 1710690 h 2335530"/>
                <a:gd name="connisteX16" fmla="*/ 929640 w 1303068"/>
                <a:gd name="connsiteY16" fmla="*/ 1645920 h 2335530"/>
                <a:gd name="connisteX17" fmla="*/ 956310 w 1303068"/>
                <a:gd name="connsiteY17" fmla="*/ 1581150 h 2335530"/>
                <a:gd name="connisteX18" fmla="*/ 971550 w 1303068"/>
                <a:gd name="connsiteY18" fmla="*/ 1516380 h 2335530"/>
                <a:gd name="connisteX19" fmla="*/ 1005840 w 1303068"/>
                <a:gd name="connsiteY19" fmla="*/ 1451610 h 2335530"/>
                <a:gd name="connisteX20" fmla="*/ 1055370 w 1303068"/>
                <a:gd name="connsiteY20" fmla="*/ 1386840 h 2335530"/>
                <a:gd name="connisteX21" fmla="*/ 1085850 w 1303068"/>
                <a:gd name="connsiteY21" fmla="*/ 1322070 h 2335530"/>
                <a:gd name="connisteX22" fmla="*/ 1131570 w 1303068"/>
                <a:gd name="connsiteY22" fmla="*/ 1257300 h 2335530"/>
                <a:gd name="connisteX23" fmla="*/ 1169670 w 1303068"/>
                <a:gd name="connsiteY23" fmla="*/ 1192530 h 2335530"/>
                <a:gd name="connisteX24" fmla="*/ 1188720 w 1303068"/>
                <a:gd name="connsiteY24" fmla="*/ 1123950 h 2335530"/>
                <a:gd name="connisteX25" fmla="*/ 1188720 w 1303068"/>
                <a:gd name="connsiteY25" fmla="*/ 1059180 h 2335530"/>
                <a:gd name="connisteX26" fmla="*/ 1200150 w 1303068"/>
                <a:gd name="connsiteY26" fmla="*/ 994410 h 2335530"/>
                <a:gd name="connisteX27" fmla="*/ 1249680 w 1303068"/>
                <a:gd name="connsiteY27" fmla="*/ 929640 h 2335530"/>
                <a:gd name="connisteX28" fmla="*/ 1291590 w 1303068"/>
                <a:gd name="connsiteY28" fmla="*/ 864870 h 2335530"/>
                <a:gd name="connisteX29" fmla="*/ 1303020 w 1303068"/>
                <a:gd name="connsiteY29" fmla="*/ 800100 h 2335530"/>
                <a:gd name="connisteX30" fmla="*/ 1295400 w 1303068"/>
                <a:gd name="connsiteY30" fmla="*/ 735330 h 2335530"/>
                <a:gd name="connisteX31" fmla="*/ 1291590 w 1303068"/>
                <a:gd name="connsiteY31" fmla="*/ 670560 h 2335530"/>
                <a:gd name="connisteX32" fmla="*/ 1226820 w 1303068"/>
                <a:gd name="connsiteY32" fmla="*/ 628650 h 2335530"/>
                <a:gd name="connisteX33" fmla="*/ 1162050 w 1303068"/>
                <a:gd name="connsiteY33" fmla="*/ 628650 h 2335530"/>
                <a:gd name="connisteX34" fmla="*/ 1097280 w 1303068"/>
                <a:gd name="connsiteY34" fmla="*/ 628650 h 2335530"/>
                <a:gd name="connisteX35" fmla="*/ 1059180 w 1303068"/>
                <a:gd name="connsiteY35" fmla="*/ 563880 h 2335530"/>
                <a:gd name="connisteX36" fmla="*/ 1120140 w 1303068"/>
                <a:gd name="connsiteY36" fmla="*/ 495300 h 2335530"/>
                <a:gd name="connisteX37" fmla="*/ 1158240 w 1303068"/>
                <a:gd name="connsiteY37" fmla="*/ 430530 h 2335530"/>
                <a:gd name="connisteX38" fmla="*/ 1173480 w 1303068"/>
                <a:gd name="connsiteY38" fmla="*/ 365760 h 2335530"/>
                <a:gd name="connisteX39" fmla="*/ 1165860 w 1303068"/>
                <a:gd name="connsiteY39" fmla="*/ 300990 h 2335530"/>
                <a:gd name="connisteX40" fmla="*/ 1101090 w 1303068"/>
                <a:gd name="connsiteY40" fmla="*/ 259080 h 2335530"/>
                <a:gd name="connisteX41" fmla="*/ 1047750 w 1303068"/>
                <a:gd name="connsiteY41" fmla="*/ 194310 h 2335530"/>
                <a:gd name="connisteX42" fmla="*/ 1005840 w 1303068"/>
                <a:gd name="connsiteY42" fmla="*/ 129540 h 2335530"/>
                <a:gd name="connisteX43" fmla="*/ 975360 w 1303068"/>
                <a:gd name="connsiteY43" fmla="*/ 64770 h 2335530"/>
                <a:gd name="connisteX44" fmla="*/ 929640 w 1303068"/>
                <a:gd name="connsiteY44" fmla="*/ 0 h 23355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</a:cxnLst>
              <a:rect l="l" t="t" r="r" b="b"/>
              <a:pathLst>
                <a:path w="1303069" h="2335530">
                  <a:moveTo>
                    <a:pt x="0" y="2335530"/>
                  </a:moveTo>
                  <a:cubicBezTo>
                    <a:pt x="11430" y="2331720"/>
                    <a:pt x="38735" y="2327910"/>
                    <a:pt x="64770" y="2308860"/>
                  </a:cubicBezTo>
                  <a:cubicBezTo>
                    <a:pt x="90805" y="2289810"/>
                    <a:pt x="103505" y="2260600"/>
                    <a:pt x="129540" y="2240280"/>
                  </a:cubicBezTo>
                  <a:cubicBezTo>
                    <a:pt x="155575" y="2219960"/>
                    <a:pt x="168275" y="2219960"/>
                    <a:pt x="194310" y="2205990"/>
                  </a:cubicBezTo>
                  <a:cubicBezTo>
                    <a:pt x="220345" y="2192020"/>
                    <a:pt x="233045" y="2183765"/>
                    <a:pt x="259080" y="2171700"/>
                  </a:cubicBezTo>
                  <a:cubicBezTo>
                    <a:pt x="285115" y="2159635"/>
                    <a:pt x="297815" y="2160270"/>
                    <a:pt x="323850" y="2145030"/>
                  </a:cubicBezTo>
                  <a:cubicBezTo>
                    <a:pt x="349885" y="2129790"/>
                    <a:pt x="362585" y="2110105"/>
                    <a:pt x="388620" y="2095500"/>
                  </a:cubicBezTo>
                  <a:cubicBezTo>
                    <a:pt x="414655" y="2080895"/>
                    <a:pt x="427355" y="2080895"/>
                    <a:pt x="453390" y="2072640"/>
                  </a:cubicBezTo>
                  <a:cubicBezTo>
                    <a:pt x="479425" y="2064385"/>
                    <a:pt x="492125" y="2061210"/>
                    <a:pt x="518160" y="2053590"/>
                  </a:cubicBezTo>
                  <a:cubicBezTo>
                    <a:pt x="544195" y="2045970"/>
                    <a:pt x="556895" y="2041525"/>
                    <a:pt x="582930" y="2034540"/>
                  </a:cubicBezTo>
                  <a:cubicBezTo>
                    <a:pt x="608965" y="2027555"/>
                    <a:pt x="621665" y="2032000"/>
                    <a:pt x="647700" y="2019300"/>
                  </a:cubicBezTo>
                  <a:cubicBezTo>
                    <a:pt x="673735" y="2006600"/>
                    <a:pt x="690245" y="1992630"/>
                    <a:pt x="712470" y="1969770"/>
                  </a:cubicBezTo>
                  <a:cubicBezTo>
                    <a:pt x="734695" y="1946910"/>
                    <a:pt x="739775" y="1931035"/>
                    <a:pt x="758190" y="1905000"/>
                  </a:cubicBezTo>
                  <a:cubicBezTo>
                    <a:pt x="776605" y="1878965"/>
                    <a:pt x="782320" y="1866265"/>
                    <a:pt x="803910" y="1840230"/>
                  </a:cubicBezTo>
                  <a:cubicBezTo>
                    <a:pt x="825500" y="1814195"/>
                    <a:pt x="845185" y="1801495"/>
                    <a:pt x="864870" y="1775460"/>
                  </a:cubicBezTo>
                  <a:cubicBezTo>
                    <a:pt x="884555" y="1749425"/>
                    <a:pt x="890270" y="1736725"/>
                    <a:pt x="902970" y="1710690"/>
                  </a:cubicBezTo>
                  <a:cubicBezTo>
                    <a:pt x="915670" y="1684655"/>
                    <a:pt x="918845" y="1671955"/>
                    <a:pt x="929640" y="1645920"/>
                  </a:cubicBezTo>
                  <a:cubicBezTo>
                    <a:pt x="940435" y="1619885"/>
                    <a:pt x="948055" y="1607185"/>
                    <a:pt x="956310" y="1581150"/>
                  </a:cubicBezTo>
                  <a:cubicBezTo>
                    <a:pt x="964565" y="1555115"/>
                    <a:pt x="961390" y="1542415"/>
                    <a:pt x="971550" y="1516380"/>
                  </a:cubicBezTo>
                  <a:cubicBezTo>
                    <a:pt x="981710" y="1490345"/>
                    <a:pt x="989330" y="1477645"/>
                    <a:pt x="1005840" y="1451610"/>
                  </a:cubicBezTo>
                  <a:cubicBezTo>
                    <a:pt x="1022350" y="1425575"/>
                    <a:pt x="1039495" y="1412875"/>
                    <a:pt x="1055370" y="1386840"/>
                  </a:cubicBezTo>
                  <a:cubicBezTo>
                    <a:pt x="1071245" y="1360805"/>
                    <a:pt x="1070610" y="1348105"/>
                    <a:pt x="1085850" y="1322070"/>
                  </a:cubicBezTo>
                  <a:cubicBezTo>
                    <a:pt x="1101090" y="1296035"/>
                    <a:pt x="1115060" y="1283335"/>
                    <a:pt x="1131570" y="1257300"/>
                  </a:cubicBezTo>
                  <a:cubicBezTo>
                    <a:pt x="1148080" y="1231265"/>
                    <a:pt x="1158240" y="1219200"/>
                    <a:pt x="1169670" y="1192530"/>
                  </a:cubicBezTo>
                  <a:cubicBezTo>
                    <a:pt x="1181100" y="1165860"/>
                    <a:pt x="1184910" y="1150620"/>
                    <a:pt x="1188720" y="1123950"/>
                  </a:cubicBezTo>
                  <a:cubicBezTo>
                    <a:pt x="1192530" y="1097280"/>
                    <a:pt x="1186180" y="1085215"/>
                    <a:pt x="1188720" y="1059180"/>
                  </a:cubicBezTo>
                  <a:cubicBezTo>
                    <a:pt x="1191260" y="1033145"/>
                    <a:pt x="1188085" y="1020445"/>
                    <a:pt x="1200150" y="994410"/>
                  </a:cubicBezTo>
                  <a:cubicBezTo>
                    <a:pt x="1212215" y="968375"/>
                    <a:pt x="1231265" y="955675"/>
                    <a:pt x="1249680" y="929640"/>
                  </a:cubicBezTo>
                  <a:cubicBezTo>
                    <a:pt x="1268095" y="903605"/>
                    <a:pt x="1280795" y="890905"/>
                    <a:pt x="1291590" y="864870"/>
                  </a:cubicBezTo>
                  <a:cubicBezTo>
                    <a:pt x="1302385" y="838835"/>
                    <a:pt x="1302385" y="826135"/>
                    <a:pt x="1303020" y="800100"/>
                  </a:cubicBezTo>
                  <a:cubicBezTo>
                    <a:pt x="1303655" y="774065"/>
                    <a:pt x="1297940" y="761365"/>
                    <a:pt x="1295400" y="735330"/>
                  </a:cubicBezTo>
                  <a:cubicBezTo>
                    <a:pt x="1292860" y="709295"/>
                    <a:pt x="1305560" y="692150"/>
                    <a:pt x="1291590" y="670560"/>
                  </a:cubicBezTo>
                  <a:cubicBezTo>
                    <a:pt x="1277620" y="648970"/>
                    <a:pt x="1252855" y="636905"/>
                    <a:pt x="1226820" y="628650"/>
                  </a:cubicBezTo>
                  <a:cubicBezTo>
                    <a:pt x="1200785" y="620395"/>
                    <a:pt x="1188085" y="628650"/>
                    <a:pt x="1162050" y="628650"/>
                  </a:cubicBezTo>
                  <a:cubicBezTo>
                    <a:pt x="1136015" y="628650"/>
                    <a:pt x="1117600" y="641350"/>
                    <a:pt x="1097280" y="628650"/>
                  </a:cubicBezTo>
                  <a:cubicBezTo>
                    <a:pt x="1076960" y="615950"/>
                    <a:pt x="1054735" y="590550"/>
                    <a:pt x="1059180" y="563880"/>
                  </a:cubicBezTo>
                  <a:cubicBezTo>
                    <a:pt x="1063625" y="537210"/>
                    <a:pt x="1100455" y="521970"/>
                    <a:pt x="1120140" y="495300"/>
                  </a:cubicBezTo>
                  <a:cubicBezTo>
                    <a:pt x="1139825" y="468630"/>
                    <a:pt x="1147445" y="456565"/>
                    <a:pt x="1158240" y="430530"/>
                  </a:cubicBezTo>
                  <a:cubicBezTo>
                    <a:pt x="1169035" y="404495"/>
                    <a:pt x="1172210" y="391795"/>
                    <a:pt x="1173480" y="365760"/>
                  </a:cubicBezTo>
                  <a:cubicBezTo>
                    <a:pt x="1174750" y="339725"/>
                    <a:pt x="1180465" y="322580"/>
                    <a:pt x="1165860" y="300990"/>
                  </a:cubicBezTo>
                  <a:cubicBezTo>
                    <a:pt x="1151255" y="279400"/>
                    <a:pt x="1124585" y="280670"/>
                    <a:pt x="1101090" y="259080"/>
                  </a:cubicBezTo>
                  <a:cubicBezTo>
                    <a:pt x="1077595" y="237490"/>
                    <a:pt x="1066800" y="220345"/>
                    <a:pt x="1047750" y="194310"/>
                  </a:cubicBezTo>
                  <a:cubicBezTo>
                    <a:pt x="1028700" y="168275"/>
                    <a:pt x="1020445" y="155575"/>
                    <a:pt x="1005840" y="129540"/>
                  </a:cubicBezTo>
                  <a:cubicBezTo>
                    <a:pt x="991235" y="103505"/>
                    <a:pt x="990600" y="90805"/>
                    <a:pt x="975360" y="64770"/>
                  </a:cubicBezTo>
                  <a:cubicBezTo>
                    <a:pt x="960120" y="38735"/>
                    <a:pt x="937895" y="11430"/>
                    <a:pt x="92964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11746" y="2928"/>
              <a:ext cx="2404" cy="2958"/>
            </a:xfrm>
            <a:custGeom>
              <a:avLst/>
              <a:gdLst>
                <a:gd name="connisteX0" fmla="*/ 581375 w 1526255"/>
                <a:gd name="connsiteY0" fmla="*/ 1878330 h 1878330"/>
                <a:gd name="connisteX1" fmla="*/ 516605 w 1526255"/>
                <a:gd name="connsiteY1" fmla="*/ 1840230 h 1878330"/>
                <a:gd name="connisteX2" fmla="*/ 451835 w 1526255"/>
                <a:gd name="connsiteY2" fmla="*/ 1798320 h 1878330"/>
                <a:gd name="connisteX3" fmla="*/ 387065 w 1526255"/>
                <a:gd name="connsiteY3" fmla="*/ 1748790 h 1878330"/>
                <a:gd name="connisteX4" fmla="*/ 352775 w 1526255"/>
                <a:gd name="connsiteY4" fmla="*/ 1684020 h 1878330"/>
                <a:gd name="connisteX5" fmla="*/ 360395 w 1526255"/>
                <a:gd name="connsiteY5" fmla="*/ 1619250 h 1878330"/>
                <a:gd name="connisteX6" fmla="*/ 425165 w 1526255"/>
                <a:gd name="connsiteY6" fmla="*/ 1558290 h 1878330"/>
                <a:gd name="connisteX7" fmla="*/ 486125 w 1526255"/>
                <a:gd name="connsiteY7" fmla="*/ 1493520 h 1878330"/>
                <a:gd name="connisteX8" fmla="*/ 550895 w 1526255"/>
                <a:gd name="connsiteY8" fmla="*/ 1432560 h 1878330"/>
                <a:gd name="connisteX9" fmla="*/ 604235 w 1526255"/>
                <a:gd name="connsiteY9" fmla="*/ 1367790 h 1878330"/>
                <a:gd name="connisteX10" fmla="*/ 669005 w 1526255"/>
                <a:gd name="connsiteY10" fmla="*/ 1310640 h 1878330"/>
                <a:gd name="connisteX11" fmla="*/ 733775 w 1526255"/>
                <a:gd name="connsiteY11" fmla="*/ 1264920 h 1878330"/>
                <a:gd name="connisteX12" fmla="*/ 790925 w 1526255"/>
                <a:gd name="connsiteY12" fmla="*/ 1200150 h 1878330"/>
                <a:gd name="connisteX13" fmla="*/ 722345 w 1526255"/>
                <a:gd name="connsiteY13" fmla="*/ 1143000 h 1878330"/>
                <a:gd name="connisteX14" fmla="*/ 657575 w 1526255"/>
                <a:gd name="connsiteY14" fmla="*/ 1135380 h 1878330"/>
                <a:gd name="connisteX15" fmla="*/ 592805 w 1526255"/>
                <a:gd name="connsiteY15" fmla="*/ 1131570 h 1878330"/>
                <a:gd name="connisteX16" fmla="*/ 528035 w 1526255"/>
                <a:gd name="connsiteY16" fmla="*/ 1139190 h 1878330"/>
                <a:gd name="connisteX17" fmla="*/ 463265 w 1526255"/>
                <a:gd name="connsiteY17" fmla="*/ 1154430 h 1878330"/>
                <a:gd name="connisteX18" fmla="*/ 398495 w 1526255"/>
                <a:gd name="connsiteY18" fmla="*/ 1181100 h 1878330"/>
                <a:gd name="connisteX19" fmla="*/ 360395 w 1526255"/>
                <a:gd name="connsiteY19" fmla="*/ 1245870 h 1878330"/>
                <a:gd name="connisteX20" fmla="*/ 295625 w 1526255"/>
                <a:gd name="connsiteY20" fmla="*/ 1287780 h 1878330"/>
                <a:gd name="connisteX21" fmla="*/ 242285 w 1526255"/>
                <a:gd name="connsiteY21" fmla="*/ 1223010 h 1878330"/>
                <a:gd name="connisteX22" fmla="*/ 257525 w 1526255"/>
                <a:gd name="connsiteY22" fmla="*/ 1158240 h 1878330"/>
                <a:gd name="connisteX23" fmla="*/ 192755 w 1526255"/>
                <a:gd name="connsiteY23" fmla="*/ 1135380 h 1878330"/>
                <a:gd name="connisteX24" fmla="*/ 127985 w 1526255"/>
                <a:gd name="connsiteY24" fmla="*/ 1139190 h 1878330"/>
                <a:gd name="connisteX25" fmla="*/ 63215 w 1526255"/>
                <a:gd name="connsiteY25" fmla="*/ 1123950 h 1878330"/>
                <a:gd name="connisteX26" fmla="*/ 2255 w 1526255"/>
                <a:gd name="connsiteY26" fmla="*/ 1059180 h 1878330"/>
                <a:gd name="connisteX27" fmla="*/ 25115 w 1526255"/>
                <a:gd name="connsiteY27" fmla="*/ 994410 h 1878330"/>
                <a:gd name="connisteX28" fmla="*/ 89885 w 1526255"/>
                <a:gd name="connsiteY28" fmla="*/ 967740 h 1878330"/>
                <a:gd name="connisteX29" fmla="*/ 154655 w 1526255"/>
                <a:gd name="connsiteY29" fmla="*/ 944880 h 1878330"/>
                <a:gd name="connisteX30" fmla="*/ 219425 w 1526255"/>
                <a:gd name="connsiteY30" fmla="*/ 899160 h 1878330"/>
                <a:gd name="connisteX31" fmla="*/ 272765 w 1526255"/>
                <a:gd name="connsiteY31" fmla="*/ 834390 h 1878330"/>
                <a:gd name="connisteX32" fmla="*/ 310865 w 1526255"/>
                <a:gd name="connsiteY32" fmla="*/ 765810 h 1878330"/>
                <a:gd name="connisteX33" fmla="*/ 333725 w 1526255"/>
                <a:gd name="connsiteY33" fmla="*/ 701040 h 1878330"/>
                <a:gd name="connisteX34" fmla="*/ 371825 w 1526255"/>
                <a:gd name="connsiteY34" fmla="*/ 636270 h 1878330"/>
                <a:gd name="connisteX35" fmla="*/ 436595 w 1526255"/>
                <a:gd name="connsiteY35" fmla="*/ 605790 h 1878330"/>
                <a:gd name="connisteX36" fmla="*/ 501365 w 1526255"/>
                <a:gd name="connsiteY36" fmla="*/ 590550 h 1878330"/>
                <a:gd name="connisteX37" fmla="*/ 566135 w 1526255"/>
                <a:gd name="connsiteY37" fmla="*/ 640080 h 1878330"/>
                <a:gd name="connisteX38" fmla="*/ 550895 w 1526255"/>
                <a:gd name="connsiteY38" fmla="*/ 704850 h 1878330"/>
                <a:gd name="connisteX39" fmla="*/ 516605 w 1526255"/>
                <a:gd name="connsiteY39" fmla="*/ 769620 h 1878330"/>
                <a:gd name="connisteX40" fmla="*/ 493745 w 1526255"/>
                <a:gd name="connsiteY40" fmla="*/ 834390 h 1878330"/>
                <a:gd name="connisteX41" fmla="*/ 489935 w 1526255"/>
                <a:gd name="connsiteY41" fmla="*/ 899160 h 1878330"/>
                <a:gd name="connisteX42" fmla="*/ 554705 w 1526255"/>
                <a:gd name="connsiteY42" fmla="*/ 929640 h 1878330"/>
                <a:gd name="connisteX43" fmla="*/ 611855 w 1526255"/>
                <a:gd name="connsiteY43" fmla="*/ 864870 h 1878330"/>
                <a:gd name="connisteX44" fmla="*/ 653765 w 1526255"/>
                <a:gd name="connsiteY44" fmla="*/ 800100 h 1878330"/>
                <a:gd name="connisteX45" fmla="*/ 718535 w 1526255"/>
                <a:gd name="connsiteY45" fmla="*/ 746760 h 1878330"/>
                <a:gd name="connisteX46" fmla="*/ 783305 w 1526255"/>
                <a:gd name="connsiteY46" fmla="*/ 712470 h 1878330"/>
                <a:gd name="connisteX47" fmla="*/ 848075 w 1526255"/>
                <a:gd name="connsiteY47" fmla="*/ 674370 h 1878330"/>
                <a:gd name="connisteX48" fmla="*/ 912845 w 1526255"/>
                <a:gd name="connsiteY48" fmla="*/ 643890 h 1878330"/>
                <a:gd name="connisteX49" fmla="*/ 977615 w 1526255"/>
                <a:gd name="connsiteY49" fmla="*/ 598170 h 1878330"/>
                <a:gd name="connisteX50" fmla="*/ 1042385 w 1526255"/>
                <a:gd name="connsiteY50" fmla="*/ 544830 h 1878330"/>
                <a:gd name="connisteX51" fmla="*/ 1072865 w 1526255"/>
                <a:gd name="connsiteY51" fmla="*/ 480060 h 1878330"/>
                <a:gd name="connisteX52" fmla="*/ 1076675 w 1526255"/>
                <a:gd name="connsiteY52" fmla="*/ 415290 h 1878330"/>
                <a:gd name="connisteX53" fmla="*/ 1076675 w 1526255"/>
                <a:gd name="connsiteY53" fmla="*/ 350520 h 1878330"/>
                <a:gd name="connisteX54" fmla="*/ 1141445 w 1526255"/>
                <a:gd name="connsiteY54" fmla="*/ 297180 h 1878330"/>
                <a:gd name="connisteX55" fmla="*/ 1206215 w 1526255"/>
                <a:gd name="connsiteY55" fmla="*/ 297180 h 1878330"/>
                <a:gd name="connisteX56" fmla="*/ 1270985 w 1526255"/>
                <a:gd name="connsiteY56" fmla="*/ 297180 h 1878330"/>
                <a:gd name="connisteX57" fmla="*/ 1331945 w 1526255"/>
                <a:gd name="connsiteY57" fmla="*/ 232410 h 1878330"/>
                <a:gd name="connisteX58" fmla="*/ 1331945 w 1526255"/>
                <a:gd name="connsiteY58" fmla="*/ 167640 h 1878330"/>
                <a:gd name="connisteX59" fmla="*/ 1396715 w 1526255"/>
                <a:gd name="connsiteY59" fmla="*/ 110490 h 1878330"/>
                <a:gd name="connisteX60" fmla="*/ 1461485 w 1526255"/>
                <a:gd name="connsiteY60" fmla="*/ 53340 h 1878330"/>
                <a:gd name="connisteX61" fmla="*/ 1526255 w 1526255"/>
                <a:gd name="connsiteY61" fmla="*/ 0 h 18783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</a:cxnLst>
              <a:rect l="l" t="t" r="r" b="b"/>
              <a:pathLst>
                <a:path w="1526256" h="1878330">
                  <a:moveTo>
                    <a:pt x="581376" y="1878330"/>
                  </a:moveTo>
                  <a:cubicBezTo>
                    <a:pt x="569946" y="1871345"/>
                    <a:pt x="542641" y="1856105"/>
                    <a:pt x="516606" y="1840230"/>
                  </a:cubicBezTo>
                  <a:cubicBezTo>
                    <a:pt x="490571" y="1824355"/>
                    <a:pt x="477871" y="1816735"/>
                    <a:pt x="451836" y="1798320"/>
                  </a:cubicBezTo>
                  <a:cubicBezTo>
                    <a:pt x="425801" y="1779905"/>
                    <a:pt x="406751" y="1771650"/>
                    <a:pt x="387066" y="1748790"/>
                  </a:cubicBezTo>
                  <a:cubicBezTo>
                    <a:pt x="367381" y="1725930"/>
                    <a:pt x="357856" y="1710055"/>
                    <a:pt x="352776" y="1684020"/>
                  </a:cubicBezTo>
                  <a:cubicBezTo>
                    <a:pt x="347696" y="1657985"/>
                    <a:pt x="345791" y="1644650"/>
                    <a:pt x="360396" y="1619250"/>
                  </a:cubicBezTo>
                  <a:cubicBezTo>
                    <a:pt x="375001" y="1593850"/>
                    <a:pt x="399766" y="1583690"/>
                    <a:pt x="425166" y="1558290"/>
                  </a:cubicBezTo>
                  <a:cubicBezTo>
                    <a:pt x="450566" y="1532890"/>
                    <a:pt x="460726" y="1518920"/>
                    <a:pt x="486126" y="1493520"/>
                  </a:cubicBezTo>
                  <a:cubicBezTo>
                    <a:pt x="511526" y="1468120"/>
                    <a:pt x="527401" y="1457960"/>
                    <a:pt x="550896" y="1432560"/>
                  </a:cubicBezTo>
                  <a:cubicBezTo>
                    <a:pt x="574391" y="1407160"/>
                    <a:pt x="580741" y="1391920"/>
                    <a:pt x="604236" y="1367790"/>
                  </a:cubicBezTo>
                  <a:cubicBezTo>
                    <a:pt x="627731" y="1343660"/>
                    <a:pt x="642971" y="1330960"/>
                    <a:pt x="669006" y="1310640"/>
                  </a:cubicBezTo>
                  <a:cubicBezTo>
                    <a:pt x="695041" y="1290320"/>
                    <a:pt x="709646" y="1287145"/>
                    <a:pt x="733776" y="1264920"/>
                  </a:cubicBezTo>
                  <a:cubicBezTo>
                    <a:pt x="757906" y="1242695"/>
                    <a:pt x="793466" y="1224280"/>
                    <a:pt x="790926" y="1200150"/>
                  </a:cubicBezTo>
                  <a:cubicBezTo>
                    <a:pt x="788386" y="1176020"/>
                    <a:pt x="749016" y="1155700"/>
                    <a:pt x="722346" y="1143000"/>
                  </a:cubicBezTo>
                  <a:cubicBezTo>
                    <a:pt x="695676" y="1130300"/>
                    <a:pt x="683611" y="1137920"/>
                    <a:pt x="657576" y="1135380"/>
                  </a:cubicBezTo>
                  <a:cubicBezTo>
                    <a:pt x="631541" y="1132840"/>
                    <a:pt x="618841" y="1130935"/>
                    <a:pt x="592806" y="1131570"/>
                  </a:cubicBezTo>
                  <a:cubicBezTo>
                    <a:pt x="566771" y="1132205"/>
                    <a:pt x="554071" y="1134745"/>
                    <a:pt x="528036" y="1139190"/>
                  </a:cubicBezTo>
                  <a:cubicBezTo>
                    <a:pt x="502001" y="1143635"/>
                    <a:pt x="489301" y="1146175"/>
                    <a:pt x="463266" y="1154430"/>
                  </a:cubicBezTo>
                  <a:cubicBezTo>
                    <a:pt x="437231" y="1162685"/>
                    <a:pt x="418816" y="1162685"/>
                    <a:pt x="398496" y="1181100"/>
                  </a:cubicBezTo>
                  <a:cubicBezTo>
                    <a:pt x="378176" y="1199515"/>
                    <a:pt x="380716" y="1224280"/>
                    <a:pt x="360396" y="1245870"/>
                  </a:cubicBezTo>
                  <a:cubicBezTo>
                    <a:pt x="340076" y="1267460"/>
                    <a:pt x="319121" y="1292225"/>
                    <a:pt x="295626" y="1287780"/>
                  </a:cubicBezTo>
                  <a:cubicBezTo>
                    <a:pt x="272131" y="1283335"/>
                    <a:pt x="249906" y="1249045"/>
                    <a:pt x="242286" y="1223010"/>
                  </a:cubicBezTo>
                  <a:cubicBezTo>
                    <a:pt x="234666" y="1196975"/>
                    <a:pt x="267686" y="1176020"/>
                    <a:pt x="257526" y="1158240"/>
                  </a:cubicBezTo>
                  <a:cubicBezTo>
                    <a:pt x="247366" y="1140460"/>
                    <a:pt x="218791" y="1139190"/>
                    <a:pt x="192756" y="1135380"/>
                  </a:cubicBezTo>
                  <a:cubicBezTo>
                    <a:pt x="166721" y="1131570"/>
                    <a:pt x="154021" y="1141730"/>
                    <a:pt x="127986" y="1139190"/>
                  </a:cubicBezTo>
                  <a:cubicBezTo>
                    <a:pt x="101951" y="1136650"/>
                    <a:pt x="88616" y="1139825"/>
                    <a:pt x="63216" y="1123950"/>
                  </a:cubicBezTo>
                  <a:cubicBezTo>
                    <a:pt x="37816" y="1108075"/>
                    <a:pt x="9876" y="1085215"/>
                    <a:pt x="2256" y="1059180"/>
                  </a:cubicBezTo>
                  <a:cubicBezTo>
                    <a:pt x="-5364" y="1033145"/>
                    <a:pt x="7336" y="1012825"/>
                    <a:pt x="25116" y="994410"/>
                  </a:cubicBezTo>
                  <a:cubicBezTo>
                    <a:pt x="42896" y="975995"/>
                    <a:pt x="63851" y="977900"/>
                    <a:pt x="89886" y="967740"/>
                  </a:cubicBezTo>
                  <a:cubicBezTo>
                    <a:pt x="115921" y="957580"/>
                    <a:pt x="128621" y="958850"/>
                    <a:pt x="154656" y="944880"/>
                  </a:cubicBezTo>
                  <a:cubicBezTo>
                    <a:pt x="180691" y="930910"/>
                    <a:pt x="195931" y="921385"/>
                    <a:pt x="219426" y="899160"/>
                  </a:cubicBezTo>
                  <a:cubicBezTo>
                    <a:pt x="242921" y="876935"/>
                    <a:pt x="254351" y="861060"/>
                    <a:pt x="272766" y="834390"/>
                  </a:cubicBezTo>
                  <a:cubicBezTo>
                    <a:pt x="291181" y="807720"/>
                    <a:pt x="298801" y="792480"/>
                    <a:pt x="310866" y="765810"/>
                  </a:cubicBezTo>
                  <a:cubicBezTo>
                    <a:pt x="322931" y="739140"/>
                    <a:pt x="321661" y="727075"/>
                    <a:pt x="333726" y="701040"/>
                  </a:cubicBezTo>
                  <a:cubicBezTo>
                    <a:pt x="345791" y="675005"/>
                    <a:pt x="351506" y="655320"/>
                    <a:pt x="371826" y="636270"/>
                  </a:cubicBezTo>
                  <a:cubicBezTo>
                    <a:pt x="392146" y="617220"/>
                    <a:pt x="410561" y="614680"/>
                    <a:pt x="436596" y="605790"/>
                  </a:cubicBezTo>
                  <a:cubicBezTo>
                    <a:pt x="462631" y="596900"/>
                    <a:pt x="475331" y="583565"/>
                    <a:pt x="501366" y="590550"/>
                  </a:cubicBezTo>
                  <a:cubicBezTo>
                    <a:pt x="527401" y="597535"/>
                    <a:pt x="555976" y="617220"/>
                    <a:pt x="566136" y="640080"/>
                  </a:cubicBezTo>
                  <a:cubicBezTo>
                    <a:pt x="576296" y="662940"/>
                    <a:pt x="561056" y="678815"/>
                    <a:pt x="550896" y="704850"/>
                  </a:cubicBezTo>
                  <a:cubicBezTo>
                    <a:pt x="540736" y="730885"/>
                    <a:pt x="528036" y="743585"/>
                    <a:pt x="516606" y="769620"/>
                  </a:cubicBezTo>
                  <a:cubicBezTo>
                    <a:pt x="505176" y="795655"/>
                    <a:pt x="498826" y="808355"/>
                    <a:pt x="493746" y="834390"/>
                  </a:cubicBezTo>
                  <a:cubicBezTo>
                    <a:pt x="488666" y="860425"/>
                    <a:pt x="477871" y="880110"/>
                    <a:pt x="489936" y="899160"/>
                  </a:cubicBezTo>
                  <a:cubicBezTo>
                    <a:pt x="502001" y="918210"/>
                    <a:pt x="530576" y="936625"/>
                    <a:pt x="554706" y="929640"/>
                  </a:cubicBezTo>
                  <a:cubicBezTo>
                    <a:pt x="578836" y="922655"/>
                    <a:pt x="592171" y="890905"/>
                    <a:pt x="611856" y="864870"/>
                  </a:cubicBezTo>
                  <a:cubicBezTo>
                    <a:pt x="631541" y="838835"/>
                    <a:pt x="632176" y="823595"/>
                    <a:pt x="653766" y="800100"/>
                  </a:cubicBezTo>
                  <a:cubicBezTo>
                    <a:pt x="675356" y="776605"/>
                    <a:pt x="692501" y="764540"/>
                    <a:pt x="718536" y="746760"/>
                  </a:cubicBezTo>
                  <a:cubicBezTo>
                    <a:pt x="744571" y="728980"/>
                    <a:pt x="757271" y="727075"/>
                    <a:pt x="783306" y="712470"/>
                  </a:cubicBezTo>
                  <a:cubicBezTo>
                    <a:pt x="809341" y="697865"/>
                    <a:pt x="822041" y="688340"/>
                    <a:pt x="848076" y="674370"/>
                  </a:cubicBezTo>
                  <a:cubicBezTo>
                    <a:pt x="874111" y="660400"/>
                    <a:pt x="886811" y="659130"/>
                    <a:pt x="912846" y="643890"/>
                  </a:cubicBezTo>
                  <a:cubicBezTo>
                    <a:pt x="938881" y="628650"/>
                    <a:pt x="951581" y="617855"/>
                    <a:pt x="977616" y="598170"/>
                  </a:cubicBezTo>
                  <a:cubicBezTo>
                    <a:pt x="1003651" y="578485"/>
                    <a:pt x="1023336" y="568325"/>
                    <a:pt x="1042386" y="544830"/>
                  </a:cubicBezTo>
                  <a:cubicBezTo>
                    <a:pt x="1061436" y="521335"/>
                    <a:pt x="1065881" y="506095"/>
                    <a:pt x="1072866" y="480060"/>
                  </a:cubicBezTo>
                  <a:cubicBezTo>
                    <a:pt x="1079851" y="454025"/>
                    <a:pt x="1076041" y="441325"/>
                    <a:pt x="1076676" y="415290"/>
                  </a:cubicBezTo>
                  <a:cubicBezTo>
                    <a:pt x="1077311" y="389255"/>
                    <a:pt x="1063976" y="374015"/>
                    <a:pt x="1076676" y="350520"/>
                  </a:cubicBezTo>
                  <a:cubicBezTo>
                    <a:pt x="1089376" y="327025"/>
                    <a:pt x="1115411" y="307975"/>
                    <a:pt x="1141446" y="297180"/>
                  </a:cubicBezTo>
                  <a:cubicBezTo>
                    <a:pt x="1167481" y="286385"/>
                    <a:pt x="1180181" y="297180"/>
                    <a:pt x="1206216" y="297180"/>
                  </a:cubicBezTo>
                  <a:cubicBezTo>
                    <a:pt x="1232251" y="297180"/>
                    <a:pt x="1245586" y="309880"/>
                    <a:pt x="1270986" y="297180"/>
                  </a:cubicBezTo>
                  <a:cubicBezTo>
                    <a:pt x="1296386" y="284480"/>
                    <a:pt x="1319881" y="258445"/>
                    <a:pt x="1331946" y="232410"/>
                  </a:cubicBezTo>
                  <a:cubicBezTo>
                    <a:pt x="1344011" y="206375"/>
                    <a:pt x="1319246" y="191770"/>
                    <a:pt x="1331946" y="167640"/>
                  </a:cubicBezTo>
                  <a:cubicBezTo>
                    <a:pt x="1344646" y="143510"/>
                    <a:pt x="1370681" y="133350"/>
                    <a:pt x="1396716" y="110490"/>
                  </a:cubicBezTo>
                  <a:cubicBezTo>
                    <a:pt x="1422751" y="87630"/>
                    <a:pt x="1435451" y="75565"/>
                    <a:pt x="1461486" y="53340"/>
                  </a:cubicBezTo>
                  <a:cubicBezTo>
                    <a:pt x="1487521" y="31115"/>
                    <a:pt x="1514826" y="9525"/>
                    <a:pt x="1526256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11552" y="395"/>
              <a:ext cx="2892" cy="2529"/>
            </a:xfrm>
            <a:custGeom>
              <a:avLst/>
              <a:gdLst>
                <a:gd name="connisteX0" fmla="*/ 0 w 1836451"/>
                <a:gd name="connsiteY0" fmla="*/ 47695 h 1605985"/>
                <a:gd name="connisteX1" fmla="*/ 64770 w 1836451"/>
                <a:gd name="connsiteY1" fmla="*/ 28645 h 1605985"/>
                <a:gd name="connisteX2" fmla="*/ 133350 w 1836451"/>
                <a:gd name="connsiteY2" fmla="*/ 21025 h 1605985"/>
                <a:gd name="connisteX3" fmla="*/ 198120 w 1836451"/>
                <a:gd name="connsiteY3" fmla="*/ 9595 h 1605985"/>
                <a:gd name="connisteX4" fmla="*/ 262890 w 1836451"/>
                <a:gd name="connsiteY4" fmla="*/ 1975 h 1605985"/>
                <a:gd name="connisteX5" fmla="*/ 327660 w 1836451"/>
                <a:gd name="connsiteY5" fmla="*/ 1975 h 1605985"/>
                <a:gd name="connisteX6" fmla="*/ 392430 w 1836451"/>
                <a:gd name="connsiteY6" fmla="*/ 1975 h 1605985"/>
                <a:gd name="connisteX7" fmla="*/ 457200 w 1836451"/>
                <a:gd name="connsiteY7" fmla="*/ 24835 h 1605985"/>
                <a:gd name="connisteX8" fmla="*/ 521970 w 1836451"/>
                <a:gd name="connsiteY8" fmla="*/ 55315 h 1605985"/>
                <a:gd name="connisteX9" fmla="*/ 582930 w 1836451"/>
                <a:gd name="connsiteY9" fmla="*/ 120085 h 1605985"/>
                <a:gd name="connisteX10" fmla="*/ 636270 w 1836451"/>
                <a:gd name="connsiteY10" fmla="*/ 184855 h 1605985"/>
                <a:gd name="connisteX11" fmla="*/ 701040 w 1836451"/>
                <a:gd name="connsiteY11" fmla="*/ 245815 h 1605985"/>
                <a:gd name="connisteX12" fmla="*/ 765810 w 1836451"/>
                <a:gd name="connsiteY12" fmla="*/ 306775 h 1605985"/>
                <a:gd name="connisteX13" fmla="*/ 815340 w 1836451"/>
                <a:gd name="connsiteY13" fmla="*/ 371545 h 1605985"/>
                <a:gd name="connisteX14" fmla="*/ 872490 w 1836451"/>
                <a:gd name="connsiteY14" fmla="*/ 436315 h 1605985"/>
                <a:gd name="connisteX15" fmla="*/ 937260 w 1836451"/>
                <a:gd name="connsiteY15" fmla="*/ 478225 h 1605985"/>
                <a:gd name="connisteX16" fmla="*/ 1005840 w 1836451"/>
                <a:gd name="connsiteY16" fmla="*/ 501085 h 1605985"/>
                <a:gd name="connisteX17" fmla="*/ 1070610 w 1836451"/>
                <a:gd name="connsiteY17" fmla="*/ 497275 h 1605985"/>
                <a:gd name="connisteX18" fmla="*/ 1135380 w 1836451"/>
                <a:gd name="connsiteY18" fmla="*/ 504895 h 1605985"/>
                <a:gd name="connisteX19" fmla="*/ 1200150 w 1836451"/>
                <a:gd name="connsiteY19" fmla="*/ 539185 h 1605985"/>
                <a:gd name="connisteX20" fmla="*/ 1249680 w 1836451"/>
                <a:gd name="connsiteY20" fmla="*/ 603955 h 1605985"/>
                <a:gd name="connisteX21" fmla="*/ 1314450 w 1836451"/>
                <a:gd name="connsiteY21" fmla="*/ 653485 h 1605985"/>
                <a:gd name="connisteX22" fmla="*/ 1379220 w 1836451"/>
                <a:gd name="connsiteY22" fmla="*/ 683965 h 1605985"/>
                <a:gd name="connisteX23" fmla="*/ 1443990 w 1836451"/>
                <a:gd name="connsiteY23" fmla="*/ 706825 h 1605985"/>
                <a:gd name="connisteX24" fmla="*/ 1508760 w 1836451"/>
                <a:gd name="connsiteY24" fmla="*/ 710635 h 1605985"/>
                <a:gd name="connisteX25" fmla="*/ 1573530 w 1836451"/>
                <a:gd name="connsiteY25" fmla="*/ 683965 h 1605985"/>
                <a:gd name="connisteX26" fmla="*/ 1611630 w 1836451"/>
                <a:gd name="connsiteY26" fmla="*/ 619195 h 1605985"/>
                <a:gd name="connisteX27" fmla="*/ 1634490 w 1836451"/>
                <a:gd name="connsiteY27" fmla="*/ 554425 h 1605985"/>
                <a:gd name="connisteX28" fmla="*/ 1699260 w 1836451"/>
                <a:gd name="connsiteY28" fmla="*/ 497275 h 1605985"/>
                <a:gd name="connisteX29" fmla="*/ 1764030 w 1836451"/>
                <a:gd name="connsiteY29" fmla="*/ 466795 h 1605985"/>
                <a:gd name="connisteX30" fmla="*/ 1828800 w 1836451"/>
                <a:gd name="connsiteY30" fmla="*/ 440125 h 1605985"/>
                <a:gd name="connisteX31" fmla="*/ 1821180 w 1836451"/>
                <a:gd name="connsiteY31" fmla="*/ 504895 h 1605985"/>
                <a:gd name="connisteX32" fmla="*/ 1813560 w 1836451"/>
                <a:gd name="connsiteY32" fmla="*/ 569665 h 1605985"/>
                <a:gd name="connisteX33" fmla="*/ 1817370 w 1836451"/>
                <a:gd name="connsiteY33" fmla="*/ 634435 h 1605985"/>
                <a:gd name="connisteX34" fmla="*/ 1821180 w 1836451"/>
                <a:gd name="connsiteY34" fmla="*/ 699205 h 1605985"/>
                <a:gd name="connisteX35" fmla="*/ 1828800 w 1836451"/>
                <a:gd name="connsiteY35" fmla="*/ 763975 h 1605985"/>
                <a:gd name="connisteX36" fmla="*/ 1824990 w 1836451"/>
                <a:gd name="connsiteY36" fmla="*/ 832555 h 1605985"/>
                <a:gd name="connisteX37" fmla="*/ 1832610 w 1836451"/>
                <a:gd name="connsiteY37" fmla="*/ 897325 h 1605985"/>
                <a:gd name="connisteX38" fmla="*/ 1836420 w 1836451"/>
                <a:gd name="connsiteY38" fmla="*/ 962095 h 1605985"/>
                <a:gd name="connisteX39" fmla="*/ 1832610 w 1836451"/>
                <a:gd name="connsiteY39" fmla="*/ 1026865 h 1605985"/>
                <a:gd name="connisteX40" fmla="*/ 1813560 w 1836451"/>
                <a:gd name="connsiteY40" fmla="*/ 1091635 h 1605985"/>
                <a:gd name="connisteX41" fmla="*/ 1748790 w 1836451"/>
                <a:gd name="connsiteY41" fmla="*/ 1133545 h 1605985"/>
                <a:gd name="connisteX42" fmla="*/ 1684020 w 1836451"/>
                <a:gd name="connsiteY42" fmla="*/ 1133545 h 1605985"/>
                <a:gd name="connisteX43" fmla="*/ 1619250 w 1836451"/>
                <a:gd name="connsiteY43" fmla="*/ 1148785 h 1605985"/>
                <a:gd name="connisteX44" fmla="*/ 1592580 w 1836451"/>
                <a:gd name="connsiteY44" fmla="*/ 1217365 h 1605985"/>
                <a:gd name="connisteX45" fmla="*/ 1623060 w 1836451"/>
                <a:gd name="connsiteY45" fmla="*/ 1282135 h 1605985"/>
                <a:gd name="connisteX46" fmla="*/ 1649730 w 1836451"/>
                <a:gd name="connsiteY46" fmla="*/ 1346905 h 1605985"/>
                <a:gd name="connisteX47" fmla="*/ 1691640 w 1836451"/>
                <a:gd name="connsiteY47" fmla="*/ 1411675 h 1605985"/>
                <a:gd name="connisteX48" fmla="*/ 1699260 w 1836451"/>
                <a:gd name="connsiteY48" fmla="*/ 1476445 h 1605985"/>
                <a:gd name="connisteX49" fmla="*/ 1684020 w 1836451"/>
                <a:gd name="connsiteY49" fmla="*/ 1541215 h 1605985"/>
                <a:gd name="connisteX50" fmla="*/ 1645920 w 1836451"/>
                <a:gd name="connsiteY50" fmla="*/ 1605985 h 16059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</a:cxnLst>
              <a:rect l="l" t="t" r="r" b="b"/>
              <a:pathLst>
                <a:path w="1836451" h="1605986">
                  <a:moveTo>
                    <a:pt x="0" y="47696"/>
                  </a:moveTo>
                  <a:cubicBezTo>
                    <a:pt x="11430" y="43886"/>
                    <a:pt x="38100" y="33726"/>
                    <a:pt x="64770" y="28646"/>
                  </a:cubicBezTo>
                  <a:cubicBezTo>
                    <a:pt x="91440" y="23566"/>
                    <a:pt x="106680" y="24836"/>
                    <a:pt x="133350" y="21026"/>
                  </a:cubicBezTo>
                  <a:cubicBezTo>
                    <a:pt x="160020" y="17216"/>
                    <a:pt x="172085" y="13406"/>
                    <a:pt x="198120" y="9596"/>
                  </a:cubicBezTo>
                  <a:cubicBezTo>
                    <a:pt x="224155" y="5786"/>
                    <a:pt x="236855" y="3246"/>
                    <a:pt x="262890" y="1976"/>
                  </a:cubicBezTo>
                  <a:cubicBezTo>
                    <a:pt x="288925" y="706"/>
                    <a:pt x="301625" y="1976"/>
                    <a:pt x="327660" y="1976"/>
                  </a:cubicBezTo>
                  <a:cubicBezTo>
                    <a:pt x="353695" y="1976"/>
                    <a:pt x="366395" y="-2469"/>
                    <a:pt x="392430" y="1976"/>
                  </a:cubicBezTo>
                  <a:cubicBezTo>
                    <a:pt x="418465" y="6421"/>
                    <a:pt x="431165" y="14041"/>
                    <a:pt x="457200" y="24836"/>
                  </a:cubicBezTo>
                  <a:cubicBezTo>
                    <a:pt x="483235" y="35631"/>
                    <a:pt x="496570" y="36266"/>
                    <a:pt x="521970" y="55316"/>
                  </a:cubicBezTo>
                  <a:cubicBezTo>
                    <a:pt x="547370" y="74366"/>
                    <a:pt x="560070" y="94051"/>
                    <a:pt x="582930" y="120086"/>
                  </a:cubicBezTo>
                  <a:cubicBezTo>
                    <a:pt x="605790" y="146121"/>
                    <a:pt x="612775" y="159456"/>
                    <a:pt x="636270" y="184856"/>
                  </a:cubicBezTo>
                  <a:cubicBezTo>
                    <a:pt x="659765" y="210256"/>
                    <a:pt x="675005" y="221686"/>
                    <a:pt x="701040" y="245816"/>
                  </a:cubicBezTo>
                  <a:cubicBezTo>
                    <a:pt x="727075" y="269946"/>
                    <a:pt x="742950" y="281376"/>
                    <a:pt x="765810" y="306776"/>
                  </a:cubicBezTo>
                  <a:cubicBezTo>
                    <a:pt x="788670" y="332176"/>
                    <a:pt x="793750" y="345511"/>
                    <a:pt x="815340" y="371546"/>
                  </a:cubicBezTo>
                  <a:cubicBezTo>
                    <a:pt x="836930" y="397581"/>
                    <a:pt x="848360" y="414726"/>
                    <a:pt x="872490" y="436316"/>
                  </a:cubicBezTo>
                  <a:cubicBezTo>
                    <a:pt x="896620" y="457906"/>
                    <a:pt x="910590" y="465526"/>
                    <a:pt x="937260" y="478226"/>
                  </a:cubicBezTo>
                  <a:cubicBezTo>
                    <a:pt x="963930" y="490926"/>
                    <a:pt x="979170" y="497276"/>
                    <a:pt x="1005840" y="501086"/>
                  </a:cubicBezTo>
                  <a:cubicBezTo>
                    <a:pt x="1032510" y="504896"/>
                    <a:pt x="1044575" y="496641"/>
                    <a:pt x="1070610" y="497276"/>
                  </a:cubicBezTo>
                  <a:cubicBezTo>
                    <a:pt x="1096645" y="497911"/>
                    <a:pt x="1109345" y="496641"/>
                    <a:pt x="1135380" y="504896"/>
                  </a:cubicBezTo>
                  <a:cubicBezTo>
                    <a:pt x="1161415" y="513151"/>
                    <a:pt x="1177290" y="519501"/>
                    <a:pt x="1200150" y="539186"/>
                  </a:cubicBezTo>
                  <a:cubicBezTo>
                    <a:pt x="1223010" y="558871"/>
                    <a:pt x="1226820" y="581096"/>
                    <a:pt x="1249680" y="603956"/>
                  </a:cubicBezTo>
                  <a:cubicBezTo>
                    <a:pt x="1272540" y="626816"/>
                    <a:pt x="1288415" y="637611"/>
                    <a:pt x="1314450" y="653486"/>
                  </a:cubicBezTo>
                  <a:cubicBezTo>
                    <a:pt x="1340485" y="669361"/>
                    <a:pt x="1353185" y="673171"/>
                    <a:pt x="1379220" y="683966"/>
                  </a:cubicBezTo>
                  <a:cubicBezTo>
                    <a:pt x="1405255" y="694761"/>
                    <a:pt x="1417955" y="701746"/>
                    <a:pt x="1443990" y="706826"/>
                  </a:cubicBezTo>
                  <a:cubicBezTo>
                    <a:pt x="1470025" y="711906"/>
                    <a:pt x="1482725" y="715081"/>
                    <a:pt x="1508760" y="710636"/>
                  </a:cubicBezTo>
                  <a:cubicBezTo>
                    <a:pt x="1534795" y="706191"/>
                    <a:pt x="1553210" y="702381"/>
                    <a:pt x="1573530" y="683966"/>
                  </a:cubicBezTo>
                  <a:cubicBezTo>
                    <a:pt x="1593850" y="665551"/>
                    <a:pt x="1599565" y="645231"/>
                    <a:pt x="1611630" y="619196"/>
                  </a:cubicBezTo>
                  <a:cubicBezTo>
                    <a:pt x="1623695" y="593161"/>
                    <a:pt x="1616710" y="578556"/>
                    <a:pt x="1634490" y="554426"/>
                  </a:cubicBezTo>
                  <a:cubicBezTo>
                    <a:pt x="1652270" y="530296"/>
                    <a:pt x="1673225" y="515056"/>
                    <a:pt x="1699260" y="497276"/>
                  </a:cubicBezTo>
                  <a:cubicBezTo>
                    <a:pt x="1725295" y="479496"/>
                    <a:pt x="1737995" y="478226"/>
                    <a:pt x="1764030" y="466796"/>
                  </a:cubicBezTo>
                  <a:cubicBezTo>
                    <a:pt x="1790065" y="455366"/>
                    <a:pt x="1817370" y="432506"/>
                    <a:pt x="1828800" y="440126"/>
                  </a:cubicBezTo>
                  <a:cubicBezTo>
                    <a:pt x="1840230" y="447746"/>
                    <a:pt x="1824355" y="478861"/>
                    <a:pt x="1821180" y="504896"/>
                  </a:cubicBezTo>
                  <a:cubicBezTo>
                    <a:pt x="1818005" y="530931"/>
                    <a:pt x="1814195" y="543631"/>
                    <a:pt x="1813560" y="569666"/>
                  </a:cubicBezTo>
                  <a:cubicBezTo>
                    <a:pt x="1812925" y="595701"/>
                    <a:pt x="1816100" y="608401"/>
                    <a:pt x="1817370" y="634436"/>
                  </a:cubicBezTo>
                  <a:cubicBezTo>
                    <a:pt x="1818640" y="660471"/>
                    <a:pt x="1818640" y="673171"/>
                    <a:pt x="1821180" y="699206"/>
                  </a:cubicBezTo>
                  <a:cubicBezTo>
                    <a:pt x="1823720" y="725241"/>
                    <a:pt x="1828165" y="737306"/>
                    <a:pt x="1828800" y="763976"/>
                  </a:cubicBezTo>
                  <a:cubicBezTo>
                    <a:pt x="1829435" y="790646"/>
                    <a:pt x="1824355" y="805886"/>
                    <a:pt x="1824990" y="832556"/>
                  </a:cubicBezTo>
                  <a:cubicBezTo>
                    <a:pt x="1825625" y="859226"/>
                    <a:pt x="1830070" y="871291"/>
                    <a:pt x="1832610" y="897326"/>
                  </a:cubicBezTo>
                  <a:cubicBezTo>
                    <a:pt x="1835150" y="923361"/>
                    <a:pt x="1836420" y="936061"/>
                    <a:pt x="1836420" y="962096"/>
                  </a:cubicBezTo>
                  <a:cubicBezTo>
                    <a:pt x="1836420" y="988131"/>
                    <a:pt x="1837055" y="1000831"/>
                    <a:pt x="1832610" y="1026866"/>
                  </a:cubicBezTo>
                  <a:cubicBezTo>
                    <a:pt x="1828165" y="1052901"/>
                    <a:pt x="1830070" y="1070046"/>
                    <a:pt x="1813560" y="1091636"/>
                  </a:cubicBezTo>
                  <a:cubicBezTo>
                    <a:pt x="1797050" y="1113226"/>
                    <a:pt x="1774825" y="1125291"/>
                    <a:pt x="1748790" y="1133546"/>
                  </a:cubicBezTo>
                  <a:cubicBezTo>
                    <a:pt x="1722755" y="1141801"/>
                    <a:pt x="1710055" y="1130371"/>
                    <a:pt x="1684020" y="1133546"/>
                  </a:cubicBezTo>
                  <a:cubicBezTo>
                    <a:pt x="1657985" y="1136721"/>
                    <a:pt x="1637665" y="1132276"/>
                    <a:pt x="1619250" y="1148786"/>
                  </a:cubicBezTo>
                  <a:cubicBezTo>
                    <a:pt x="1600835" y="1165296"/>
                    <a:pt x="1591945" y="1190696"/>
                    <a:pt x="1592580" y="1217366"/>
                  </a:cubicBezTo>
                  <a:cubicBezTo>
                    <a:pt x="1593215" y="1244036"/>
                    <a:pt x="1611630" y="1256101"/>
                    <a:pt x="1623060" y="1282136"/>
                  </a:cubicBezTo>
                  <a:cubicBezTo>
                    <a:pt x="1634490" y="1308171"/>
                    <a:pt x="1635760" y="1320871"/>
                    <a:pt x="1649730" y="1346906"/>
                  </a:cubicBezTo>
                  <a:cubicBezTo>
                    <a:pt x="1663700" y="1372941"/>
                    <a:pt x="1681480" y="1385641"/>
                    <a:pt x="1691640" y="1411676"/>
                  </a:cubicBezTo>
                  <a:cubicBezTo>
                    <a:pt x="1701800" y="1437711"/>
                    <a:pt x="1700530" y="1450411"/>
                    <a:pt x="1699260" y="1476446"/>
                  </a:cubicBezTo>
                  <a:cubicBezTo>
                    <a:pt x="1697990" y="1502481"/>
                    <a:pt x="1694815" y="1515181"/>
                    <a:pt x="1684020" y="1541216"/>
                  </a:cubicBezTo>
                  <a:cubicBezTo>
                    <a:pt x="1673225" y="1567251"/>
                    <a:pt x="1653540" y="1594556"/>
                    <a:pt x="1645920" y="16059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990975" y="3860800"/>
            <a:ext cx="4293870" cy="1578610"/>
            <a:chOff x="6240" y="6080"/>
            <a:chExt cx="6762" cy="2486"/>
          </a:xfrm>
        </p:grpSpPr>
        <p:sp>
          <p:nvSpPr>
            <p:cNvPr id="23" name="任意多边形 22"/>
            <p:cNvSpPr/>
            <p:nvPr/>
          </p:nvSpPr>
          <p:spPr>
            <a:xfrm>
              <a:off x="6240" y="6080"/>
              <a:ext cx="5160" cy="2486"/>
            </a:xfrm>
            <a:custGeom>
              <a:avLst/>
              <a:gdLst>
                <a:gd name="connsiteX0" fmla="*/ 0 w 5160"/>
                <a:gd name="connsiteY0" fmla="*/ 122 h 2485"/>
                <a:gd name="connsiteX1" fmla="*/ 108 w 5160"/>
                <a:gd name="connsiteY1" fmla="*/ 122 h 2485"/>
                <a:gd name="connsiteX2" fmla="*/ 210 w 5160"/>
                <a:gd name="connsiteY2" fmla="*/ 104 h 2485"/>
                <a:gd name="connsiteX3" fmla="*/ 312 w 5160"/>
                <a:gd name="connsiteY3" fmla="*/ 80 h 2485"/>
                <a:gd name="connsiteX4" fmla="*/ 414 w 5160"/>
                <a:gd name="connsiteY4" fmla="*/ 44 h 2485"/>
                <a:gd name="connsiteX5" fmla="*/ 516 w 5160"/>
                <a:gd name="connsiteY5" fmla="*/ 2 h 2485"/>
                <a:gd name="connsiteX6" fmla="*/ 618 w 5160"/>
                <a:gd name="connsiteY6" fmla="*/ 92 h 2485"/>
                <a:gd name="connsiteX7" fmla="*/ 720 w 5160"/>
                <a:gd name="connsiteY7" fmla="*/ 194 h 2485"/>
                <a:gd name="connsiteX8" fmla="*/ 822 w 5160"/>
                <a:gd name="connsiteY8" fmla="*/ 272 h 2485"/>
                <a:gd name="connsiteX9" fmla="*/ 924 w 5160"/>
                <a:gd name="connsiteY9" fmla="*/ 296 h 2485"/>
                <a:gd name="connsiteX10" fmla="*/ 1002 w 5160"/>
                <a:gd name="connsiteY10" fmla="*/ 398 h 2485"/>
                <a:gd name="connsiteX11" fmla="*/ 1080 w 5160"/>
                <a:gd name="connsiteY11" fmla="*/ 500 h 2485"/>
                <a:gd name="connsiteX12" fmla="*/ 1146 w 5160"/>
                <a:gd name="connsiteY12" fmla="*/ 602 h 2485"/>
                <a:gd name="connsiteX13" fmla="*/ 1260 w 5160"/>
                <a:gd name="connsiteY13" fmla="*/ 704 h 2485"/>
                <a:gd name="connsiteX14" fmla="*/ 1344 w 5160"/>
                <a:gd name="connsiteY14" fmla="*/ 806 h 2485"/>
                <a:gd name="connsiteX15" fmla="*/ 1398 w 5160"/>
                <a:gd name="connsiteY15" fmla="*/ 908 h 2485"/>
                <a:gd name="connsiteX16" fmla="*/ 1368 w 5160"/>
                <a:gd name="connsiteY16" fmla="*/ 1010 h 2485"/>
                <a:gd name="connsiteX17" fmla="*/ 1422 w 5160"/>
                <a:gd name="connsiteY17" fmla="*/ 1112 h 2485"/>
                <a:gd name="connsiteX18" fmla="*/ 1464 w 5160"/>
                <a:gd name="connsiteY18" fmla="*/ 1214 h 2485"/>
                <a:gd name="connsiteX19" fmla="*/ 1482 w 5160"/>
                <a:gd name="connsiteY19" fmla="*/ 1322 h 2485"/>
                <a:gd name="connsiteX20" fmla="*/ 1482 w 5160"/>
                <a:gd name="connsiteY20" fmla="*/ 1430 h 2485"/>
                <a:gd name="connsiteX21" fmla="*/ 1482 w 5160"/>
                <a:gd name="connsiteY21" fmla="*/ 1532 h 2485"/>
                <a:gd name="connsiteX22" fmla="*/ 1488 w 5160"/>
                <a:gd name="connsiteY22" fmla="*/ 1634 h 2485"/>
                <a:gd name="connsiteX23" fmla="*/ 1500 w 5160"/>
                <a:gd name="connsiteY23" fmla="*/ 1736 h 2485"/>
                <a:gd name="connsiteX24" fmla="*/ 1512 w 5160"/>
                <a:gd name="connsiteY24" fmla="*/ 1838 h 2485"/>
                <a:gd name="connsiteX25" fmla="*/ 1530 w 5160"/>
                <a:gd name="connsiteY25" fmla="*/ 1940 h 2485"/>
                <a:gd name="connsiteX26" fmla="*/ 1560 w 5160"/>
                <a:gd name="connsiteY26" fmla="*/ 2042 h 2485"/>
                <a:gd name="connsiteX27" fmla="*/ 1620 w 5160"/>
                <a:gd name="connsiteY27" fmla="*/ 2144 h 2485"/>
                <a:gd name="connsiteX28" fmla="*/ 1674 w 5160"/>
                <a:gd name="connsiteY28" fmla="*/ 2252 h 2485"/>
                <a:gd name="connsiteX29" fmla="*/ 1722 w 5160"/>
                <a:gd name="connsiteY29" fmla="*/ 2150 h 2485"/>
                <a:gd name="connsiteX30" fmla="*/ 1722 w 5160"/>
                <a:gd name="connsiteY30" fmla="*/ 2048 h 2485"/>
                <a:gd name="connsiteX31" fmla="*/ 1824 w 5160"/>
                <a:gd name="connsiteY31" fmla="*/ 2054 h 2485"/>
                <a:gd name="connsiteX32" fmla="*/ 1830 w 5160"/>
                <a:gd name="connsiteY32" fmla="*/ 2156 h 2485"/>
                <a:gd name="connsiteX33" fmla="*/ 1794 w 5160"/>
                <a:gd name="connsiteY33" fmla="*/ 2258 h 2485"/>
                <a:gd name="connsiteX34" fmla="*/ 1788 w 5160"/>
                <a:gd name="connsiteY34" fmla="*/ 2360 h 2485"/>
                <a:gd name="connsiteX35" fmla="*/ 1890 w 5160"/>
                <a:gd name="connsiteY35" fmla="*/ 2420 h 2485"/>
                <a:gd name="connsiteX36" fmla="*/ 1992 w 5160"/>
                <a:gd name="connsiteY36" fmla="*/ 2438 h 2485"/>
                <a:gd name="connsiteX37" fmla="*/ 2088 w 5160"/>
                <a:gd name="connsiteY37" fmla="*/ 2330 h 2485"/>
                <a:gd name="connsiteX38" fmla="*/ 2154 w 5160"/>
                <a:gd name="connsiteY38" fmla="*/ 2438 h 2485"/>
                <a:gd name="connsiteX39" fmla="*/ 2256 w 5160"/>
                <a:gd name="connsiteY39" fmla="*/ 2486 h 2485"/>
                <a:gd name="connsiteX40" fmla="*/ 2358 w 5160"/>
                <a:gd name="connsiteY40" fmla="*/ 2432 h 2485"/>
                <a:gd name="connsiteX41" fmla="*/ 2460 w 5160"/>
                <a:gd name="connsiteY41" fmla="*/ 2330 h 2485"/>
                <a:gd name="connsiteX42" fmla="*/ 2448 w 5160"/>
                <a:gd name="connsiteY42" fmla="*/ 2228 h 2485"/>
                <a:gd name="connsiteX43" fmla="*/ 2436 w 5160"/>
                <a:gd name="connsiteY43" fmla="*/ 2126 h 2485"/>
                <a:gd name="connsiteX44" fmla="*/ 2538 w 5160"/>
                <a:gd name="connsiteY44" fmla="*/ 2036 h 2485"/>
                <a:gd name="connsiteX45" fmla="*/ 2580 w 5160"/>
                <a:gd name="connsiteY45" fmla="*/ 1928 h 2485"/>
                <a:gd name="connsiteX46" fmla="*/ 2598 w 5160"/>
                <a:gd name="connsiteY46" fmla="*/ 1826 h 2485"/>
                <a:gd name="connsiteX47" fmla="*/ 2700 w 5160"/>
                <a:gd name="connsiteY47" fmla="*/ 1778 h 2485"/>
                <a:gd name="connsiteX48" fmla="*/ 2802 w 5160"/>
                <a:gd name="connsiteY48" fmla="*/ 1712 h 2485"/>
                <a:gd name="connsiteX49" fmla="*/ 2904 w 5160"/>
                <a:gd name="connsiteY49" fmla="*/ 1676 h 2485"/>
                <a:gd name="connsiteX50" fmla="*/ 3006 w 5160"/>
                <a:gd name="connsiteY50" fmla="*/ 1652 h 2485"/>
                <a:gd name="connsiteX51" fmla="*/ 3108 w 5160"/>
                <a:gd name="connsiteY51" fmla="*/ 1616 h 2485"/>
                <a:gd name="connsiteX52" fmla="*/ 3222 w 5160"/>
                <a:gd name="connsiteY52" fmla="*/ 1538 h 2485"/>
                <a:gd name="connsiteX53" fmla="*/ 3288 w 5160"/>
                <a:gd name="connsiteY53" fmla="*/ 1436 h 2485"/>
                <a:gd name="connsiteX54" fmla="*/ 3390 w 5160"/>
                <a:gd name="connsiteY54" fmla="*/ 1400 h 2485"/>
                <a:gd name="connsiteX55" fmla="*/ 3492 w 5160"/>
                <a:gd name="connsiteY55" fmla="*/ 1370 h 2485"/>
                <a:gd name="connsiteX56" fmla="*/ 3588 w 5160"/>
                <a:gd name="connsiteY56" fmla="*/ 1268 h 2485"/>
                <a:gd name="connsiteX57" fmla="*/ 3606 w 5160"/>
                <a:gd name="connsiteY57" fmla="*/ 1160 h 2485"/>
                <a:gd name="connsiteX58" fmla="*/ 3690 w 5160"/>
                <a:gd name="connsiteY58" fmla="*/ 1058 h 2485"/>
                <a:gd name="connsiteX59" fmla="*/ 3792 w 5160"/>
                <a:gd name="connsiteY59" fmla="*/ 998 h 2485"/>
                <a:gd name="connsiteX60" fmla="*/ 3894 w 5160"/>
                <a:gd name="connsiteY60" fmla="*/ 992 h 2485"/>
                <a:gd name="connsiteX61" fmla="*/ 3996 w 5160"/>
                <a:gd name="connsiteY61" fmla="*/ 986 h 2485"/>
                <a:gd name="connsiteX62" fmla="*/ 4098 w 5160"/>
                <a:gd name="connsiteY62" fmla="*/ 956 h 2485"/>
                <a:gd name="connsiteX63" fmla="*/ 4200 w 5160"/>
                <a:gd name="connsiteY63" fmla="*/ 950 h 2485"/>
                <a:gd name="connsiteX64" fmla="*/ 4308 w 5160"/>
                <a:gd name="connsiteY64" fmla="*/ 968 h 2485"/>
                <a:gd name="connsiteX65" fmla="*/ 4410 w 5160"/>
                <a:gd name="connsiteY65" fmla="*/ 1004 h 2485"/>
                <a:gd name="connsiteX66" fmla="*/ 4512 w 5160"/>
                <a:gd name="connsiteY66" fmla="*/ 1052 h 2485"/>
                <a:gd name="connsiteX67" fmla="*/ 4614 w 5160"/>
                <a:gd name="connsiteY67" fmla="*/ 1106 h 2485"/>
                <a:gd name="connsiteX68" fmla="*/ 4716 w 5160"/>
                <a:gd name="connsiteY68" fmla="*/ 1184 h 2485"/>
                <a:gd name="connsiteX69" fmla="*/ 4818 w 5160"/>
                <a:gd name="connsiteY69" fmla="*/ 1214 h 2485"/>
                <a:gd name="connsiteX70" fmla="*/ 4920 w 5160"/>
                <a:gd name="connsiteY70" fmla="*/ 1190 h 2485"/>
                <a:gd name="connsiteX71" fmla="*/ 5022 w 5160"/>
                <a:gd name="connsiteY71" fmla="*/ 1088 h 2485"/>
                <a:gd name="connsiteX72" fmla="*/ 5058 w 5160"/>
                <a:gd name="connsiteY72" fmla="*/ 986 h 2485"/>
                <a:gd name="connsiteX73" fmla="*/ 5160 w 5160"/>
                <a:gd name="connsiteY73" fmla="*/ 950 h 2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60" h="2486">
                  <a:moveTo>
                    <a:pt x="0" y="122"/>
                  </a:moveTo>
                  <a:cubicBezTo>
                    <a:pt x="20" y="122"/>
                    <a:pt x="66" y="126"/>
                    <a:pt x="108" y="122"/>
                  </a:cubicBezTo>
                  <a:cubicBezTo>
                    <a:pt x="150" y="118"/>
                    <a:pt x="169" y="112"/>
                    <a:pt x="210" y="104"/>
                  </a:cubicBezTo>
                  <a:cubicBezTo>
                    <a:pt x="251" y="96"/>
                    <a:pt x="271" y="92"/>
                    <a:pt x="312" y="80"/>
                  </a:cubicBezTo>
                  <a:cubicBezTo>
                    <a:pt x="353" y="68"/>
                    <a:pt x="373" y="60"/>
                    <a:pt x="414" y="44"/>
                  </a:cubicBezTo>
                  <a:cubicBezTo>
                    <a:pt x="455" y="28"/>
                    <a:pt x="475" y="-8"/>
                    <a:pt x="516" y="2"/>
                  </a:cubicBezTo>
                  <a:cubicBezTo>
                    <a:pt x="557" y="12"/>
                    <a:pt x="577" y="54"/>
                    <a:pt x="618" y="92"/>
                  </a:cubicBezTo>
                  <a:cubicBezTo>
                    <a:pt x="659" y="130"/>
                    <a:pt x="679" y="158"/>
                    <a:pt x="720" y="194"/>
                  </a:cubicBezTo>
                  <a:cubicBezTo>
                    <a:pt x="761" y="230"/>
                    <a:pt x="781" y="252"/>
                    <a:pt x="822" y="272"/>
                  </a:cubicBezTo>
                  <a:cubicBezTo>
                    <a:pt x="863" y="292"/>
                    <a:pt x="888" y="271"/>
                    <a:pt x="924" y="296"/>
                  </a:cubicBezTo>
                  <a:cubicBezTo>
                    <a:pt x="960" y="321"/>
                    <a:pt x="971" y="357"/>
                    <a:pt x="1002" y="398"/>
                  </a:cubicBezTo>
                  <a:cubicBezTo>
                    <a:pt x="1033" y="439"/>
                    <a:pt x="1051" y="459"/>
                    <a:pt x="1080" y="500"/>
                  </a:cubicBezTo>
                  <a:cubicBezTo>
                    <a:pt x="1109" y="541"/>
                    <a:pt x="1110" y="561"/>
                    <a:pt x="1146" y="602"/>
                  </a:cubicBezTo>
                  <a:cubicBezTo>
                    <a:pt x="1182" y="643"/>
                    <a:pt x="1220" y="663"/>
                    <a:pt x="1260" y="704"/>
                  </a:cubicBezTo>
                  <a:cubicBezTo>
                    <a:pt x="1300" y="745"/>
                    <a:pt x="1316" y="765"/>
                    <a:pt x="1344" y="806"/>
                  </a:cubicBezTo>
                  <a:cubicBezTo>
                    <a:pt x="1372" y="847"/>
                    <a:pt x="1393" y="867"/>
                    <a:pt x="1398" y="908"/>
                  </a:cubicBezTo>
                  <a:cubicBezTo>
                    <a:pt x="1403" y="949"/>
                    <a:pt x="1363" y="969"/>
                    <a:pt x="1368" y="1010"/>
                  </a:cubicBezTo>
                  <a:cubicBezTo>
                    <a:pt x="1373" y="1051"/>
                    <a:pt x="1403" y="1071"/>
                    <a:pt x="1422" y="1112"/>
                  </a:cubicBezTo>
                  <a:cubicBezTo>
                    <a:pt x="1441" y="1153"/>
                    <a:pt x="1452" y="1172"/>
                    <a:pt x="1464" y="1214"/>
                  </a:cubicBezTo>
                  <a:cubicBezTo>
                    <a:pt x="1476" y="1256"/>
                    <a:pt x="1478" y="1279"/>
                    <a:pt x="1482" y="1322"/>
                  </a:cubicBezTo>
                  <a:cubicBezTo>
                    <a:pt x="1486" y="1365"/>
                    <a:pt x="1482" y="1388"/>
                    <a:pt x="1482" y="1430"/>
                  </a:cubicBezTo>
                  <a:cubicBezTo>
                    <a:pt x="1482" y="1472"/>
                    <a:pt x="1481" y="1491"/>
                    <a:pt x="1482" y="1532"/>
                  </a:cubicBezTo>
                  <a:cubicBezTo>
                    <a:pt x="1483" y="1573"/>
                    <a:pt x="1484" y="1593"/>
                    <a:pt x="1488" y="1634"/>
                  </a:cubicBezTo>
                  <a:cubicBezTo>
                    <a:pt x="1492" y="1675"/>
                    <a:pt x="1495" y="1695"/>
                    <a:pt x="1500" y="1736"/>
                  </a:cubicBezTo>
                  <a:cubicBezTo>
                    <a:pt x="1505" y="1777"/>
                    <a:pt x="1506" y="1797"/>
                    <a:pt x="1512" y="1838"/>
                  </a:cubicBezTo>
                  <a:cubicBezTo>
                    <a:pt x="1518" y="1879"/>
                    <a:pt x="1520" y="1899"/>
                    <a:pt x="1530" y="1940"/>
                  </a:cubicBezTo>
                  <a:cubicBezTo>
                    <a:pt x="1540" y="1981"/>
                    <a:pt x="1542" y="2001"/>
                    <a:pt x="1560" y="2042"/>
                  </a:cubicBezTo>
                  <a:cubicBezTo>
                    <a:pt x="1578" y="2083"/>
                    <a:pt x="1597" y="2102"/>
                    <a:pt x="1620" y="2144"/>
                  </a:cubicBezTo>
                  <a:cubicBezTo>
                    <a:pt x="1643" y="2186"/>
                    <a:pt x="1654" y="2251"/>
                    <a:pt x="1674" y="2252"/>
                  </a:cubicBezTo>
                  <a:cubicBezTo>
                    <a:pt x="1694" y="2253"/>
                    <a:pt x="1712" y="2191"/>
                    <a:pt x="1722" y="2150"/>
                  </a:cubicBezTo>
                  <a:cubicBezTo>
                    <a:pt x="1732" y="2109"/>
                    <a:pt x="1702" y="2067"/>
                    <a:pt x="1722" y="2048"/>
                  </a:cubicBezTo>
                  <a:cubicBezTo>
                    <a:pt x="1742" y="2029"/>
                    <a:pt x="1802" y="2032"/>
                    <a:pt x="1824" y="2054"/>
                  </a:cubicBezTo>
                  <a:cubicBezTo>
                    <a:pt x="1846" y="2076"/>
                    <a:pt x="1836" y="2115"/>
                    <a:pt x="1830" y="2156"/>
                  </a:cubicBezTo>
                  <a:cubicBezTo>
                    <a:pt x="1824" y="2197"/>
                    <a:pt x="1802" y="2217"/>
                    <a:pt x="1794" y="2258"/>
                  </a:cubicBezTo>
                  <a:cubicBezTo>
                    <a:pt x="1786" y="2299"/>
                    <a:pt x="1769" y="2328"/>
                    <a:pt x="1788" y="2360"/>
                  </a:cubicBezTo>
                  <a:cubicBezTo>
                    <a:pt x="1807" y="2392"/>
                    <a:pt x="1849" y="2404"/>
                    <a:pt x="1890" y="2420"/>
                  </a:cubicBezTo>
                  <a:cubicBezTo>
                    <a:pt x="1931" y="2436"/>
                    <a:pt x="1952" y="2456"/>
                    <a:pt x="1992" y="2438"/>
                  </a:cubicBezTo>
                  <a:cubicBezTo>
                    <a:pt x="2032" y="2420"/>
                    <a:pt x="2056" y="2330"/>
                    <a:pt x="2088" y="2330"/>
                  </a:cubicBezTo>
                  <a:cubicBezTo>
                    <a:pt x="2120" y="2330"/>
                    <a:pt x="2120" y="2407"/>
                    <a:pt x="2154" y="2438"/>
                  </a:cubicBezTo>
                  <a:cubicBezTo>
                    <a:pt x="2188" y="2469"/>
                    <a:pt x="2215" y="2487"/>
                    <a:pt x="2256" y="2486"/>
                  </a:cubicBezTo>
                  <a:cubicBezTo>
                    <a:pt x="2297" y="2485"/>
                    <a:pt x="2317" y="2463"/>
                    <a:pt x="2358" y="2432"/>
                  </a:cubicBezTo>
                  <a:cubicBezTo>
                    <a:pt x="2399" y="2401"/>
                    <a:pt x="2442" y="2371"/>
                    <a:pt x="2460" y="2330"/>
                  </a:cubicBezTo>
                  <a:cubicBezTo>
                    <a:pt x="2478" y="2289"/>
                    <a:pt x="2453" y="2269"/>
                    <a:pt x="2448" y="2228"/>
                  </a:cubicBezTo>
                  <a:cubicBezTo>
                    <a:pt x="2443" y="2187"/>
                    <a:pt x="2418" y="2164"/>
                    <a:pt x="2436" y="2126"/>
                  </a:cubicBezTo>
                  <a:cubicBezTo>
                    <a:pt x="2454" y="2088"/>
                    <a:pt x="2509" y="2076"/>
                    <a:pt x="2538" y="2036"/>
                  </a:cubicBezTo>
                  <a:cubicBezTo>
                    <a:pt x="2567" y="1996"/>
                    <a:pt x="2568" y="1970"/>
                    <a:pt x="2580" y="1928"/>
                  </a:cubicBezTo>
                  <a:cubicBezTo>
                    <a:pt x="2592" y="1886"/>
                    <a:pt x="2574" y="1856"/>
                    <a:pt x="2598" y="1826"/>
                  </a:cubicBezTo>
                  <a:cubicBezTo>
                    <a:pt x="2622" y="1796"/>
                    <a:pt x="2659" y="1801"/>
                    <a:pt x="2700" y="1778"/>
                  </a:cubicBezTo>
                  <a:cubicBezTo>
                    <a:pt x="2741" y="1755"/>
                    <a:pt x="2761" y="1732"/>
                    <a:pt x="2802" y="1712"/>
                  </a:cubicBezTo>
                  <a:cubicBezTo>
                    <a:pt x="2843" y="1692"/>
                    <a:pt x="2863" y="1688"/>
                    <a:pt x="2904" y="1676"/>
                  </a:cubicBezTo>
                  <a:cubicBezTo>
                    <a:pt x="2945" y="1664"/>
                    <a:pt x="2965" y="1664"/>
                    <a:pt x="3006" y="1652"/>
                  </a:cubicBezTo>
                  <a:cubicBezTo>
                    <a:pt x="3047" y="1640"/>
                    <a:pt x="3065" y="1639"/>
                    <a:pt x="3108" y="1616"/>
                  </a:cubicBezTo>
                  <a:cubicBezTo>
                    <a:pt x="3151" y="1593"/>
                    <a:pt x="3186" y="1574"/>
                    <a:pt x="3222" y="1538"/>
                  </a:cubicBezTo>
                  <a:cubicBezTo>
                    <a:pt x="3258" y="1502"/>
                    <a:pt x="3254" y="1464"/>
                    <a:pt x="3288" y="1436"/>
                  </a:cubicBezTo>
                  <a:cubicBezTo>
                    <a:pt x="3322" y="1408"/>
                    <a:pt x="3349" y="1413"/>
                    <a:pt x="3390" y="1400"/>
                  </a:cubicBezTo>
                  <a:cubicBezTo>
                    <a:pt x="3431" y="1387"/>
                    <a:pt x="3452" y="1396"/>
                    <a:pt x="3492" y="1370"/>
                  </a:cubicBezTo>
                  <a:cubicBezTo>
                    <a:pt x="3532" y="1344"/>
                    <a:pt x="3565" y="1310"/>
                    <a:pt x="3588" y="1268"/>
                  </a:cubicBezTo>
                  <a:cubicBezTo>
                    <a:pt x="3611" y="1226"/>
                    <a:pt x="3586" y="1202"/>
                    <a:pt x="3606" y="1160"/>
                  </a:cubicBezTo>
                  <a:cubicBezTo>
                    <a:pt x="3626" y="1118"/>
                    <a:pt x="3653" y="1090"/>
                    <a:pt x="3690" y="1058"/>
                  </a:cubicBezTo>
                  <a:cubicBezTo>
                    <a:pt x="3727" y="1026"/>
                    <a:pt x="3751" y="1011"/>
                    <a:pt x="3792" y="998"/>
                  </a:cubicBezTo>
                  <a:cubicBezTo>
                    <a:pt x="3833" y="985"/>
                    <a:pt x="3853" y="994"/>
                    <a:pt x="3894" y="992"/>
                  </a:cubicBezTo>
                  <a:cubicBezTo>
                    <a:pt x="3935" y="990"/>
                    <a:pt x="3955" y="993"/>
                    <a:pt x="3996" y="986"/>
                  </a:cubicBezTo>
                  <a:cubicBezTo>
                    <a:pt x="4037" y="979"/>
                    <a:pt x="4057" y="963"/>
                    <a:pt x="4098" y="956"/>
                  </a:cubicBezTo>
                  <a:cubicBezTo>
                    <a:pt x="4139" y="949"/>
                    <a:pt x="4158" y="948"/>
                    <a:pt x="4200" y="950"/>
                  </a:cubicBezTo>
                  <a:cubicBezTo>
                    <a:pt x="4242" y="952"/>
                    <a:pt x="4266" y="957"/>
                    <a:pt x="4308" y="968"/>
                  </a:cubicBezTo>
                  <a:cubicBezTo>
                    <a:pt x="4350" y="979"/>
                    <a:pt x="4369" y="987"/>
                    <a:pt x="4410" y="1004"/>
                  </a:cubicBezTo>
                  <a:cubicBezTo>
                    <a:pt x="4451" y="1021"/>
                    <a:pt x="4471" y="1032"/>
                    <a:pt x="4512" y="1052"/>
                  </a:cubicBezTo>
                  <a:cubicBezTo>
                    <a:pt x="4553" y="1072"/>
                    <a:pt x="4573" y="1080"/>
                    <a:pt x="4614" y="1106"/>
                  </a:cubicBezTo>
                  <a:cubicBezTo>
                    <a:pt x="4655" y="1132"/>
                    <a:pt x="4675" y="1162"/>
                    <a:pt x="4716" y="1184"/>
                  </a:cubicBezTo>
                  <a:cubicBezTo>
                    <a:pt x="4757" y="1206"/>
                    <a:pt x="4777" y="1213"/>
                    <a:pt x="4818" y="1214"/>
                  </a:cubicBezTo>
                  <a:cubicBezTo>
                    <a:pt x="4859" y="1215"/>
                    <a:pt x="4879" y="1215"/>
                    <a:pt x="4920" y="1190"/>
                  </a:cubicBezTo>
                  <a:cubicBezTo>
                    <a:pt x="4961" y="1165"/>
                    <a:pt x="4994" y="1129"/>
                    <a:pt x="5022" y="1088"/>
                  </a:cubicBezTo>
                  <a:cubicBezTo>
                    <a:pt x="5050" y="1047"/>
                    <a:pt x="5030" y="1014"/>
                    <a:pt x="5058" y="986"/>
                  </a:cubicBezTo>
                  <a:cubicBezTo>
                    <a:pt x="5086" y="958"/>
                    <a:pt x="5119" y="954"/>
                    <a:pt x="5160" y="95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1370" y="6379"/>
              <a:ext cx="1632" cy="845"/>
            </a:xfrm>
            <a:custGeom>
              <a:avLst/>
              <a:gdLst>
                <a:gd name="connsiteX0" fmla="*/ 0 w 1632"/>
                <a:gd name="connsiteY0" fmla="*/ 661 h 844"/>
                <a:gd name="connsiteX1" fmla="*/ 102 w 1632"/>
                <a:gd name="connsiteY1" fmla="*/ 643 h 844"/>
                <a:gd name="connsiteX2" fmla="*/ 204 w 1632"/>
                <a:gd name="connsiteY2" fmla="*/ 739 h 844"/>
                <a:gd name="connsiteX3" fmla="*/ 306 w 1632"/>
                <a:gd name="connsiteY3" fmla="*/ 823 h 844"/>
                <a:gd name="connsiteX4" fmla="*/ 408 w 1632"/>
                <a:gd name="connsiteY4" fmla="*/ 841 h 844"/>
                <a:gd name="connsiteX5" fmla="*/ 516 w 1632"/>
                <a:gd name="connsiteY5" fmla="*/ 781 h 844"/>
                <a:gd name="connsiteX6" fmla="*/ 588 w 1632"/>
                <a:gd name="connsiteY6" fmla="*/ 673 h 844"/>
                <a:gd name="connsiteX7" fmla="*/ 642 w 1632"/>
                <a:gd name="connsiteY7" fmla="*/ 570 h 844"/>
                <a:gd name="connsiteX8" fmla="*/ 744 w 1632"/>
                <a:gd name="connsiteY8" fmla="*/ 468 h 844"/>
                <a:gd name="connsiteX9" fmla="*/ 840 w 1632"/>
                <a:gd name="connsiteY9" fmla="*/ 366 h 844"/>
                <a:gd name="connsiteX10" fmla="*/ 882 w 1632"/>
                <a:gd name="connsiteY10" fmla="*/ 264 h 844"/>
                <a:gd name="connsiteX11" fmla="*/ 900 w 1632"/>
                <a:gd name="connsiteY11" fmla="*/ 162 h 844"/>
                <a:gd name="connsiteX12" fmla="*/ 900 w 1632"/>
                <a:gd name="connsiteY12" fmla="*/ 60 h 844"/>
                <a:gd name="connsiteX13" fmla="*/ 1002 w 1632"/>
                <a:gd name="connsiteY13" fmla="*/ 12 h 844"/>
                <a:gd name="connsiteX14" fmla="*/ 1104 w 1632"/>
                <a:gd name="connsiteY14" fmla="*/ 0 h 844"/>
                <a:gd name="connsiteX15" fmla="*/ 1206 w 1632"/>
                <a:gd name="connsiteY15" fmla="*/ 31 h 844"/>
                <a:gd name="connsiteX16" fmla="*/ 1320 w 1632"/>
                <a:gd name="connsiteY16" fmla="*/ 85 h 844"/>
                <a:gd name="connsiteX17" fmla="*/ 1404 w 1632"/>
                <a:gd name="connsiteY17" fmla="*/ 127 h 844"/>
                <a:gd name="connsiteX18" fmla="*/ 1536 w 1632"/>
                <a:gd name="connsiteY18" fmla="*/ 156 h 844"/>
                <a:gd name="connsiteX19" fmla="*/ 1632 w 1632"/>
                <a:gd name="connsiteY19" fmla="*/ 211 h 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32" h="845">
                  <a:moveTo>
                    <a:pt x="0" y="661"/>
                  </a:moveTo>
                  <a:cubicBezTo>
                    <a:pt x="18" y="655"/>
                    <a:pt x="61" y="626"/>
                    <a:pt x="102" y="643"/>
                  </a:cubicBezTo>
                  <a:cubicBezTo>
                    <a:pt x="143" y="659"/>
                    <a:pt x="163" y="703"/>
                    <a:pt x="204" y="739"/>
                  </a:cubicBezTo>
                  <a:cubicBezTo>
                    <a:pt x="245" y="775"/>
                    <a:pt x="265" y="803"/>
                    <a:pt x="306" y="823"/>
                  </a:cubicBezTo>
                  <a:cubicBezTo>
                    <a:pt x="347" y="843"/>
                    <a:pt x="366" y="849"/>
                    <a:pt x="408" y="841"/>
                  </a:cubicBezTo>
                  <a:cubicBezTo>
                    <a:pt x="450" y="833"/>
                    <a:pt x="480" y="815"/>
                    <a:pt x="516" y="781"/>
                  </a:cubicBezTo>
                  <a:cubicBezTo>
                    <a:pt x="552" y="747"/>
                    <a:pt x="563" y="715"/>
                    <a:pt x="588" y="673"/>
                  </a:cubicBezTo>
                  <a:cubicBezTo>
                    <a:pt x="613" y="631"/>
                    <a:pt x="611" y="611"/>
                    <a:pt x="642" y="570"/>
                  </a:cubicBezTo>
                  <a:cubicBezTo>
                    <a:pt x="673" y="529"/>
                    <a:pt x="704" y="509"/>
                    <a:pt x="744" y="468"/>
                  </a:cubicBezTo>
                  <a:cubicBezTo>
                    <a:pt x="784" y="427"/>
                    <a:pt x="812" y="407"/>
                    <a:pt x="840" y="366"/>
                  </a:cubicBezTo>
                  <a:cubicBezTo>
                    <a:pt x="868" y="325"/>
                    <a:pt x="870" y="305"/>
                    <a:pt x="882" y="264"/>
                  </a:cubicBezTo>
                  <a:cubicBezTo>
                    <a:pt x="894" y="223"/>
                    <a:pt x="896" y="203"/>
                    <a:pt x="900" y="162"/>
                  </a:cubicBezTo>
                  <a:cubicBezTo>
                    <a:pt x="904" y="121"/>
                    <a:pt x="880" y="90"/>
                    <a:pt x="900" y="60"/>
                  </a:cubicBezTo>
                  <a:cubicBezTo>
                    <a:pt x="920" y="30"/>
                    <a:pt x="961" y="24"/>
                    <a:pt x="1002" y="12"/>
                  </a:cubicBezTo>
                  <a:cubicBezTo>
                    <a:pt x="1043" y="0"/>
                    <a:pt x="1063" y="-1"/>
                    <a:pt x="1104" y="0"/>
                  </a:cubicBezTo>
                  <a:cubicBezTo>
                    <a:pt x="1145" y="1"/>
                    <a:pt x="1165" y="25"/>
                    <a:pt x="1206" y="31"/>
                  </a:cubicBezTo>
                  <a:cubicBezTo>
                    <a:pt x="1247" y="37"/>
                    <a:pt x="1278" y="79"/>
                    <a:pt x="1320" y="85"/>
                  </a:cubicBezTo>
                  <a:cubicBezTo>
                    <a:pt x="1362" y="91"/>
                    <a:pt x="1362" y="122"/>
                    <a:pt x="1404" y="127"/>
                  </a:cubicBezTo>
                  <a:cubicBezTo>
                    <a:pt x="1446" y="132"/>
                    <a:pt x="1495" y="150"/>
                    <a:pt x="1536" y="156"/>
                  </a:cubicBezTo>
                  <a:cubicBezTo>
                    <a:pt x="1577" y="162"/>
                    <a:pt x="1614" y="206"/>
                    <a:pt x="1632" y="211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26280" y="2703195"/>
            <a:ext cx="3190240" cy="1409700"/>
            <a:chOff x="7128" y="4257"/>
            <a:chExt cx="5024" cy="2220"/>
          </a:xfrm>
        </p:grpSpPr>
        <p:sp>
          <p:nvSpPr>
            <p:cNvPr id="26" name="任意多边形 25"/>
            <p:cNvSpPr/>
            <p:nvPr/>
          </p:nvSpPr>
          <p:spPr>
            <a:xfrm>
              <a:off x="7128" y="5667"/>
              <a:ext cx="1768" cy="811"/>
            </a:xfrm>
            <a:custGeom>
              <a:avLst/>
              <a:gdLst>
                <a:gd name="connsiteX0" fmla="*/ 0 w 1768"/>
                <a:gd name="connsiteY0" fmla="*/ 280 h 811"/>
                <a:gd name="connsiteX1" fmla="*/ 104 w 1768"/>
                <a:gd name="connsiteY1" fmla="*/ 284 h 811"/>
                <a:gd name="connsiteX2" fmla="*/ 208 w 1768"/>
                <a:gd name="connsiteY2" fmla="*/ 320 h 811"/>
                <a:gd name="connsiteX3" fmla="*/ 316 w 1768"/>
                <a:gd name="connsiteY3" fmla="*/ 364 h 811"/>
                <a:gd name="connsiteX4" fmla="*/ 420 w 1768"/>
                <a:gd name="connsiteY4" fmla="*/ 336 h 811"/>
                <a:gd name="connsiteX5" fmla="*/ 508 w 1768"/>
                <a:gd name="connsiteY5" fmla="*/ 440 h 811"/>
                <a:gd name="connsiteX6" fmla="*/ 612 w 1768"/>
                <a:gd name="connsiteY6" fmla="*/ 528 h 811"/>
                <a:gd name="connsiteX7" fmla="*/ 680 w 1768"/>
                <a:gd name="connsiteY7" fmla="*/ 632 h 811"/>
                <a:gd name="connsiteX8" fmla="*/ 784 w 1768"/>
                <a:gd name="connsiteY8" fmla="*/ 696 h 811"/>
                <a:gd name="connsiteX9" fmla="*/ 892 w 1768"/>
                <a:gd name="connsiteY9" fmla="*/ 692 h 811"/>
                <a:gd name="connsiteX10" fmla="*/ 1000 w 1768"/>
                <a:gd name="connsiteY10" fmla="*/ 712 h 811"/>
                <a:gd name="connsiteX11" fmla="*/ 1108 w 1768"/>
                <a:gd name="connsiteY11" fmla="*/ 704 h 811"/>
                <a:gd name="connsiteX12" fmla="*/ 1216 w 1768"/>
                <a:gd name="connsiteY12" fmla="*/ 744 h 811"/>
                <a:gd name="connsiteX13" fmla="*/ 1324 w 1768"/>
                <a:gd name="connsiteY13" fmla="*/ 808 h 811"/>
                <a:gd name="connsiteX14" fmla="*/ 1432 w 1768"/>
                <a:gd name="connsiteY14" fmla="*/ 784 h 811"/>
                <a:gd name="connsiteX15" fmla="*/ 1412 w 1768"/>
                <a:gd name="connsiteY15" fmla="*/ 680 h 811"/>
                <a:gd name="connsiteX16" fmla="*/ 1308 w 1768"/>
                <a:gd name="connsiteY16" fmla="*/ 592 h 811"/>
                <a:gd name="connsiteX17" fmla="*/ 1200 w 1768"/>
                <a:gd name="connsiteY17" fmla="*/ 544 h 811"/>
                <a:gd name="connsiteX18" fmla="*/ 1092 w 1768"/>
                <a:gd name="connsiteY18" fmla="*/ 480 h 811"/>
                <a:gd name="connsiteX19" fmla="*/ 984 w 1768"/>
                <a:gd name="connsiteY19" fmla="*/ 408 h 811"/>
                <a:gd name="connsiteX20" fmla="*/ 928 w 1768"/>
                <a:gd name="connsiteY20" fmla="*/ 304 h 811"/>
                <a:gd name="connsiteX21" fmla="*/ 916 w 1768"/>
                <a:gd name="connsiteY21" fmla="*/ 196 h 811"/>
                <a:gd name="connsiteX22" fmla="*/ 972 w 1768"/>
                <a:gd name="connsiteY22" fmla="*/ 92 h 811"/>
                <a:gd name="connsiteX23" fmla="*/ 1088 w 1768"/>
                <a:gd name="connsiteY23" fmla="*/ 24 h 811"/>
                <a:gd name="connsiteX24" fmla="*/ 1288 w 1768"/>
                <a:gd name="connsiteY24" fmla="*/ 32 h 811"/>
                <a:gd name="connsiteX25" fmla="*/ 1356 w 1768"/>
                <a:gd name="connsiteY25" fmla="*/ 60 h 811"/>
                <a:gd name="connsiteX26" fmla="*/ 1444 w 1768"/>
                <a:gd name="connsiteY26" fmla="*/ 96 h 811"/>
                <a:gd name="connsiteX27" fmla="*/ 1552 w 1768"/>
                <a:gd name="connsiteY27" fmla="*/ 80 h 811"/>
                <a:gd name="connsiteX28" fmla="*/ 1660 w 1768"/>
                <a:gd name="connsiteY28" fmla="*/ 60 h 811"/>
                <a:gd name="connsiteX29" fmla="*/ 1768 w 1768"/>
                <a:gd name="connsiteY29" fmla="*/ 0 h 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8" h="811">
                  <a:moveTo>
                    <a:pt x="0" y="280"/>
                  </a:moveTo>
                  <a:cubicBezTo>
                    <a:pt x="19" y="280"/>
                    <a:pt x="62" y="276"/>
                    <a:pt x="104" y="284"/>
                  </a:cubicBezTo>
                  <a:cubicBezTo>
                    <a:pt x="146" y="292"/>
                    <a:pt x="166" y="304"/>
                    <a:pt x="208" y="320"/>
                  </a:cubicBezTo>
                  <a:cubicBezTo>
                    <a:pt x="250" y="336"/>
                    <a:pt x="274" y="361"/>
                    <a:pt x="316" y="364"/>
                  </a:cubicBezTo>
                  <a:cubicBezTo>
                    <a:pt x="358" y="367"/>
                    <a:pt x="382" y="321"/>
                    <a:pt x="420" y="336"/>
                  </a:cubicBezTo>
                  <a:cubicBezTo>
                    <a:pt x="458" y="351"/>
                    <a:pt x="470" y="402"/>
                    <a:pt x="508" y="440"/>
                  </a:cubicBezTo>
                  <a:cubicBezTo>
                    <a:pt x="546" y="478"/>
                    <a:pt x="578" y="490"/>
                    <a:pt x="612" y="528"/>
                  </a:cubicBezTo>
                  <a:cubicBezTo>
                    <a:pt x="646" y="566"/>
                    <a:pt x="646" y="598"/>
                    <a:pt x="680" y="632"/>
                  </a:cubicBezTo>
                  <a:cubicBezTo>
                    <a:pt x="714" y="666"/>
                    <a:pt x="742" y="684"/>
                    <a:pt x="784" y="696"/>
                  </a:cubicBezTo>
                  <a:cubicBezTo>
                    <a:pt x="826" y="708"/>
                    <a:pt x="849" y="689"/>
                    <a:pt x="892" y="692"/>
                  </a:cubicBezTo>
                  <a:cubicBezTo>
                    <a:pt x="935" y="695"/>
                    <a:pt x="957" y="710"/>
                    <a:pt x="1000" y="712"/>
                  </a:cubicBezTo>
                  <a:cubicBezTo>
                    <a:pt x="1043" y="714"/>
                    <a:pt x="1065" y="698"/>
                    <a:pt x="1108" y="704"/>
                  </a:cubicBezTo>
                  <a:cubicBezTo>
                    <a:pt x="1151" y="710"/>
                    <a:pt x="1173" y="723"/>
                    <a:pt x="1216" y="744"/>
                  </a:cubicBezTo>
                  <a:cubicBezTo>
                    <a:pt x="1259" y="765"/>
                    <a:pt x="1281" y="800"/>
                    <a:pt x="1324" y="808"/>
                  </a:cubicBezTo>
                  <a:cubicBezTo>
                    <a:pt x="1367" y="816"/>
                    <a:pt x="1414" y="810"/>
                    <a:pt x="1432" y="784"/>
                  </a:cubicBezTo>
                  <a:cubicBezTo>
                    <a:pt x="1450" y="758"/>
                    <a:pt x="1437" y="718"/>
                    <a:pt x="1412" y="680"/>
                  </a:cubicBezTo>
                  <a:cubicBezTo>
                    <a:pt x="1387" y="642"/>
                    <a:pt x="1350" y="619"/>
                    <a:pt x="1308" y="592"/>
                  </a:cubicBezTo>
                  <a:cubicBezTo>
                    <a:pt x="1266" y="565"/>
                    <a:pt x="1243" y="566"/>
                    <a:pt x="1200" y="544"/>
                  </a:cubicBezTo>
                  <a:cubicBezTo>
                    <a:pt x="1157" y="522"/>
                    <a:pt x="1135" y="507"/>
                    <a:pt x="1092" y="480"/>
                  </a:cubicBezTo>
                  <a:cubicBezTo>
                    <a:pt x="1049" y="453"/>
                    <a:pt x="1017" y="443"/>
                    <a:pt x="984" y="408"/>
                  </a:cubicBezTo>
                  <a:cubicBezTo>
                    <a:pt x="951" y="373"/>
                    <a:pt x="942" y="346"/>
                    <a:pt x="928" y="304"/>
                  </a:cubicBezTo>
                  <a:cubicBezTo>
                    <a:pt x="914" y="262"/>
                    <a:pt x="898" y="237"/>
                    <a:pt x="916" y="196"/>
                  </a:cubicBezTo>
                  <a:cubicBezTo>
                    <a:pt x="934" y="155"/>
                    <a:pt x="930" y="118"/>
                    <a:pt x="972" y="92"/>
                  </a:cubicBezTo>
                  <a:cubicBezTo>
                    <a:pt x="1014" y="66"/>
                    <a:pt x="1046" y="34"/>
                    <a:pt x="1088" y="24"/>
                  </a:cubicBezTo>
                  <a:cubicBezTo>
                    <a:pt x="1130" y="14"/>
                    <a:pt x="1246" y="30"/>
                    <a:pt x="1288" y="32"/>
                  </a:cubicBezTo>
                  <a:cubicBezTo>
                    <a:pt x="1330" y="34"/>
                    <a:pt x="1314" y="51"/>
                    <a:pt x="1356" y="60"/>
                  </a:cubicBezTo>
                  <a:cubicBezTo>
                    <a:pt x="1398" y="69"/>
                    <a:pt x="1401" y="96"/>
                    <a:pt x="1444" y="96"/>
                  </a:cubicBezTo>
                  <a:cubicBezTo>
                    <a:pt x="1487" y="96"/>
                    <a:pt x="1509" y="87"/>
                    <a:pt x="1552" y="80"/>
                  </a:cubicBezTo>
                  <a:cubicBezTo>
                    <a:pt x="1595" y="73"/>
                    <a:pt x="1617" y="76"/>
                    <a:pt x="1660" y="60"/>
                  </a:cubicBezTo>
                  <a:cubicBezTo>
                    <a:pt x="1703" y="44"/>
                    <a:pt x="1749" y="12"/>
                    <a:pt x="1768" y="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8848" y="4257"/>
              <a:ext cx="3304" cy="1757"/>
            </a:xfrm>
            <a:custGeom>
              <a:avLst/>
              <a:gdLst>
                <a:gd name="connsiteX0" fmla="*/ 0 w 3304"/>
                <a:gd name="connsiteY0" fmla="*/ 1442 h 1756"/>
                <a:gd name="connsiteX1" fmla="*/ 104 w 3304"/>
                <a:gd name="connsiteY1" fmla="*/ 1362 h 1756"/>
                <a:gd name="connsiteX2" fmla="*/ 208 w 3304"/>
                <a:gd name="connsiteY2" fmla="*/ 1282 h 1756"/>
                <a:gd name="connsiteX3" fmla="*/ 264 w 3304"/>
                <a:gd name="connsiteY3" fmla="*/ 1174 h 1756"/>
                <a:gd name="connsiteX4" fmla="*/ 328 w 3304"/>
                <a:gd name="connsiteY4" fmla="*/ 1066 h 1756"/>
                <a:gd name="connsiteX5" fmla="*/ 392 w 3304"/>
                <a:gd name="connsiteY5" fmla="*/ 958 h 1756"/>
                <a:gd name="connsiteX6" fmla="*/ 452 w 3304"/>
                <a:gd name="connsiteY6" fmla="*/ 846 h 1756"/>
                <a:gd name="connsiteX7" fmla="*/ 504 w 3304"/>
                <a:gd name="connsiteY7" fmla="*/ 742 h 1756"/>
                <a:gd name="connsiteX8" fmla="*/ 560 w 3304"/>
                <a:gd name="connsiteY8" fmla="*/ 634 h 1756"/>
                <a:gd name="connsiteX9" fmla="*/ 596 w 3304"/>
                <a:gd name="connsiteY9" fmla="*/ 530 h 1756"/>
                <a:gd name="connsiteX10" fmla="*/ 624 w 3304"/>
                <a:gd name="connsiteY10" fmla="*/ 422 h 1756"/>
                <a:gd name="connsiteX11" fmla="*/ 628 w 3304"/>
                <a:gd name="connsiteY11" fmla="*/ 314 h 1756"/>
                <a:gd name="connsiteX12" fmla="*/ 628 w 3304"/>
                <a:gd name="connsiteY12" fmla="*/ 206 h 1756"/>
                <a:gd name="connsiteX13" fmla="*/ 692 w 3304"/>
                <a:gd name="connsiteY13" fmla="*/ 98 h 1756"/>
                <a:gd name="connsiteX14" fmla="*/ 800 w 3304"/>
                <a:gd name="connsiteY14" fmla="*/ 18 h 1756"/>
                <a:gd name="connsiteX15" fmla="*/ 904 w 3304"/>
                <a:gd name="connsiteY15" fmla="*/ 2 h 1756"/>
                <a:gd name="connsiteX16" fmla="*/ 1012 w 3304"/>
                <a:gd name="connsiteY16" fmla="*/ 38 h 1756"/>
                <a:gd name="connsiteX17" fmla="*/ 1128 w 3304"/>
                <a:gd name="connsiteY17" fmla="*/ 86 h 1756"/>
                <a:gd name="connsiteX18" fmla="*/ 1232 w 3304"/>
                <a:gd name="connsiteY18" fmla="*/ 70 h 1756"/>
                <a:gd name="connsiteX19" fmla="*/ 1336 w 3304"/>
                <a:gd name="connsiteY19" fmla="*/ 78 h 1756"/>
                <a:gd name="connsiteX20" fmla="*/ 1444 w 3304"/>
                <a:gd name="connsiteY20" fmla="*/ 122 h 1756"/>
                <a:gd name="connsiteX21" fmla="*/ 1552 w 3304"/>
                <a:gd name="connsiteY21" fmla="*/ 194 h 1756"/>
                <a:gd name="connsiteX22" fmla="*/ 1584 w 3304"/>
                <a:gd name="connsiteY22" fmla="*/ 302 h 1756"/>
                <a:gd name="connsiteX23" fmla="*/ 1536 w 3304"/>
                <a:gd name="connsiteY23" fmla="*/ 410 h 1756"/>
                <a:gd name="connsiteX24" fmla="*/ 1480 w 3304"/>
                <a:gd name="connsiteY24" fmla="*/ 518 h 1756"/>
                <a:gd name="connsiteX25" fmla="*/ 1468 w 3304"/>
                <a:gd name="connsiteY25" fmla="*/ 626 h 1756"/>
                <a:gd name="connsiteX26" fmla="*/ 1476 w 3304"/>
                <a:gd name="connsiteY26" fmla="*/ 734 h 1756"/>
                <a:gd name="connsiteX27" fmla="*/ 1476 w 3304"/>
                <a:gd name="connsiteY27" fmla="*/ 842 h 1756"/>
                <a:gd name="connsiteX28" fmla="*/ 1484 w 3304"/>
                <a:gd name="connsiteY28" fmla="*/ 974 h 1756"/>
                <a:gd name="connsiteX29" fmla="*/ 1452 w 3304"/>
                <a:gd name="connsiteY29" fmla="*/ 1062 h 1756"/>
                <a:gd name="connsiteX30" fmla="*/ 1464 w 3304"/>
                <a:gd name="connsiteY30" fmla="*/ 1166 h 1756"/>
                <a:gd name="connsiteX31" fmla="*/ 1484 w 3304"/>
                <a:gd name="connsiteY31" fmla="*/ 1274 h 1756"/>
                <a:gd name="connsiteX32" fmla="*/ 1516 w 3304"/>
                <a:gd name="connsiteY32" fmla="*/ 1382 h 1756"/>
                <a:gd name="connsiteX33" fmla="*/ 1516 w 3304"/>
                <a:gd name="connsiteY33" fmla="*/ 1502 h 1756"/>
                <a:gd name="connsiteX34" fmla="*/ 1496 w 3304"/>
                <a:gd name="connsiteY34" fmla="*/ 1598 h 1756"/>
                <a:gd name="connsiteX35" fmla="*/ 1488 w 3304"/>
                <a:gd name="connsiteY35" fmla="*/ 1706 h 1756"/>
                <a:gd name="connsiteX36" fmla="*/ 1592 w 3304"/>
                <a:gd name="connsiteY36" fmla="*/ 1754 h 1756"/>
                <a:gd name="connsiteX37" fmla="*/ 1692 w 3304"/>
                <a:gd name="connsiteY37" fmla="*/ 1646 h 1756"/>
                <a:gd name="connsiteX38" fmla="*/ 1796 w 3304"/>
                <a:gd name="connsiteY38" fmla="*/ 1626 h 1756"/>
                <a:gd name="connsiteX39" fmla="*/ 1904 w 3304"/>
                <a:gd name="connsiteY39" fmla="*/ 1582 h 1756"/>
                <a:gd name="connsiteX40" fmla="*/ 2012 w 3304"/>
                <a:gd name="connsiteY40" fmla="*/ 1622 h 1756"/>
                <a:gd name="connsiteX41" fmla="*/ 2120 w 3304"/>
                <a:gd name="connsiteY41" fmla="*/ 1634 h 1756"/>
                <a:gd name="connsiteX42" fmla="*/ 2228 w 3304"/>
                <a:gd name="connsiteY42" fmla="*/ 1578 h 1756"/>
                <a:gd name="connsiteX43" fmla="*/ 2336 w 3304"/>
                <a:gd name="connsiteY43" fmla="*/ 1562 h 1756"/>
                <a:gd name="connsiteX44" fmla="*/ 2440 w 3304"/>
                <a:gd name="connsiteY44" fmla="*/ 1562 h 1756"/>
                <a:gd name="connsiteX45" fmla="*/ 2548 w 3304"/>
                <a:gd name="connsiteY45" fmla="*/ 1498 h 1756"/>
                <a:gd name="connsiteX46" fmla="*/ 2568 w 3304"/>
                <a:gd name="connsiteY46" fmla="*/ 1390 h 1756"/>
                <a:gd name="connsiteX47" fmla="*/ 2608 w 3304"/>
                <a:gd name="connsiteY47" fmla="*/ 1282 h 1756"/>
                <a:gd name="connsiteX48" fmla="*/ 2712 w 3304"/>
                <a:gd name="connsiteY48" fmla="*/ 1198 h 1756"/>
                <a:gd name="connsiteX49" fmla="*/ 2784 w 3304"/>
                <a:gd name="connsiteY49" fmla="*/ 1094 h 1756"/>
                <a:gd name="connsiteX50" fmla="*/ 2832 w 3304"/>
                <a:gd name="connsiteY50" fmla="*/ 986 h 1756"/>
                <a:gd name="connsiteX51" fmla="*/ 2928 w 3304"/>
                <a:gd name="connsiteY51" fmla="*/ 885 h 1756"/>
                <a:gd name="connsiteX52" fmla="*/ 2996 w 3304"/>
                <a:gd name="connsiteY52" fmla="*/ 777 h 1756"/>
                <a:gd name="connsiteX53" fmla="*/ 3116 w 3304"/>
                <a:gd name="connsiteY53" fmla="*/ 701 h 1756"/>
                <a:gd name="connsiteX54" fmla="*/ 3200 w 3304"/>
                <a:gd name="connsiteY54" fmla="*/ 606 h 1756"/>
                <a:gd name="connsiteX55" fmla="*/ 3304 w 3304"/>
                <a:gd name="connsiteY55" fmla="*/ 526 h 1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04" h="1757">
                  <a:moveTo>
                    <a:pt x="0" y="1442"/>
                  </a:moveTo>
                  <a:cubicBezTo>
                    <a:pt x="19" y="1428"/>
                    <a:pt x="62" y="1394"/>
                    <a:pt x="104" y="1362"/>
                  </a:cubicBezTo>
                  <a:cubicBezTo>
                    <a:pt x="146" y="1330"/>
                    <a:pt x="176" y="1320"/>
                    <a:pt x="208" y="1282"/>
                  </a:cubicBezTo>
                  <a:cubicBezTo>
                    <a:pt x="240" y="1244"/>
                    <a:pt x="240" y="1217"/>
                    <a:pt x="264" y="1174"/>
                  </a:cubicBezTo>
                  <a:cubicBezTo>
                    <a:pt x="288" y="1131"/>
                    <a:pt x="302" y="1109"/>
                    <a:pt x="328" y="1066"/>
                  </a:cubicBezTo>
                  <a:cubicBezTo>
                    <a:pt x="354" y="1023"/>
                    <a:pt x="367" y="1002"/>
                    <a:pt x="392" y="958"/>
                  </a:cubicBezTo>
                  <a:cubicBezTo>
                    <a:pt x="417" y="914"/>
                    <a:pt x="430" y="889"/>
                    <a:pt x="452" y="846"/>
                  </a:cubicBezTo>
                  <a:cubicBezTo>
                    <a:pt x="474" y="803"/>
                    <a:pt x="482" y="784"/>
                    <a:pt x="504" y="742"/>
                  </a:cubicBezTo>
                  <a:cubicBezTo>
                    <a:pt x="526" y="700"/>
                    <a:pt x="542" y="676"/>
                    <a:pt x="560" y="634"/>
                  </a:cubicBezTo>
                  <a:cubicBezTo>
                    <a:pt x="578" y="592"/>
                    <a:pt x="583" y="572"/>
                    <a:pt x="596" y="530"/>
                  </a:cubicBezTo>
                  <a:cubicBezTo>
                    <a:pt x="609" y="488"/>
                    <a:pt x="618" y="465"/>
                    <a:pt x="624" y="422"/>
                  </a:cubicBezTo>
                  <a:cubicBezTo>
                    <a:pt x="630" y="379"/>
                    <a:pt x="627" y="357"/>
                    <a:pt x="628" y="314"/>
                  </a:cubicBezTo>
                  <a:cubicBezTo>
                    <a:pt x="629" y="271"/>
                    <a:pt x="615" y="249"/>
                    <a:pt x="628" y="206"/>
                  </a:cubicBezTo>
                  <a:cubicBezTo>
                    <a:pt x="641" y="163"/>
                    <a:pt x="658" y="136"/>
                    <a:pt x="692" y="98"/>
                  </a:cubicBezTo>
                  <a:cubicBezTo>
                    <a:pt x="726" y="60"/>
                    <a:pt x="758" y="37"/>
                    <a:pt x="800" y="18"/>
                  </a:cubicBezTo>
                  <a:cubicBezTo>
                    <a:pt x="842" y="-1"/>
                    <a:pt x="862" y="-2"/>
                    <a:pt x="904" y="2"/>
                  </a:cubicBezTo>
                  <a:cubicBezTo>
                    <a:pt x="946" y="6"/>
                    <a:pt x="967" y="21"/>
                    <a:pt x="1012" y="38"/>
                  </a:cubicBezTo>
                  <a:cubicBezTo>
                    <a:pt x="1057" y="55"/>
                    <a:pt x="1084" y="80"/>
                    <a:pt x="1128" y="86"/>
                  </a:cubicBezTo>
                  <a:cubicBezTo>
                    <a:pt x="1172" y="92"/>
                    <a:pt x="1190" y="72"/>
                    <a:pt x="1232" y="70"/>
                  </a:cubicBezTo>
                  <a:cubicBezTo>
                    <a:pt x="1274" y="68"/>
                    <a:pt x="1294" y="68"/>
                    <a:pt x="1336" y="78"/>
                  </a:cubicBezTo>
                  <a:cubicBezTo>
                    <a:pt x="1378" y="88"/>
                    <a:pt x="1401" y="99"/>
                    <a:pt x="1444" y="122"/>
                  </a:cubicBezTo>
                  <a:cubicBezTo>
                    <a:pt x="1487" y="145"/>
                    <a:pt x="1524" y="158"/>
                    <a:pt x="1552" y="194"/>
                  </a:cubicBezTo>
                  <a:cubicBezTo>
                    <a:pt x="1580" y="230"/>
                    <a:pt x="1587" y="259"/>
                    <a:pt x="1584" y="302"/>
                  </a:cubicBezTo>
                  <a:cubicBezTo>
                    <a:pt x="1581" y="345"/>
                    <a:pt x="1557" y="367"/>
                    <a:pt x="1536" y="410"/>
                  </a:cubicBezTo>
                  <a:cubicBezTo>
                    <a:pt x="1515" y="453"/>
                    <a:pt x="1494" y="475"/>
                    <a:pt x="1480" y="518"/>
                  </a:cubicBezTo>
                  <a:cubicBezTo>
                    <a:pt x="1466" y="561"/>
                    <a:pt x="1469" y="583"/>
                    <a:pt x="1468" y="626"/>
                  </a:cubicBezTo>
                  <a:cubicBezTo>
                    <a:pt x="1467" y="669"/>
                    <a:pt x="1474" y="691"/>
                    <a:pt x="1476" y="734"/>
                  </a:cubicBezTo>
                  <a:cubicBezTo>
                    <a:pt x="1478" y="777"/>
                    <a:pt x="1480" y="799"/>
                    <a:pt x="1476" y="842"/>
                  </a:cubicBezTo>
                  <a:cubicBezTo>
                    <a:pt x="1472" y="885"/>
                    <a:pt x="1489" y="930"/>
                    <a:pt x="1484" y="974"/>
                  </a:cubicBezTo>
                  <a:cubicBezTo>
                    <a:pt x="1479" y="1018"/>
                    <a:pt x="1456" y="1019"/>
                    <a:pt x="1452" y="1062"/>
                  </a:cubicBezTo>
                  <a:cubicBezTo>
                    <a:pt x="1448" y="1105"/>
                    <a:pt x="1469" y="1124"/>
                    <a:pt x="1464" y="1166"/>
                  </a:cubicBezTo>
                  <a:cubicBezTo>
                    <a:pt x="1459" y="1208"/>
                    <a:pt x="1484" y="1231"/>
                    <a:pt x="1484" y="1274"/>
                  </a:cubicBezTo>
                  <a:cubicBezTo>
                    <a:pt x="1484" y="1317"/>
                    <a:pt x="1511" y="1339"/>
                    <a:pt x="1516" y="1382"/>
                  </a:cubicBezTo>
                  <a:cubicBezTo>
                    <a:pt x="1521" y="1425"/>
                    <a:pt x="1511" y="1459"/>
                    <a:pt x="1516" y="1502"/>
                  </a:cubicBezTo>
                  <a:cubicBezTo>
                    <a:pt x="1521" y="1545"/>
                    <a:pt x="1489" y="1555"/>
                    <a:pt x="1496" y="1598"/>
                  </a:cubicBezTo>
                  <a:cubicBezTo>
                    <a:pt x="1503" y="1641"/>
                    <a:pt x="1462" y="1675"/>
                    <a:pt x="1488" y="1706"/>
                  </a:cubicBezTo>
                  <a:cubicBezTo>
                    <a:pt x="1514" y="1737"/>
                    <a:pt x="1551" y="1766"/>
                    <a:pt x="1592" y="1754"/>
                  </a:cubicBezTo>
                  <a:cubicBezTo>
                    <a:pt x="1633" y="1742"/>
                    <a:pt x="1651" y="1672"/>
                    <a:pt x="1692" y="1646"/>
                  </a:cubicBezTo>
                  <a:cubicBezTo>
                    <a:pt x="1733" y="1620"/>
                    <a:pt x="1754" y="1639"/>
                    <a:pt x="1796" y="1626"/>
                  </a:cubicBezTo>
                  <a:cubicBezTo>
                    <a:pt x="1838" y="1613"/>
                    <a:pt x="1861" y="1583"/>
                    <a:pt x="1904" y="1582"/>
                  </a:cubicBezTo>
                  <a:cubicBezTo>
                    <a:pt x="1947" y="1581"/>
                    <a:pt x="1969" y="1612"/>
                    <a:pt x="2012" y="1622"/>
                  </a:cubicBezTo>
                  <a:cubicBezTo>
                    <a:pt x="2055" y="1632"/>
                    <a:pt x="2077" y="1643"/>
                    <a:pt x="2120" y="1634"/>
                  </a:cubicBezTo>
                  <a:cubicBezTo>
                    <a:pt x="2163" y="1625"/>
                    <a:pt x="2185" y="1592"/>
                    <a:pt x="2228" y="1578"/>
                  </a:cubicBezTo>
                  <a:cubicBezTo>
                    <a:pt x="2271" y="1564"/>
                    <a:pt x="2294" y="1565"/>
                    <a:pt x="2336" y="1562"/>
                  </a:cubicBezTo>
                  <a:cubicBezTo>
                    <a:pt x="2378" y="1559"/>
                    <a:pt x="2398" y="1575"/>
                    <a:pt x="2440" y="1562"/>
                  </a:cubicBezTo>
                  <a:cubicBezTo>
                    <a:pt x="2482" y="1549"/>
                    <a:pt x="2522" y="1532"/>
                    <a:pt x="2548" y="1498"/>
                  </a:cubicBezTo>
                  <a:cubicBezTo>
                    <a:pt x="2574" y="1464"/>
                    <a:pt x="2556" y="1433"/>
                    <a:pt x="2568" y="1390"/>
                  </a:cubicBezTo>
                  <a:cubicBezTo>
                    <a:pt x="2580" y="1347"/>
                    <a:pt x="2579" y="1320"/>
                    <a:pt x="2608" y="1282"/>
                  </a:cubicBezTo>
                  <a:cubicBezTo>
                    <a:pt x="2637" y="1244"/>
                    <a:pt x="2677" y="1236"/>
                    <a:pt x="2712" y="1198"/>
                  </a:cubicBezTo>
                  <a:cubicBezTo>
                    <a:pt x="2747" y="1160"/>
                    <a:pt x="2760" y="1136"/>
                    <a:pt x="2784" y="1094"/>
                  </a:cubicBezTo>
                  <a:cubicBezTo>
                    <a:pt x="2808" y="1052"/>
                    <a:pt x="2801" y="1027"/>
                    <a:pt x="2832" y="986"/>
                  </a:cubicBezTo>
                  <a:cubicBezTo>
                    <a:pt x="2863" y="945"/>
                    <a:pt x="2890" y="925"/>
                    <a:pt x="2928" y="885"/>
                  </a:cubicBezTo>
                  <a:cubicBezTo>
                    <a:pt x="2966" y="845"/>
                    <a:pt x="2958" y="813"/>
                    <a:pt x="2996" y="777"/>
                  </a:cubicBezTo>
                  <a:cubicBezTo>
                    <a:pt x="3034" y="741"/>
                    <a:pt x="3080" y="737"/>
                    <a:pt x="3116" y="701"/>
                  </a:cubicBezTo>
                  <a:cubicBezTo>
                    <a:pt x="3152" y="665"/>
                    <a:pt x="3165" y="643"/>
                    <a:pt x="3200" y="606"/>
                  </a:cubicBezTo>
                  <a:cubicBezTo>
                    <a:pt x="3235" y="569"/>
                    <a:pt x="3285" y="540"/>
                    <a:pt x="3304" y="526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任意多边形 3"/>
          <p:cNvSpPr/>
          <p:nvPr/>
        </p:nvSpPr>
        <p:spPr>
          <a:xfrm>
            <a:off x="7259320" y="2735580"/>
            <a:ext cx="1016000" cy="1417320"/>
          </a:xfrm>
          <a:custGeom>
            <a:avLst/>
            <a:gdLst>
              <a:gd name="connsiteX0" fmla="*/ 0 w 1600"/>
              <a:gd name="connsiteY0" fmla="*/ 0 h 2232"/>
              <a:gd name="connsiteX1" fmla="*/ 104 w 1600"/>
              <a:gd name="connsiteY1" fmla="*/ 80 h 2232"/>
              <a:gd name="connsiteX2" fmla="*/ 160 w 1600"/>
              <a:gd name="connsiteY2" fmla="*/ 184 h 2232"/>
              <a:gd name="connsiteX3" fmla="*/ 240 w 1600"/>
              <a:gd name="connsiteY3" fmla="*/ 288 h 2232"/>
              <a:gd name="connsiteX4" fmla="*/ 256 w 1600"/>
              <a:gd name="connsiteY4" fmla="*/ 392 h 2232"/>
              <a:gd name="connsiteX5" fmla="*/ 216 w 1600"/>
              <a:gd name="connsiteY5" fmla="*/ 496 h 2232"/>
              <a:gd name="connsiteX6" fmla="*/ 168 w 1600"/>
              <a:gd name="connsiteY6" fmla="*/ 608 h 2232"/>
              <a:gd name="connsiteX7" fmla="*/ 160 w 1600"/>
              <a:gd name="connsiteY7" fmla="*/ 712 h 2232"/>
              <a:gd name="connsiteX8" fmla="*/ 176 w 1600"/>
              <a:gd name="connsiteY8" fmla="*/ 824 h 2232"/>
              <a:gd name="connsiteX9" fmla="*/ 280 w 1600"/>
              <a:gd name="connsiteY9" fmla="*/ 864 h 2232"/>
              <a:gd name="connsiteX10" fmla="*/ 392 w 1600"/>
              <a:gd name="connsiteY10" fmla="*/ 936 h 2232"/>
              <a:gd name="connsiteX11" fmla="*/ 400 w 1600"/>
              <a:gd name="connsiteY11" fmla="*/ 1040 h 2232"/>
              <a:gd name="connsiteX12" fmla="*/ 400 w 1600"/>
              <a:gd name="connsiteY12" fmla="*/ 1144 h 2232"/>
              <a:gd name="connsiteX13" fmla="*/ 424 w 1600"/>
              <a:gd name="connsiteY13" fmla="*/ 1256 h 2232"/>
              <a:gd name="connsiteX14" fmla="*/ 528 w 1600"/>
              <a:gd name="connsiteY14" fmla="*/ 1280 h 2232"/>
              <a:gd name="connsiteX15" fmla="*/ 632 w 1600"/>
              <a:gd name="connsiteY15" fmla="*/ 1344 h 2232"/>
              <a:gd name="connsiteX16" fmla="*/ 624 w 1600"/>
              <a:gd name="connsiteY16" fmla="*/ 1448 h 2232"/>
              <a:gd name="connsiteX17" fmla="*/ 592 w 1600"/>
              <a:gd name="connsiteY17" fmla="*/ 1552 h 2232"/>
              <a:gd name="connsiteX18" fmla="*/ 560 w 1600"/>
              <a:gd name="connsiteY18" fmla="*/ 1656 h 2232"/>
              <a:gd name="connsiteX19" fmla="*/ 536 w 1600"/>
              <a:gd name="connsiteY19" fmla="*/ 1768 h 2232"/>
              <a:gd name="connsiteX20" fmla="*/ 536 w 1600"/>
              <a:gd name="connsiteY20" fmla="*/ 1872 h 2232"/>
              <a:gd name="connsiteX21" fmla="*/ 589 w 1600"/>
              <a:gd name="connsiteY21" fmla="*/ 1972 h 2232"/>
              <a:gd name="connsiteX22" fmla="*/ 661 w 1600"/>
              <a:gd name="connsiteY22" fmla="*/ 1984 h 2232"/>
              <a:gd name="connsiteX23" fmla="*/ 751 w 1600"/>
              <a:gd name="connsiteY23" fmla="*/ 2005 h 2232"/>
              <a:gd name="connsiteX24" fmla="*/ 835 w 1600"/>
              <a:gd name="connsiteY24" fmla="*/ 2005 h 2232"/>
              <a:gd name="connsiteX25" fmla="*/ 967 w 1600"/>
              <a:gd name="connsiteY25" fmla="*/ 2011 h 2232"/>
              <a:gd name="connsiteX26" fmla="*/ 1108 w 1600"/>
              <a:gd name="connsiteY26" fmla="*/ 2029 h 2232"/>
              <a:gd name="connsiteX27" fmla="*/ 1231 w 1600"/>
              <a:gd name="connsiteY27" fmla="*/ 2068 h 2232"/>
              <a:gd name="connsiteX28" fmla="*/ 1363 w 1600"/>
              <a:gd name="connsiteY28" fmla="*/ 2113 h 2232"/>
              <a:gd name="connsiteX29" fmla="*/ 1468 w 1600"/>
              <a:gd name="connsiteY29" fmla="*/ 2152 h 2232"/>
              <a:gd name="connsiteX30" fmla="*/ 1531 w 1600"/>
              <a:gd name="connsiteY30" fmla="*/ 2173 h 2232"/>
              <a:gd name="connsiteX31" fmla="*/ 1600 w 1600"/>
              <a:gd name="connsiteY31" fmla="*/ 2232 h 2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" h="2232">
                <a:moveTo>
                  <a:pt x="0" y="0"/>
                </a:moveTo>
                <a:cubicBezTo>
                  <a:pt x="20" y="14"/>
                  <a:pt x="72" y="43"/>
                  <a:pt x="104" y="80"/>
                </a:cubicBezTo>
                <a:cubicBezTo>
                  <a:pt x="136" y="117"/>
                  <a:pt x="133" y="142"/>
                  <a:pt x="160" y="184"/>
                </a:cubicBezTo>
                <a:cubicBezTo>
                  <a:pt x="187" y="226"/>
                  <a:pt x="221" y="246"/>
                  <a:pt x="240" y="288"/>
                </a:cubicBezTo>
                <a:cubicBezTo>
                  <a:pt x="259" y="330"/>
                  <a:pt x="261" y="350"/>
                  <a:pt x="256" y="392"/>
                </a:cubicBezTo>
                <a:cubicBezTo>
                  <a:pt x="251" y="434"/>
                  <a:pt x="234" y="453"/>
                  <a:pt x="216" y="496"/>
                </a:cubicBezTo>
                <a:cubicBezTo>
                  <a:pt x="198" y="539"/>
                  <a:pt x="179" y="565"/>
                  <a:pt x="168" y="608"/>
                </a:cubicBezTo>
                <a:cubicBezTo>
                  <a:pt x="157" y="651"/>
                  <a:pt x="158" y="669"/>
                  <a:pt x="160" y="712"/>
                </a:cubicBezTo>
                <a:cubicBezTo>
                  <a:pt x="162" y="755"/>
                  <a:pt x="152" y="794"/>
                  <a:pt x="176" y="824"/>
                </a:cubicBezTo>
                <a:cubicBezTo>
                  <a:pt x="200" y="854"/>
                  <a:pt x="237" y="842"/>
                  <a:pt x="280" y="864"/>
                </a:cubicBezTo>
                <a:cubicBezTo>
                  <a:pt x="323" y="886"/>
                  <a:pt x="368" y="901"/>
                  <a:pt x="392" y="936"/>
                </a:cubicBezTo>
                <a:cubicBezTo>
                  <a:pt x="416" y="971"/>
                  <a:pt x="398" y="998"/>
                  <a:pt x="400" y="1040"/>
                </a:cubicBezTo>
                <a:cubicBezTo>
                  <a:pt x="402" y="1082"/>
                  <a:pt x="395" y="1101"/>
                  <a:pt x="400" y="1144"/>
                </a:cubicBezTo>
                <a:cubicBezTo>
                  <a:pt x="405" y="1187"/>
                  <a:pt x="398" y="1229"/>
                  <a:pt x="424" y="1256"/>
                </a:cubicBezTo>
                <a:cubicBezTo>
                  <a:pt x="450" y="1283"/>
                  <a:pt x="486" y="1262"/>
                  <a:pt x="528" y="1280"/>
                </a:cubicBezTo>
                <a:cubicBezTo>
                  <a:pt x="570" y="1298"/>
                  <a:pt x="613" y="1310"/>
                  <a:pt x="632" y="1344"/>
                </a:cubicBezTo>
                <a:cubicBezTo>
                  <a:pt x="651" y="1378"/>
                  <a:pt x="632" y="1406"/>
                  <a:pt x="624" y="1448"/>
                </a:cubicBezTo>
                <a:cubicBezTo>
                  <a:pt x="616" y="1490"/>
                  <a:pt x="605" y="1510"/>
                  <a:pt x="592" y="1552"/>
                </a:cubicBezTo>
                <a:cubicBezTo>
                  <a:pt x="579" y="1594"/>
                  <a:pt x="571" y="1613"/>
                  <a:pt x="560" y="1656"/>
                </a:cubicBezTo>
                <a:cubicBezTo>
                  <a:pt x="549" y="1699"/>
                  <a:pt x="541" y="1725"/>
                  <a:pt x="536" y="1768"/>
                </a:cubicBezTo>
                <a:cubicBezTo>
                  <a:pt x="531" y="1811"/>
                  <a:pt x="536" y="1829"/>
                  <a:pt x="536" y="1872"/>
                </a:cubicBezTo>
                <a:cubicBezTo>
                  <a:pt x="536" y="1915"/>
                  <a:pt x="568" y="1943"/>
                  <a:pt x="589" y="1972"/>
                </a:cubicBezTo>
                <a:cubicBezTo>
                  <a:pt x="610" y="2001"/>
                  <a:pt x="619" y="1973"/>
                  <a:pt x="661" y="1984"/>
                </a:cubicBezTo>
                <a:cubicBezTo>
                  <a:pt x="703" y="1995"/>
                  <a:pt x="709" y="2000"/>
                  <a:pt x="751" y="2005"/>
                </a:cubicBezTo>
                <a:cubicBezTo>
                  <a:pt x="793" y="2010"/>
                  <a:pt x="792" y="2000"/>
                  <a:pt x="835" y="2005"/>
                </a:cubicBezTo>
                <a:cubicBezTo>
                  <a:pt x="878" y="2010"/>
                  <a:pt x="924" y="2000"/>
                  <a:pt x="967" y="2011"/>
                </a:cubicBezTo>
                <a:cubicBezTo>
                  <a:pt x="1010" y="2022"/>
                  <a:pt x="1066" y="2013"/>
                  <a:pt x="1108" y="2029"/>
                </a:cubicBezTo>
                <a:cubicBezTo>
                  <a:pt x="1150" y="2045"/>
                  <a:pt x="1188" y="2052"/>
                  <a:pt x="1231" y="2068"/>
                </a:cubicBezTo>
                <a:cubicBezTo>
                  <a:pt x="1274" y="2084"/>
                  <a:pt x="1320" y="2105"/>
                  <a:pt x="1363" y="2113"/>
                </a:cubicBezTo>
                <a:cubicBezTo>
                  <a:pt x="1406" y="2121"/>
                  <a:pt x="1425" y="2146"/>
                  <a:pt x="1468" y="2152"/>
                </a:cubicBezTo>
                <a:cubicBezTo>
                  <a:pt x="1511" y="2158"/>
                  <a:pt x="1488" y="2163"/>
                  <a:pt x="1531" y="2173"/>
                </a:cubicBezTo>
                <a:cubicBezTo>
                  <a:pt x="1574" y="2183"/>
                  <a:pt x="1581" y="2228"/>
                  <a:pt x="1600" y="223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7263765" y="1452245"/>
            <a:ext cx="1123950" cy="1295400"/>
          </a:xfrm>
          <a:custGeom>
            <a:avLst/>
            <a:gdLst>
              <a:gd name="connisteX0" fmla="*/ 0 w 1123950"/>
              <a:gd name="connsiteY0" fmla="*/ 1295400 h 1295400"/>
              <a:gd name="connisteX1" fmla="*/ 64770 w 1123950"/>
              <a:gd name="connsiteY1" fmla="*/ 1280160 h 1295400"/>
              <a:gd name="connisteX2" fmla="*/ 129540 w 1123950"/>
              <a:gd name="connsiteY2" fmla="*/ 1272540 h 1295400"/>
              <a:gd name="connisteX3" fmla="*/ 194310 w 1123950"/>
              <a:gd name="connsiteY3" fmla="*/ 1272540 h 1295400"/>
              <a:gd name="connisteX4" fmla="*/ 259080 w 1123950"/>
              <a:gd name="connsiteY4" fmla="*/ 1272540 h 1295400"/>
              <a:gd name="connisteX5" fmla="*/ 327660 w 1123950"/>
              <a:gd name="connsiteY5" fmla="*/ 1257300 h 1295400"/>
              <a:gd name="connisteX6" fmla="*/ 392430 w 1123950"/>
              <a:gd name="connsiteY6" fmla="*/ 1219200 h 1295400"/>
              <a:gd name="connisteX7" fmla="*/ 457200 w 1123950"/>
              <a:gd name="connsiteY7" fmla="*/ 1158240 h 1295400"/>
              <a:gd name="connisteX8" fmla="*/ 502920 w 1123950"/>
              <a:gd name="connsiteY8" fmla="*/ 1093470 h 1295400"/>
              <a:gd name="connisteX9" fmla="*/ 560070 w 1123950"/>
              <a:gd name="connsiteY9" fmla="*/ 1028700 h 1295400"/>
              <a:gd name="connisteX10" fmla="*/ 586740 w 1123950"/>
              <a:gd name="connsiteY10" fmla="*/ 963930 h 1295400"/>
              <a:gd name="connisteX11" fmla="*/ 628650 w 1123950"/>
              <a:gd name="connsiteY11" fmla="*/ 899160 h 1295400"/>
              <a:gd name="connisteX12" fmla="*/ 693420 w 1123950"/>
              <a:gd name="connsiteY12" fmla="*/ 845820 h 1295400"/>
              <a:gd name="connisteX13" fmla="*/ 758190 w 1123950"/>
              <a:gd name="connsiteY13" fmla="*/ 807720 h 1295400"/>
              <a:gd name="connisteX14" fmla="*/ 822960 w 1123950"/>
              <a:gd name="connsiteY14" fmla="*/ 765810 h 1295400"/>
              <a:gd name="connisteX15" fmla="*/ 857250 w 1123950"/>
              <a:gd name="connsiteY15" fmla="*/ 701040 h 1295400"/>
              <a:gd name="connisteX16" fmla="*/ 872490 w 1123950"/>
              <a:gd name="connsiteY16" fmla="*/ 636270 h 1295400"/>
              <a:gd name="connisteX17" fmla="*/ 880110 w 1123950"/>
              <a:gd name="connsiteY17" fmla="*/ 567690 h 1295400"/>
              <a:gd name="connisteX18" fmla="*/ 887730 w 1123950"/>
              <a:gd name="connsiteY18" fmla="*/ 502920 h 1295400"/>
              <a:gd name="connisteX19" fmla="*/ 910590 w 1123950"/>
              <a:gd name="connsiteY19" fmla="*/ 438150 h 1295400"/>
              <a:gd name="connisteX20" fmla="*/ 937260 w 1123950"/>
              <a:gd name="connsiteY20" fmla="*/ 373380 h 1295400"/>
              <a:gd name="connisteX21" fmla="*/ 963930 w 1123950"/>
              <a:gd name="connsiteY21" fmla="*/ 308610 h 1295400"/>
              <a:gd name="connisteX22" fmla="*/ 982980 w 1123950"/>
              <a:gd name="connsiteY22" fmla="*/ 243840 h 1295400"/>
              <a:gd name="connisteX23" fmla="*/ 1002030 w 1123950"/>
              <a:gd name="connsiteY23" fmla="*/ 179070 h 1295400"/>
              <a:gd name="connisteX24" fmla="*/ 1028700 w 1123950"/>
              <a:gd name="connsiteY24" fmla="*/ 114300 h 1295400"/>
              <a:gd name="connisteX25" fmla="*/ 1059180 w 1123950"/>
              <a:gd name="connsiteY25" fmla="*/ 49530 h 1295400"/>
              <a:gd name="connisteX26" fmla="*/ 1123950 w 1123950"/>
              <a:gd name="connsiteY26" fmla="*/ 0 h 1295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1123950" h="1295400">
                <a:moveTo>
                  <a:pt x="0" y="1295400"/>
                </a:moveTo>
                <a:cubicBezTo>
                  <a:pt x="11430" y="1292225"/>
                  <a:pt x="38735" y="1284605"/>
                  <a:pt x="64770" y="1280160"/>
                </a:cubicBezTo>
                <a:cubicBezTo>
                  <a:pt x="90805" y="1275715"/>
                  <a:pt x="103505" y="1273810"/>
                  <a:pt x="129540" y="1272540"/>
                </a:cubicBezTo>
                <a:cubicBezTo>
                  <a:pt x="155575" y="1271270"/>
                  <a:pt x="168275" y="1272540"/>
                  <a:pt x="194310" y="1272540"/>
                </a:cubicBezTo>
                <a:cubicBezTo>
                  <a:pt x="220345" y="1272540"/>
                  <a:pt x="232410" y="1275715"/>
                  <a:pt x="259080" y="1272540"/>
                </a:cubicBezTo>
                <a:cubicBezTo>
                  <a:pt x="285750" y="1269365"/>
                  <a:pt x="300990" y="1268095"/>
                  <a:pt x="327660" y="1257300"/>
                </a:cubicBezTo>
                <a:cubicBezTo>
                  <a:pt x="354330" y="1246505"/>
                  <a:pt x="366395" y="1238885"/>
                  <a:pt x="392430" y="1219200"/>
                </a:cubicBezTo>
                <a:cubicBezTo>
                  <a:pt x="418465" y="1199515"/>
                  <a:pt x="434975" y="1183640"/>
                  <a:pt x="457200" y="1158240"/>
                </a:cubicBezTo>
                <a:cubicBezTo>
                  <a:pt x="479425" y="1132840"/>
                  <a:pt x="482600" y="1119505"/>
                  <a:pt x="502920" y="1093470"/>
                </a:cubicBezTo>
                <a:cubicBezTo>
                  <a:pt x="523240" y="1067435"/>
                  <a:pt x="543560" y="1054735"/>
                  <a:pt x="560070" y="1028700"/>
                </a:cubicBezTo>
                <a:cubicBezTo>
                  <a:pt x="576580" y="1002665"/>
                  <a:pt x="572770" y="989965"/>
                  <a:pt x="586740" y="963930"/>
                </a:cubicBezTo>
                <a:cubicBezTo>
                  <a:pt x="600710" y="937895"/>
                  <a:pt x="607060" y="922655"/>
                  <a:pt x="628650" y="899160"/>
                </a:cubicBezTo>
                <a:cubicBezTo>
                  <a:pt x="650240" y="875665"/>
                  <a:pt x="667385" y="864235"/>
                  <a:pt x="693420" y="845820"/>
                </a:cubicBezTo>
                <a:cubicBezTo>
                  <a:pt x="719455" y="827405"/>
                  <a:pt x="732155" y="823595"/>
                  <a:pt x="758190" y="807720"/>
                </a:cubicBezTo>
                <a:cubicBezTo>
                  <a:pt x="784225" y="791845"/>
                  <a:pt x="803275" y="787400"/>
                  <a:pt x="822960" y="765810"/>
                </a:cubicBezTo>
                <a:cubicBezTo>
                  <a:pt x="842645" y="744220"/>
                  <a:pt x="847090" y="727075"/>
                  <a:pt x="857250" y="701040"/>
                </a:cubicBezTo>
                <a:cubicBezTo>
                  <a:pt x="867410" y="675005"/>
                  <a:pt x="868045" y="662940"/>
                  <a:pt x="872490" y="636270"/>
                </a:cubicBezTo>
                <a:cubicBezTo>
                  <a:pt x="876935" y="609600"/>
                  <a:pt x="876935" y="594360"/>
                  <a:pt x="880110" y="567690"/>
                </a:cubicBezTo>
                <a:cubicBezTo>
                  <a:pt x="883285" y="541020"/>
                  <a:pt x="881380" y="528955"/>
                  <a:pt x="887730" y="502920"/>
                </a:cubicBezTo>
                <a:cubicBezTo>
                  <a:pt x="894080" y="476885"/>
                  <a:pt x="900430" y="464185"/>
                  <a:pt x="910590" y="438150"/>
                </a:cubicBezTo>
                <a:cubicBezTo>
                  <a:pt x="920750" y="412115"/>
                  <a:pt x="926465" y="399415"/>
                  <a:pt x="937260" y="373380"/>
                </a:cubicBezTo>
                <a:cubicBezTo>
                  <a:pt x="948055" y="347345"/>
                  <a:pt x="955040" y="334645"/>
                  <a:pt x="963930" y="308610"/>
                </a:cubicBezTo>
                <a:cubicBezTo>
                  <a:pt x="972820" y="282575"/>
                  <a:pt x="975360" y="269875"/>
                  <a:pt x="982980" y="243840"/>
                </a:cubicBezTo>
                <a:cubicBezTo>
                  <a:pt x="990600" y="217805"/>
                  <a:pt x="993140" y="205105"/>
                  <a:pt x="1002030" y="179070"/>
                </a:cubicBezTo>
                <a:cubicBezTo>
                  <a:pt x="1010920" y="153035"/>
                  <a:pt x="1017270" y="140335"/>
                  <a:pt x="1028700" y="114300"/>
                </a:cubicBezTo>
                <a:cubicBezTo>
                  <a:pt x="1040130" y="88265"/>
                  <a:pt x="1040130" y="72390"/>
                  <a:pt x="1059180" y="49530"/>
                </a:cubicBezTo>
                <a:cubicBezTo>
                  <a:pt x="1078230" y="26670"/>
                  <a:pt x="1111885" y="8890"/>
                  <a:pt x="112395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7266940" y="2748915"/>
            <a:ext cx="255905" cy="2038350"/>
          </a:xfrm>
          <a:custGeom>
            <a:avLst/>
            <a:gdLst>
              <a:gd name="connsiteX0" fmla="*/ 2 w 402"/>
              <a:gd name="connsiteY0" fmla="*/ 0 h 3210"/>
              <a:gd name="connsiteX1" fmla="*/ 2 w 402"/>
              <a:gd name="connsiteY1" fmla="*/ 102 h 3210"/>
              <a:gd name="connsiteX2" fmla="*/ 20 w 402"/>
              <a:gd name="connsiteY2" fmla="*/ 210 h 3210"/>
              <a:gd name="connsiteX3" fmla="*/ 20 w 402"/>
              <a:gd name="connsiteY3" fmla="*/ 312 h 3210"/>
              <a:gd name="connsiteX4" fmla="*/ 8 w 402"/>
              <a:gd name="connsiteY4" fmla="*/ 414 h 3210"/>
              <a:gd name="connsiteX5" fmla="*/ 2 w 402"/>
              <a:gd name="connsiteY5" fmla="*/ 516 h 3210"/>
              <a:gd name="connsiteX6" fmla="*/ 2 w 402"/>
              <a:gd name="connsiteY6" fmla="*/ 618 h 3210"/>
              <a:gd name="connsiteX7" fmla="*/ 2 w 402"/>
              <a:gd name="connsiteY7" fmla="*/ 720 h 3210"/>
              <a:gd name="connsiteX8" fmla="*/ 20 w 402"/>
              <a:gd name="connsiteY8" fmla="*/ 822 h 3210"/>
              <a:gd name="connsiteX9" fmla="*/ 50 w 402"/>
              <a:gd name="connsiteY9" fmla="*/ 924 h 3210"/>
              <a:gd name="connsiteX10" fmla="*/ 62 w 402"/>
              <a:gd name="connsiteY10" fmla="*/ 1026 h 3210"/>
              <a:gd name="connsiteX11" fmla="*/ 74 w 402"/>
              <a:gd name="connsiteY11" fmla="*/ 1128 h 3210"/>
              <a:gd name="connsiteX12" fmla="*/ 92 w 402"/>
              <a:gd name="connsiteY12" fmla="*/ 1230 h 3210"/>
              <a:gd name="connsiteX13" fmla="*/ 92 w 402"/>
              <a:gd name="connsiteY13" fmla="*/ 1332 h 3210"/>
              <a:gd name="connsiteX14" fmla="*/ 98 w 402"/>
              <a:gd name="connsiteY14" fmla="*/ 1434 h 3210"/>
              <a:gd name="connsiteX15" fmla="*/ 116 w 402"/>
              <a:gd name="connsiteY15" fmla="*/ 1536 h 3210"/>
              <a:gd name="connsiteX16" fmla="*/ 140 w 402"/>
              <a:gd name="connsiteY16" fmla="*/ 1638 h 3210"/>
              <a:gd name="connsiteX17" fmla="*/ 140 w 402"/>
              <a:gd name="connsiteY17" fmla="*/ 1746 h 3210"/>
              <a:gd name="connsiteX18" fmla="*/ 140 w 402"/>
              <a:gd name="connsiteY18" fmla="*/ 1848 h 3210"/>
              <a:gd name="connsiteX19" fmla="*/ 140 w 402"/>
              <a:gd name="connsiteY19" fmla="*/ 1950 h 3210"/>
              <a:gd name="connsiteX20" fmla="*/ 140 w 402"/>
              <a:gd name="connsiteY20" fmla="*/ 2052 h 3210"/>
              <a:gd name="connsiteX21" fmla="*/ 128 w 402"/>
              <a:gd name="connsiteY21" fmla="*/ 2154 h 3210"/>
              <a:gd name="connsiteX22" fmla="*/ 98 w 402"/>
              <a:gd name="connsiteY22" fmla="*/ 2256 h 3210"/>
              <a:gd name="connsiteX23" fmla="*/ 68 w 402"/>
              <a:gd name="connsiteY23" fmla="*/ 2358 h 3210"/>
              <a:gd name="connsiteX24" fmla="*/ 62 w 402"/>
              <a:gd name="connsiteY24" fmla="*/ 2460 h 3210"/>
              <a:gd name="connsiteX25" fmla="*/ 116 w 402"/>
              <a:gd name="connsiteY25" fmla="*/ 2562 h 3210"/>
              <a:gd name="connsiteX26" fmla="*/ 182 w 402"/>
              <a:gd name="connsiteY26" fmla="*/ 2664 h 3210"/>
              <a:gd name="connsiteX27" fmla="*/ 236 w 402"/>
              <a:gd name="connsiteY27" fmla="*/ 2766 h 3210"/>
              <a:gd name="connsiteX28" fmla="*/ 362 w 402"/>
              <a:gd name="connsiteY28" fmla="*/ 2886 h 3210"/>
              <a:gd name="connsiteX29" fmla="*/ 386 w 402"/>
              <a:gd name="connsiteY29" fmla="*/ 2994 h 3210"/>
              <a:gd name="connsiteX30" fmla="*/ 398 w 402"/>
              <a:gd name="connsiteY30" fmla="*/ 3096 h 3210"/>
              <a:gd name="connsiteX31" fmla="*/ 403 w 402"/>
              <a:gd name="connsiteY31" fmla="*/ 3210 h 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" h="3210">
                <a:moveTo>
                  <a:pt x="2" y="0"/>
                </a:moveTo>
                <a:cubicBezTo>
                  <a:pt x="2" y="18"/>
                  <a:pt x="-2" y="60"/>
                  <a:pt x="2" y="102"/>
                </a:cubicBezTo>
                <a:cubicBezTo>
                  <a:pt x="6" y="144"/>
                  <a:pt x="16" y="168"/>
                  <a:pt x="20" y="210"/>
                </a:cubicBezTo>
                <a:cubicBezTo>
                  <a:pt x="24" y="252"/>
                  <a:pt x="22" y="271"/>
                  <a:pt x="20" y="312"/>
                </a:cubicBezTo>
                <a:cubicBezTo>
                  <a:pt x="18" y="353"/>
                  <a:pt x="12" y="373"/>
                  <a:pt x="8" y="414"/>
                </a:cubicBezTo>
                <a:cubicBezTo>
                  <a:pt x="4" y="455"/>
                  <a:pt x="3" y="475"/>
                  <a:pt x="2" y="516"/>
                </a:cubicBezTo>
                <a:cubicBezTo>
                  <a:pt x="1" y="557"/>
                  <a:pt x="2" y="577"/>
                  <a:pt x="2" y="618"/>
                </a:cubicBezTo>
                <a:cubicBezTo>
                  <a:pt x="2" y="659"/>
                  <a:pt x="-2" y="679"/>
                  <a:pt x="2" y="720"/>
                </a:cubicBezTo>
                <a:cubicBezTo>
                  <a:pt x="6" y="761"/>
                  <a:pt x="10" y="781"/>
                  <a:pt x="20" y="822"/>
                </a:cubicBezTo>
                <a:cubicBezTo>
                  <a:pt x="30" y="863"/>
                  <a:pt x="42" y="883"/>
                  <a:pt x="50" y="924"/>
                </a:cubicBezTo>
                <a:cubicBezTo>
                  <a:pt x="58" y="965"/>
                  <a:pt x="57" y="985"/>
                  <a:pt x="62" y="1026"/>
                </a:cubicBezTo>
                <a:cubicBezTo>
                  <a:pt x="67" y="1067"/>
                  <a:pt x="68" y="1087"/>
                  <a:pt x="74" y="1128"/>
                </a:cubicBezTo>
                <a:cubicBezTo>
                  <a:pt x="80" y="1169"/>
                  <a:pt x="88" y="1189"/>
                  <a:pt x="92" y="1230"/>
                </a:cubicBezTo>
                <a:cubicBezTo>
                  <a:pt x="96" y="1271"/>
                  <a:pt x="91" y="1291"/>
                  <a:pt x="92" y="1332"/>
                </a:cubicBezTo>
                <a:cubicBezTo>
                  <a:pt x="93" y="1373"/>
                  <a:pt x="93" y="1393"/>
                  <a:pt x="98" y="1434"/>
                </a:cubicBezTo>
                <a:cubicBezTo>
                  <a:pt x="103" y="1475"/>
                  <a:pt x="108" y="1495"/>
                  <a:pt x="116" y="1536"/>
                </a:cubicBezTo>
                <a:cubicBezTo>
                  <a:pt x="124" y="1577"/>
                  <a:pt x="135" y="1596"/>
                  <a:pt x="140" y="1638"/>
                </a:cubicBezTo>
                <a:cubicBezTo>
                  <a:pt x="145" y="1680"/>
                  <a:pt x="140" y="1704"/>
                  <a:pt x="140" y="1746"/>
                </a:cubicBezTo>
                <a:cubicBezTo>
                  <a:pt x="140" y="1788"/>
                  <a:pt x="140" y="1807"/>
                  <a:pt x="140" y="1848"/>
                </a:cubicBezTo>
                <a:cubicBezTo>
                  <a:pt x="140" y="1889"/>
                  <a:pt x="140" y="1909"/>
                  <a:pt x="140" y="1950"/>
                </a:cubicBezTo>
                <a:cubicBezTo>
                  <a:pt x="140" y="1991"/>
                  <a:pt x="142" y="2011"/>
                  <a:pt x="140" y="2052"/>
                </a:cubicBezTo>
                <a:cubicBezTo>
                  <a:pt x="138" y="2093"/>
                  <a:pt x="136" y="2113"/>
                  <a:pt x="128" y="2154"/>
                </a:cubicBezTo>
                <a:cubicBezTo>
                  <a:pt x="120" y="2195"/>
                  <a:pt x="110" y="2215"/>
                  <a:pt x="98" y="2256"/>
                </a:cubicBezTo>
                <a:cubicBezTo>
                  <a:pt x="86" y="2297"/>
                  <a:pt x="75" y="2317"/>
                  <a:pt x="68" y="2358"/>
                </a:cubicBezTo>
                <a:cubicBezTo>
                  <a:pt x="61" y="2399"/>
                  <a:pt x="52" y="2419"/>
                  <a:pt x="62" y="2460"/>
                </a:cubicBezTo>
                <a:cubicBezTo>
                  <a:pt x="72" y="2501"/>
                  <a:pt x="92" y="2521"/>
                  <a:pt x="116" y="2562"/>
                </a:cubicBezTo>
                <a:cubicBezTo>
                  <a:pt x="140" y="2603"/>
                  <a:pt x="158" y="2623"/>
                  <a:pt x="182" y="2664"/>
                </a:cubicBezTo>
                <a:cubicBezTo>
                  <a:pt x="206" y="2705"/>
                  <a:pt x="216" y="2725"/>
                  <a:pt x="236" y="2766"/>
                </a:cubicBezTo>
                <a:cubicBezTo>
                  <a:pt x="256" y="2807"/>
                  <a:pt x="346" y="2845"/>
                  <a:pt x="362" y="2886"/>
                </a:cubicBezTo>
                <a:cubicBezTo>
                  <a:pt x="378" y="2927"/>
                  <a:pt x="381" y="2953"/>
                  <a:pt x="386" y="2994"/>
                </a:cubicBezTo>
                <a:cubicBezTo>
                  <a:pt x="391" y="3035"/>
                  <a:pt x="399" y="3055"/>
                  <a:pt x="398" y="3096"/>
                </a:cubicBezTo>
                <a:cubicBezTo>
                  <a:pt x="397" y="3137"/>
                  <a:pt x="403" y="3192"/>
                  <a:pt x="403" y="32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7404735" y="4697095"/>
            <a:ext cx="123190" cy="1108710"/>
          </a:xfrm>
          <a:custGeom>
            <a:avLst/>
            <a:gdLst>
              <a:gd name="connisteX0" fmla="*/ 110490 w 123202"/>
              <a:gd name="connsiteY0" fmla="*/ 0 h 1108710"/>
              <a:gd name="connisteX1" fmla="*/ 118110 w 123202"/>
              <a:gd name="connsiteY1" fmla="*/ 68580 h 1108710"/>
              <a:gd name="connisteX2" fmla="*/ 118110 w 123202"/>
              <a:gd name="connsiteY2" fmla="*/ 133350 h 1108710"/>
              <a:gd name="connisteX3" fmla="*/ 64770 w 123202"/>
              <a:gd name="connsiteY3" fmla="*/ 198120 h 1108710"/>
              <a:gd name="connisteX4" fmla="*/ 45720 w 123202"/>
              <a:gd name="connsiteY4" fmla="*/ 262890 h 1108710"/>
              <a:gd name="connisteX5" fmla="*/ 41910 w 123202"/>
              <a:gd name="connsiteY5" fmla="*/ 327660 h 1108710"/>
              <a:gd name="connisteX6" fmla="*/ 41910 w 123202"/>
              <a:gd name="connsiteY6" fmla="*/ 392430 h 1108710"/>
              <a:gd name="connisteX7" fmla="*/ 49530 w 123202"/>
              <a:gd name="connsiteY7" fmla="*/ 457200 h 1108710"/>
              <a:gd name="connisteX8" fmla="*/ 60960 w 123202"/>
              <a:gd name="connsiteY8" fmla="*/ 521970 h 1108710"/>
              <a:gd name="connisteX9" fmla="*/ 68580 w 123202"/>
              <a:gd name="connsiteY9" fmla="*/ 586740 h 1108710"/>
              <a:gd name="connisteX10" fmla="*/ 64770 w 123202"/>
              <a:gd name="connsiteY10" fmla="*/ 651510 h 1108710"/>
              <a:gd name="connisteX11" fmla="*/ 53340 w 123202"/>
              <a:gd name="connsiteY11" fmla="*/ 716280 h 1108710"/>
              <a:gd name="connisteX12" fmla="*/ 53340 w 123202"/>
              <a:gd name="connsiteY12" fmla="*/ 781050 h 1108710"/>
              <a:gd name="connisteX13" fmla="*/ 64770 w 123202"/>
              <a:gd name="connsiteY13" fmla="*/ 845820 h 1108710"/>
              <a:gd name="connisteX14" fmla="*/ 87630 w 123202"/>
              <a:gd name="connsiteY14" fmla="*/ 910590 h 1108710"/>
              <a:gd name="connisteX15" fmla="*/ 87630 w 123202"/>
              <a:gd name="connsiteY15" fmla="*/ 975360 h 1108710"/>
              <a:gd name="connisteX16" fmla="*/ 45720 w 123202"/>
              <a:gd name="connsiteY16" fmla="*/ 1043940 h 1108710"/>
              <a:gd name="connisteX17" fmla="*/ 0 w 123202"/>
              <a:gd name="connsiteY17" fmla="*/ 1108710 h 11087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</a:cxnLst>
            <a:rect l="l" t="t" r="r" b="b"/>
            <a:pathLst>
              <a:path w="123203" h="1108710">
                <a:moveTo>
                  <a:pt x="110490" y="0"/>
                </a:moveTo>
                <a:cubicBezTo>
                  <a:pt x="111760" y="12700"/>
                  <a:pt x="116840" y="41910"/>
                  <a:pt x="118110" y="68580"/>
                </a:cubicBezTo>
                <a:cubicBezTo>
                  <a:pt x="119380" y="95250"/>
                  <a:pt x="128905" y="107315"/>
                  <a:pt x="118110" y="133350"/>
                </a:cubicBezTo>
                <a:cubicBezTo>
                  <a:pt x="107315" y="159385"/>
                  <a:pt x="79375" y="172085"/>
                  <a:pt x="64770" y="198120"/>
                </a:cubicBezTo>
                <a:cubicBezTo>
                  <a:pt x="50165" y="224155"/>
                  <a:pt x="50165" y="236855"/>
                  <a:pt x="45720" y="262890"/>
                </a:cubicBezTo>
                <a:cubicBezTo>
                  <a:pt x="41275" y="288925"/>
                  <a:pt x="42545" y="301625"/>
                  <a:pt x="41910" y="327660"/>
                </a:cubicBezTo>
                <a:cubicBezTo>
                  <a:pt x="41275" y="353695"/>
                  <a:pt x="40640" y="366395"/>
                  <a:pt x="41910" y="392430"/>
                </a:cubicBezTo>
                <a:cubicBezTo>
                  <a:pt x="43180" y="418465"/>
                  <a:pt x="45720" y="431165"/>
                  <a:pt x="49530" y="457200"/>
                </a:cubicBezTo>
                <a:cubicBezTo>
                  <a:pt x="53340" y="483235"/>
                  <a:pt x="57150" y="495935"/>
                  <a:pt x="60960" y="521970"/>
                </a:cubicBezTo>
                <a:cubicBezTo>
                  <a:pt x="64770" y="548005"/>
                  <a:pt x="67945" y="560705"/>
                  <a:pt x="68580" y="586740"/>
                </a:cubicBezTo>
                <a:cubicBezTo>
                  <a:pt x="69215" y="612775"/>
                  <a:pt x="67945" y="625475"/>
                  <a:pt x="64770" y="651510"/>
                </a:cubicBezTo>
                <a:cubicBezTo>
                  <a:pt x="61595" y="677545"/>
                  <a:pt x="55880" y="690245"/>
                  <a:pt x="53340" y="716280"/>
                </a:cubicBezTo>
                <a:cubicBezTo>
                  <a:pt x="50800" y="742315"/>
                  <a:pt x="50800" y="755015"/>
                  <a:pt x="53340" y="781050"/>
                </a:cubicBezTo>
                <a:cubicBezTo>
                  <a:pt x="55880" y="807085"/>
                  <a:pt x="57785" y="819785"/>
                  <a:pt x="64770" y="845820"/>
                </a:cubicBezTo>
                <a:cubicBezTo>
                  <a:pt x="71755" y="871855"/>
                  <a:pt x="83185" y="884555"/>
                  <a:pt x="87630" y="910590"/>
                </a:cubicBezTo>
                <a:cubicBezTo>
                  <a:pt x="92075" y="936625"/>
                  <a:pt x="95885" y="948690"/>
                  <a:pt x="87630" y="975360"/>
                </a:cubicBezTo>
                <a:cubicBezTo>
                  <a:pt x="79375" y="1002030"/>
                  <a:pt x="63500" y="1017270"/>
                  <a:pt x="45720" y="1043940"/>
                </a:cubicBezTo>
                <a:cubicBezTo>
                  <a:pt x="27940" y="1070610"/>
                  <a:pt x="8255" y="1097280"/>
                  <a:pt x="0" y="11087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7063105" y="2741930"/>
            <a:ext cx="203200" cy="2137410"/>
          </a:xfrm>
          <a:custGeom>
            <a:avLst/>
            <a:gdLst>
              <a:gd name="connisteX0" fmla="*/ 202882 w 202882"/>
              <a:gd name="connsiteY0" fmla="*/ 0 h 2137410"/>
              <a:gd name="connisteX1" fmla="*/ 164782 w 202882"/>
              <a:gd name="connsiteY1" fmla="*/ 68580 h 2137410"/>
              <a:gd name="connisteX2" fmla="*/ 100012 w 202882"/>
              <a:gd name="connsiteY2" fmla="*/ 121920 h 2137410"/>
              <a:gd name="connisteX3" fmla="*/ 61912 w 202882"/>
              <a:gd name="connsiteY3" fmla="*/ 186690 h 2137410"/>
              <a:gd name="connisteX4" fmla="*/ 35242 w 202882"/>
              <a:gd name="connsiteY4" fmla="*/ 251460 h 2137410"/>
              <a:gd name="connisteX5" fmla="*/ 35242 w 202882"/>
              <a:gd name="connsiteY5" fmla="*/ 316230 h 2137410"/>
              <a:gd name="connisteX6" fmla="*/ 27622 w 202882"/>
              <a:gd name="connsiteY6" fmla="*/ 381000 h 2137410"/>
              <a:gd name="connisteX7" fmla="*/ 23812 w 202882"/>
              <a:gd name="connsiteY7" fmla="*/ 445770 h 2137410"/>
              <a:gd name="connisteX8" fmla="*/ 31432 w 202882"/>
              <a:gd name="connsiteY8" fmla="*/ 510540 h 2137410"/>
              <a:gd name="connisteX9" fmla="*/ 27622 w 202882"/>
              <a:gd name="connsiteY9" fmla="*/ 575310 h 2137410"/>
              <a:gd name="connisteX10" fmla="*/ 12382 w 202882"/>
              <a:gd name="connsiteY10" fmla="*/ 640080 h 2137410"/>
              <a:gd name="connisteX11" fmla="*/ 8572 w 202882"/>
              <a:gd name="connsiteY11" fmla="*/ 704850 h 2137410"/>
              <a:gd name="connisteX12" fmla="*/ 8572 w 202882"/>
              <a:gd name="connsiteY12" fmla="*/ 769620 h 2137410"/>
              <a:gd name="connisteX13" fmla="*/ 8572 w 202882"/>
              <a:gd name="connsiteY13" fmla="*/ 838200 h 2137410"/>
              <a:gd name="connisteX14" fmla="*/ 952 w 202882"/>
              <a:gd name="connsiteY14" fmla="*/ 902970 h 2137410"/>
              <a:gd name="connisteX15" fmla="*/ 952 w 202882"/>
              <a:gd name="connsiteY15" fmla="*/ 967740 h 2137410"/>
              <a:gd name="connisteX16" fmla="*/ 8572 w 202882"/>
              <a:gd name="connsiteY16" fmla="*/ 1032510 h 2137410"/>
              <a:gd name="connisteX17" fmla="*/ 31432 w 202882"/>
              <a:gd name="connsiteY17" fmla="*/ 1097280 h 2137410"/>
              <a:gd name="connisteX18" fmla="*/ 54292 w 202882"/>
              <a:gd name="connsiteY18" fmla="*/ 1162050 h 2137410"/>
              <a:gd name="connisteX19" fmla="*/ 54292 w 202882"/>
              <a:gd name="connsiteY19" fmla="*/ 1226820 h 2137410"/>
              <a:gd name="connisteX20" fmla="*/ 50482 w 202882"/>
              <a:gd name="connsiteY20" fmla="*/ 1291590 h 2137410"/>
              <a:gd name="connisteX21" fmla="*/ 50482 w 202882"/>
              <a:gd name="connsiteY21" fmla="*/ 1356360 h 2137410"/>
              <a:gd name="connisteX22" fmla="*/ 54292 w 202882"/>
              <a:gd name="connsiteY22" fmla="*/ 1421130 h 2137410"/>
              <a:gd name="connisteX23" fmla="*/ 73342 w 202882"/>
              <a:gd name="connsiteY23" fmla="*/ 1485900 h 2137410"/>
              <a:gd name="connisteX24" fmla="*/ 65722 w 202882"/>
              <a:gd name="connsiteY24" fmla="*/ 1550670 h 2137410"/>
              <a:gd name="connisteX25" fmla="*/ 84772 w 202882"/>
              <a:gd name="connsiteY25" fmla="*/ 1615440 h 2137410"/>
              <a:gd name="connisteX26" fmla="*/ 126682 w 202882"/>
              <a:gd name="connsiteY26" fmla="*/ 1680210 h 2137410"/>
              <a:gd name="connisteX27" fmla="*/ 157162 w 202882"/>
              <a:gd name="connsiteY27" fmla="*/ 1744980 h 2137410"/>
              <a:gd name="connisteX28" fmla="*/ 130492 w 202882"/>
              <a:gd name="connsiteY28" fmla="*/ 1813560 h 2137410"/>
              <a:gd name="connisteX29" fmla="*/ 77152 w 202882"/>
              <a:gd name="connsiteY29" fmla="*/ 1878330 h 2137410"/>
              <a:gd name="connisteX30" fmla="*/ 39052 w 202882"/>
              <a:gd name="connsiteY30" fmla="*/ 1943100 h 2137410"/>
              <a:gd name="connisteX31" fmla="*/ 27622 w 202882"/>
              <a:gd name="connsiteY31" fmla="*/ 2007870 h 2137410"/>
              <a:gd name="connisteX32" fmla="*/ 35242 w 202882"/>
              <a:gd name="connsiteY32" fmla="*/ 2072640 h 2137410"/>
              <a:gd name="connisteX33" fmla="*/ 69532 w 202882"/>
              <a:gd name="connsiteY33" fmla="*/ 2137410 h 21374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</a:cxnLst>
            <a:rect l="l" t="t" r="r" b="b"/>
            <a:pathLst>
              <a:path w="202883" h="2137410">
                <a:moveTo>
                  <a:pt x="202883" y="0"/>
                </a:moveTo>
                <a:cubicBezTo>
                  <a:pt x="196533" y="12700"/>
                  <a:pt x="185103" y="44450"/>
                  <a:pt x="164783" y="68580"/>
                </a:cubicBezTo>
                <a:cubicBezTo>
                  <a:pt x="144463" y="92710"/>
                  <a:pt x="120333" y="98425"/>
                  <a:pt x="100013" y="121920"/>
                </a:cubicBezTo>
                <a:cubicBezTo>
                  <a:pt x="79693" y="145415"/>
                  <a:pt x="74613" y="160655"/>
                  <a:pt x="61913" y="186690"/>
                </a:cubicBezTo>
                <a:cubicBezTo>
                  <a:pt x="49213" y="212725"/>
                  <a:pt x="40323" y="225425"/>
                  <a:pt x="35243" y="251460"/>
                </a:cubicBezTo>
                <a:cubicBezTo>
                  <a:pt x="30163" y="277495"/>
                  <a:pt x="36513" y="290195"/>
                  <a:pt x="35243" y="316230"/>
                </a:cubicBezTo>
                <a:cubicBezTo>
                  <a:pt x="33973" y="342265"/>
                  <a:pt x="30163" y="354965"/>
                  <a:pt x="27623" y="381000"/>
                </a:cubicBezTo>
                <a:cubicBezTo>
                  <a:pt x="25083" y="407035"/>
                  <a:pt x="23178" y="419735"/>
                  <a:pt x="23813" y="445770"/>
                </a:cubicBezTo>
                <a:cubicBezTo>
                  <a:pt x="24448" y="471805"/>
                  <a:pt x="30798" y="484505"/>
                  <a:pt x="31433" y="510540"/>
                </a:cubicBezTo>
                <a:cubicBezTo>
                  <a:pt x="32068" y="536575"/>
                  <a:pt x="31433" y="549275"/>
                  <a:pt x="27623" y="575310"/>
                </a:cubicBezTo>
                <a:cubicBezTo>
                  <a:pt x="23813" y="601345"/>
                  <a:pt x="16193" y="614045"/>
                  <a:pt x="12383" y="640080"/>
                </a:cubicBezTo>
                <a:cubicBezTo>
                  <a:pt x="8573" y="666115"/>
                  <a:pt x="9208" y="678815"/>
                  <a:pt x="8573" y="704850"/>
                </a:cubicBezTo>
                <a:cubicBezTo>
                  <a:pt x="7938" y="730885"/>
                  <a:pt x="8573" y="742950"/>
                  <a:pt x="8573" y="769620"/>
                </a:cubicBezTo>
                <a:cubicBezTo>
                  <a:pt x="8573" y="796290"/>
                  <a:pt x="9843" y="811530"/>
                  <a:pt x="8573" y="838200"/>
                </a:cubicBezTo>
                <a:cubicBezTo>
                  <a:pt x="7303" y="864870"/>
                  <a:pt x="2223" y="876935"/>
                  <a:pt x="953" y="902970"/>
                </a:cubicBezTo>
                <a:cubicBezTo>
                  <a:pt x="-317" y="929005"/>
                  <a:pt x="-317" y="941705"/>
                  <a:pt x="953" y="967740"/>
                </a:cubicBezTo>
                <a:cubicBezTo>
                  <a:pt x="2223" y="993775"/>
                  <a:pt x="2223" y="1006475"/>
                  <a:pt x="8573" y="1032510"/>
                </a:cubicBezTo>
                <a:cubicBezTo>
                  <a:pt x="14923" y="1058545"/>
                  <a:pt x="22543" y="1071245"/>
                  <a:pt x="31433" y="1097280"/>
                </a:cubicBezTo>
                <a:cubicBezTo>
                  <a:pt x="40323" y="1123315"/>
                  <a:pt x="49848" y="1136015"/>
                  <a:pt x="54293" y="1162050"/>
                </a:cubicBezTo>
                <a:cubicBezTo>
                  <a:pt x="58738" y="1188085"/>
                  <a:pt x="54928" y="1200785"/>
                  <a:pt x="54293" y="1226820"/>
                </a:cubicBezTo>
                <a:cubicBezTo>
                  <a:pt x="53658" y="1252855"/>
                  <a:pt x="51118" y="1265555"/>
                  <a:pt x="50483" y="1291590"/>
                </a:cubicBezTo>
                <a:cubicBezTo>
                  <a:pt x="49848" y="1317625"/>
                  <a:pt x="49848" y="1330325"/>
                  <a:pt x="50483" y="1356360"/>
                </a:cubicBezTo>
                <a:cubicBezTo>
                  <a:pt x="51118" y="1382395"/>
                  <a:pt x="49848" y="1395095"/>
                  <a:pt x="54293" y="1421130"/>
                </a:cubicBezTo>
                <a:cubicBezTo>
                  <a:pt x="58738" y="1447165"/>
                  <a:pt x="70803" y="1459865"/>
                  <a:pt x="73343" y="1485900"/>
                </a:cubicBezTo>
                <a:cubicBezTo>
                  <a:pt x="75883" y="1511935"/>
                  <a:pt x="63183" y="1524635"/>
                  <a:pt x="65723" y="1550670"/>
                </a:cubicBezTo>
                <a:cubicBezTo>
                  <a:pt x="68263" y="1576705"/>
                  <a:pt x="72708" y="1589405"/>
                  <a:pt x="84773" y="1615440"/>
                </a:cubicBezTo>
                <a:cubicBezTo>
                  <a:pt x="96838" y="1641475"/>
                  <a:pt x="112078" y="1654175"/>
                  <a:pt x="126683" y="1680210"/>
                </a:cubicBezTo>
                <a:cubicBezTo>
                  <a:pt x="141288" y="1706245"/>
                  <a:pt x="156528" y="1718310"/>
                  <a:pt x="157163" y="1744980"/>
                </a:cubicBezTo>
                <a:cubicBezTo>
                  <a:pt x="157798" y="1771650"/>
                  <a:pt x="146368" y="1786890"/>
                  <a:pt x="130493" y="1813560"/>
                </a:cubicBezTo>
                <a:cubicBezTo>
                  <a:pt x="114618" y="1840230"/>
                  <a:pt x="95568" y="1852295"/>
                  <a:pt x="77153" y="1878330"/>
                </a:cubicBezTo>
                <a:cubicBezTo>
                  <a:pt x="58738" y="1904365"/>
                  <a:pt x="49213" y="1917065"/>
                  <a:pt x="39053" y="1943100"/>
                </a:cubicBezTo>
                <a:cubicBezTo>
                  <a:pt x="28893" y="1969135"/>
                  <a:pt x="28258" y="1981835"/>
                  <a:pt x="27623" y="2007870"/>
                </a:cubicBezTo>
                <a:cubicBezTo>
                  <a:pt x="26988" y="2033905"/>
                  <a:pt x="26988" y="2046605"/>
                  <a:pt x="35243" y="2072640"/>
                </a:cubicBezTo>
                <a:cubicBezTo>
                  <a:pt x="43498" y="2098675"/>
                  <a:pt x="62548" y="2125980"/>
                  <a:pt x="69533" y="21374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032625" y="4868545"/>
            <a:ext cx="229235" cy="899160"/>
          </a:xfrm>
          <a:custGeom>
            <a:avLst/>
            <a:gdLst>
              <a:gd name="connisteX0" fmla="*/ 91861 w 229021"/>
              <a:gd name="connsiteY0" fmla="*/ 0 h 899160"/>
              <a:gd name="connisteX1" fmla="*/ 110911 w 229021"/>
              <a:gd name="connsiteY1" fmla="*/ 64770 h 899160"/>
              <a:gd name="connisteX2" fmla="*/ 122341 w 229021"/>
              <a:gd name="connsiteY2" fmla="*/ 129540 h 899160"/>
              <a:gd name="connisteX3" fmla="*/ 118531 w 229021"/>
              <a:gd name="connsiteY3" fmla="*/ 194310 h 899160"/>
              <a:gd name="connisteX4" fmla="*/ 53761 w 229021"/>
              <a:gd name="connsiteY4" fmla="*/ 247650 h 899160"/>
              <a:gd name="connisteX5" fmla="*/ 421 w 229021"/>
              <a:gd name="connsiteY5" fmla="*/ 312420 h 899160"/>
              <a:gd name="connisteX6" fmla="*/ 34711 w 229021"/>
              <a:gd name="connsiteY6" fmla="*/ 381000 h 899160"/>
              <a:gd name="connisteX7" fmla="*/ 76621 w 229021"/>
              <a:gd name="connsiteY7" fmla="*/ 445770 h 899160"/>
              <a:gd name="connisteX8" fmla="*/ 126151 w 229021"/>
              <a:gd name="connsiteY8" fmla="*/ 510540 h 899160"/>
              <a:gd name="connisteX9" fmla="*/ 164251 w 229021"/>
              <a:gd name="connsiteY9" fmla="*/ 575310 h 899160"/>
              <a:gd name="connisteX10" fmla="*/ 206161 w 229021"/>
              <a:gd name="connsiteY10" fmla="*/ 640080 h 899160"/>
              <a:gd name="connisteX11" fmla="*/ 209971 w 229021"/>
              <a:gd name="connsiteY11" fmla="*/ 704850 h 899160"/>
              <a:gd name="connisteX12" fmla="*/ 194731 w 229021"/>
              <a:gd name="connsiteY12" fmla="*/ 769620 h 899160"/>
              <a:gd name="connisteX13" fmla="*/ 198541 w 229021"/>
              <a:gd name="connsiteY13" fmla="*/ 834390 h 899160"/>
              <a:gd name="connisteX14" fmla="*/ 229021 w 229021"/>
              <a:gd name="connsiteY14" fmla="*/ 899160 h 8991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229022" h="899160">
                <a:moveTo>
                  <a:pt x="91862" y="0"/>
                </a:moveTo>
                <a:cubicBezTo>
                  <a:pt x="95672" y="11430"/>
                  <a:pt x="104562" y="38735"/>
                  <a:pt x="110912" y="64770"/>
                </a:cubicBezTo>
                <a:cubicBezTo>
                  <a:pt x="117262" y="90805"/>
                  <a:pt x="121072" y="103505"/>
                  <a:pt x="122342" y="129540"/>
                </a:cubicBezTo>
                <a:cubicBezTo>
                  <a:pt x="123612" y="155575"/>
                  <a:pt x="132502" y="170815"/>
                  <a:pt x="118532" y="194310"/>
                </a:cubicBezTo>
                <a:cubicBezTo>
                  <a:pt x="104562" y="217805"/>
                  <a:pt x="77257" y="224155"/>
                  <a:pt x="53762" y="247650"/>
                </a:cubicBezTo>
                <a:cubicBezTo>
                  <a:pt x="30267" y="271145"/>
                  <a:pt x="4232" y="285750"/>
                  <a:pt x="422" y="312420"/>
                </a:cubicBezTo>
                <a:cubicBezTo>
                  <a:pt x="-3388" y="339090"/>
                  <a:pt x="19472" y="354330"/>
                  <a:pt x="34712" y="381000"/>
                </a:cubicBezTo>
                <a:cubicBezTo>
                  <a:pt x="49952" y="407670"/>
                  <a:pt x="58207" y="419735"/>
                  <a:pt x="76622" y="445770"/>
                </a:cubicBezTo>
                <a:cubicBezTo>
                  <a:pt x="95037" y="471805"/>
                  <a:pt x="108372" y="484505"/>
                  <a:pt x="126152" y="510540"/>
                </a:cubicBezTo>
                <a:cubicBezTo>
                  <a:pt x="143932" y="536575"/>
                  <a:pt x="148377" y="549275"/>
                  <a:pt x="164252" y="575310"/>
                </a:cubicBezTo>
                <a:cubicBezTo>
                  <a:pt x="180127" y="601345"/>
                  <a:pt x="197272" y="614045"/>
                  <a:pt x="206162" y="640080"/>
                </a:cubicBezTo>
                <a:cubicBezTo>
                  <a:pt x="215052" y="666115"/>
                  <a:pt x="212512" y="678815"/>
                  <a:pt x="209972" y="704850"/>
                </a:cubicBezTo>
                <a:cubicBezTo>
                  <a:pt x="207432" y="730885"/>
                  <a:pt x="197272" y="743585"/>
                  <a:pt x="194732" y="769620"/>
                </a:cubicBezTo>
                <a:cubicBezTo>
                  <a:pt x="192192" y="795655"/>
                  <a:pt x="191557" y="808355"/>
                  <a:pt x="198542" y="834390"/>
                </a:cubicBezTo>
                <a:cubicBezTo>
                  <a:pt x="205527" y="860425"/>
                  <a:pt x="223307" y="887730"/>
                  <a:pt x="229022" y="89916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6527165" y="3579495"/>
            <a:ext cx="440690" cy="2072640"/>
          </a:xfrm>
          <a:custGeom>
            <a:avLst/>
            <a:gdLst>
              <a:gd name="connisteX0" fmla="*/ 413834 w 440774"/>
              <a:gd name="connsiteY0" fmla="*/ 0 h 2072640"/>
              <a:gd name="connisteX1" fmla="*/ 439234 w 440774"/>
              <a:gd name="connsiteY1" fmla="*/ 71120 h 2072640"/>
              <a:gd name="connisteX2" fmla="*/ 373194 w 440774"/>
              <a:gd name="connsiteY2" fmla="*/ 121920 h 2072640"/>
              <a:gd name="connisteX3" fmla="*/ 373194 w 440774"/>
              <a:gd name="connsiteY3" fmla="*/ 193040 h 2072640"/>
              <a:gd name="connisteX4" fmla="*/ 373194 w 440774"/>
              <a:gd name="connsiteY4" fmla="*/ 259080 h 2072640"/>
              <a:gd name="connisteX5" fmla="*/ 393514 w 440774"/>
              <a:gd name="connsiteY5" fmla="*/ 330200 h 2072640"/>
              <a:gd name="connisteX6" fmla="*/ 429074 w 440774"/>
              <a:gd name="connsiteY6" fmla="*/ 396240 h 2072640"/>
              <a:gd name="connisteX7" fmla="*/ 398594 w 440774"/>
              <a:gd name="connsiteY7" fmla="*/ 467360 h 2072640"/>
              <a:gd name="connisteX8" fmla="*/ 342714 w 440774"/>
              <a:gd name="connsiteY8" fmla="*/ 533400 h 2072640"/>
              <a:gd name="connisteX9" fmla="*/ 322394 w 440774"/>
              <a:gd name="connsiteY9" fmla="*/ 604520 h 2072640"/>
              <a:gd name="connisteX10" fmla="*/ 322394 w 440774"/>
              <a:gd name="connsiteY10" fmla="*/ 670560 h 2072640"/>
              <a:gd name="connisteX11" fmla="*/ 368114 w 440774"/>
              <a:gd name="connsiteY11" fmla="*/ 741680 h 2072640"/>
              <a:gd name="connisteX12" fmla="*/ 368114 w 440774"/>
              <a:gd name="connsiteY12" fmla="*/ 807720 h 2072640"/>
              <a:gd name="connisteX13" fmla="*/ 363034 w 440774"/>
              <a:gd name="connsiteY13" fmla="*/ 878840 h 2072640"/>
              <a:gd name="connisteX14" fmla="*/ 296994 w 440774"/>
              <a:gd name="connsiteY14" fmla="*/ 919480 h 2072640"/>
              <a:gd name="connisteX15" fmla="*/ 286834 w 440774"/>
              <a:gd name="connsiteY15" fmla="*/ 985520 h 2072640"/>
              <a:gd name="connisteX16" fmla="*/ 276674 w 440774"/>
              <a:gd name="connsiteY16" fmla="*/ 1051560 h 2072640"/>
              <a:gd name="connisteX17" fmla="*/ 256354 w 440774"/>
              <a:gd name="connsiteY17" fmla="*/ 1117600 h 2072640"/>
              <a:gd name="connisteX18" fmla="*/ 190314 w 440774"/>
              <a:gd name="connsiteY18" fmla="*/ 1143000 h 2072640"/>
              <a:gd name="connisteX19" fmla="*/ 124274 w 440774"/>
              <a:gd name="connsiteY19" fmla="*/ 1193800 h 2072640"/>
              <a:gd name="connisteX20" fmla="*/ 83634 w 440774"/>
              <a:gd name="connsiteY20" fmla="*/ 1259840 h 2072640"/>
              <a:gd name="connisteX21" fmla="*/ 58234 w 440774"/>
              <a:gd name="connsiteY21" fmla="*/ 1325880 h 2072640"/>
              <a:gd name="connisteX22" fmla="*/ 58234 w 440774"/>
              <a:gd name="connsiteY22" fmla="*/ 1391920 h 2072640"/>
              <a:gd name="connisteX23" fmla="*/ 78554 w 440774"/>
              <a:gd name="connsiteY23" fmla="*/ 1457960 h 2072640"/>
              <a:gd name="connisteX24" fmla="*/ 78554 w 440774"/>
              <a:gd name="connsiteY24" fmla="*/ 1529080 h 2072640"/>
              <a:gd name="connisteX25" fmla="*/ 83634 w 440774"/>
              <a:gd name="connsiteY25" fmla="*/ 1595120 h 2072640"/>
              <a:gd name="connisteX26" fmla="*/ 58234 w 440774"/>
              <a:gd name="connsiteY26" fmla="*/ 1666240 h 2072640"/>
              <a:gd name="connisteX27" fmla="*/ 37914 w 440774"/>
              <a:gd name="connsiteY27" fmla="*/ 1732280 h 2072640"/>
              <a:gd name="connisteX28" fmla="*/ 37914 w 440774"/>
              <a:gd name="connsiteY28" fmla="*/ 1803400 h 2072640"/>
              <a:gd name="connisteX29" fmla="*/ 32834 w 440774"/>
              <a:gd name="connsiteY29" fmla="*/ 1869440 h 2072640"/>
              <a:gd name="connisteX30" fmla="*/ 7434 w 440774"/>
              <a:gd name="connsiteY30" fmla="*/ 1940560 h 2072640"/>
              <a:gd name="connisteX31" fmla="*/ 2354 w 440774"/>
              <a:gd name="connsiteY31" fmla="*/ 2006600 h 2072640"/>
              <a:gd name="connisteX32" fmla="*/ 32834 w 440774"/>
              <a:gd name="connsiteY32" fmla="*/ 2072640 h 20726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</a:cxnLst>
            <a:rect l="l" t="t" r="r" b="b"/>
            <a:pathLst>
              <a:path w="440775" h="2072640">
                <a:moveTo>
                  <a:pt x="413834" y="0"/>
                </a:moveTo>
                <a:cubicBezTo>
                  <a:pt x="420184" y="13335"/>
                  <a:pt x="447489" y="46990"/>
                  <a:pt x="439234" y="71120"/>
                </a:cubicBezTo>
                <a:cubicBezTo>
                  <a:pt x="430979" y="95250"/>
                  <a:pt x="386529" y="97790"/>
                  <a:pt x="373194" y="121920"/>
                </a:cubicBezTo>
                <a:cubicBezTo>
                  <a:pt x="359859" y="146050"/>
                  <a:pt x="373194" y="165735"/>
                  <a:pt x="373194" y="193040"/>
                </a:cubicBezTo>
                <a:cubicBezTo>
                  <a:pt x="373194" y="220345"/>
                  <a:pt x="369384" y="231775"/>
                  <a:pt x="373194" y="259080"/>
                </a:cubicBezTo>
                <a:cubicBezTo>
                  <a:pt x="377004" y="286385"/>
                  <a:pt x="382084" y="302895"/>
                  <a:pt x="393514" y="330200"/>
                </a:cubicBezTo>
                <a:cubicBezTo>
                  <a:pt x="404944" y="357505"/>
                  <a:pt x="427804" y="368935"/>
                  <a:pt x="429074" y="396240"/>
                </a:cubicBezTo>
                <a:cubicBezTo>
                  <a:pt x="430344" y="423545"/>
                  <a:pt x="415739" y="440055"/>
                  <a:pt x="398594" y="467360"/>
                </a:cubicBezTo>
                <a:cubicBezTo>
                  <a:pt x="381449" y="494665"/>
                  <a:pt x="357954" y="506095"/>
                  <a:pt x="342714" y="533400"/>
                </a:cubicBezTo>
                <a:cubicBezTo>
                  <a:pt x="327474" y="560705"/>
                  <a:pt x="326204" y="577215"/>
                  <a:pt x="322394" y="604520"/>
                </a:cubicBezTo>
                <a:cubicBezTo>
                  <a:pt x="318584" y="631825"/>
                  <a:pt x="313504" y="643255"/>
                  <a:pt x="322394" y="670560"/>
                </a:cubicBezTo>
                <a:cubicBezTo>
                  <a:pt x="331284" y="697865"/>
                  <a:pt x="359224" y="714375"/>
                  <a:pt x="368114" y="741680"/>
                </a:cubicBezTo>
                <a:cubicBezTo>
                  <a:pt x="377004" y="768985"/>
                  <a:pt x="369384" y="780415"/>
                  <a:pt x="368114" y="807720"/>
                </a:cubicBezTo>
                <a:cubicBezTo>
                  <a:pt x="366844" y="835025"/>
                  <a:pt x="377004" y="856615"/>
                  <a:pt x="363034" y="878840"/>
                </a:cubicBezTo>
                <a:cubicBezTo>
                  <a:pt x="349064" y="901065"/>
                  <a:pt x="312234" y="897890"/>
                  <a:pt x="296994" y="919480"/>
                </a:cubicBezTo>
                <a:cubicBezTo>
                  <a:pt x="281754" y="941070"/>
                  <a:pt x="290644" y="958850"/>
                  <a:pt x="286834" y="985520"/>
                </a:cubicBezTo>
                <a:cubicBezTo>
                  <a:pt x="283024" y="1012190"/>
                  <a:pt x="283024" y="1024890"/>
                  <a:pt x="276674" y="1051560"/>
                </a:cubicBezTo>
                <a:cubicBezTo>
                  <a:pt x="270324" y="1078230"/>
                  <a:pt x="273499" y="1099185"/>
                  <a:pt x="256354" y="1117600"/>
                </a:cubicBezTo>
                <a:cubicBezTo>
                  <a:pt x="239209" y="1136015"/>
                  <a:pt x="216984" y="1127760"/>
                  <a:pt x="190314" y="1143000"/>
                </a:cubicBezTo>
                <a:cubicBezTo>
                  <a:pt x="163644" y="1158240"/>
                  <a:pt x="145864" y="1170305"/>
                  <a:pt x="124274" y="1193800"/>
                </a:cubicBezTo>
                <a:cubicBezTo>
                  <a:pt x="102684" y="1217295"/>
                  <a:pt x="96969" y="1233170"/>
                  <a:pt x="83634" y="1259840"/>
                </a:cubicBezTo>
                <a:cubicBezTo>
                  <a:pt x="70299" y="1286510"/>
                  <a:pt x="63314" y="1299210"/>
                  <a:pt x="58234" y="1325880"/>
                </a:cubicBezTo>
                <a:cubicBezTo>
                  <a:pt x="53154" y="1352550"/>
                  <a:pt x="54424" y="1365250"/>
                  <a:pt x="58234" y="1391920"/>
                </a:cubicBezTo>
                <a:cubicBezTo>
                  <a:pt x="62044" y="1418590"/>
                  <a:pt x="74744" y="1430655"/>
                  <a:pt x="78554" y="1457960"/>
                </a:cubicBezTo>
                <a:cubicBezTo>
                  <a:pt x="82364" y="1485265"/>
                  <a:pt x="77284" y="1501775"/>
                  <a:pt x="78554" y="1529080"/>
                </a:cubicBezTo>
                <a:cubicBezTo>
                  <a:pt x="79824" y="1556385"/>
                  <a:pt x="87444" y="1567815"/>
                  <a:pt x="83634" y="1595120"/>
                </a:cubicBezTo>
                <a:cubicBezTo>
                  <a:pt x="79824" y="1622425"/>
                  <a:pt x="67124" y="1638935"/>
                  <a:pt x="58234" y="1666240"/>
                </a:cubicBezTo>
                <a:cubicBezTo>
                  <a:pt x="49344" y="1693545"/>
                  <a:pt x="41724" y="1704975"/>
                  <a:pt x="37914" y="1732280"/>
                </a:cubicBezTo>
                <a:cubicBezTo>
                  <a:pt x="34104" y="1759585"/>
                  <a:pt x="39184" y="1776095"/>
                  <a:pt x="37914" y="1803400"/>
                </a:cubicBezTo>
                <a:cubicBezTo>
                  <a:pt x="36644" y="1830705"/>
                  <a:pt x="39184" y="1842135"/>
                  <a:pt x="32834" y="1869440"/>
                </a:cubicBezTo>
                <a:cubicBezTo>
                  <a:pt x="26484" y="1896745"/>
                  <a:pt x="13784" y="1913255"/>
                  <a:pt x="7434" y="1940560"/>
                </a:cubicBezTo>
                <a:cubicBezTo>
                  <a:pt x="1084" y="1967865"/>
                  <a:pt x="-2726" y="1979930"/>
                  <a:pt x="2354" y="2006600"/>
                </a:cubicBezTo>
                <a:cubicBezTo>
                  <a:pt x="7434" y="2033270"/>
                  <a:pt x="26484" y="2060575"/>
                  <a:pt x="32834" y="207264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5344160" y="3920490"/>
            <a:ext cx="797560" cy="1614805"/>
          </a:xfrm>
          <a:custGeom>
            <a:avLst/>
            <a:gdLst>
              <a:gd name="connisteX0" fmla="*/ 797605 w 797605"/>
              <a:gd name="connsiteY0" fmla="*/ 0 h 1614743"/>
              <a:gd name="connisteX1" fmla="*/ 731565 w 797605"/>
              <a:gd name="connsiteY1" fmla="*/ 27940 h 1614743"/>
              <a:gd name="connisteX2" fmla="*/ 662985 w 797605"/>
              <a:gd name="connsiteY2" fmla="*/ 63500 h 1614743"/>
              <a:gd name="connisteX3" fmla="*/ 624885 w 797605"/>
              <a:gd name="connsiteY3" fmla="*/ 129540 h 1614743"/>
              <a:gd name="connisteX4" fmla="*/ 617265 w 797605"/>
              <a:gd name="connsiteY4" fmla="*/ 198120 h 1614743"/>
              <a:gd name="connisteX5" fmla="*/ 607105 w 797605"/>
              <a:gd name="connsiteY5" fmla="*/ 266700 h 1614743"/>
              <a:gd name="connisteX6" fmla="*/ 541065 w 797605"/>
              <a:gd name="connsiteY6" fmla="*/ 330200 h 1614743"/>
              <a:gd name="connisteX7" fmla="*/ 475025 w 797605"/>
              <a:gd name="connsiteY7" fmla="*/ 388620 h 1614743"/>
              <a:gd name="connisteX8" fmla="*/ 414065 w 797605"/>
              <a:gd name="connsiteY8" fmla="*/ 454660 h 1614743"/>
              <a:gd name="connisteX9" fmla="*/ 378505 w 797605"/>
              <a:gd name="connsiteY9" fmla="*/ 523240 h 1614743"/>
              <a:gd name="connisteX10" fmla="*/ 363265 w 797605"/>
              <a:gd name="connsiteY10" fmla="*/ 591820 h 1614743"/>
              <a:gd name="connisteX11" fmla="*/ 342945 w 797605"/>
              <a:gd name="connsiteY11" fmla="*/ 660400 h 1614743"/>
              <a:gd name="connisteX12" fmla="*/ 294685 w 797605"/>
              <a:gd name="connsiteY12" fmla="*/ 728980 h 1614743"/>
              <a:gd name="connisteX13" fmla="*/ 261665 w 797605"/>
              <a:gd name="connsiteY13" fmla="*/ 797560 h 1614743"/>
              <a:gd name="connisteX14" fmla="*/ 233725 w 797605"/>
              <a:gd name="connsiteY14" fmla="*/ 866140 h 1614743"/>
              <a:gd name="connisteX15" fmla="*/ 167685 w 797605"/>
              <a:gd name="connsiteY15" fmla="*/ 909320 h 1614743"/>
              <a:gd name="connisteX16" fmla="*/ 149905 w 797605"/>
              <a:gd name="connsiteY16" fmla="*/ 977900 h 1614743"/>
              <a:gd name="connisteX17" fmla="*/ 139745 w 797605"/>
              <a:gd name="connsiteY17" fmla="*/ 1046480 h 1614743"/>
              <a:gd name="connisteX18" fmla="*/ 114345 w 797605"/>
              <a:gd name="connsiteY18" fmla="*/ 1115060 h 1614743"/>
              <a:gd name="connisteX19" fmla="*/ 104185 w 797605"/>
              <a:gd name="connsiteY19" fmla="*/ 1183640 h 1614743"/>
              <a:gd name="connisteX20" fmla="*/ 88945 w 797605"/>
              <a:gd name="connsiteY20" fmla="*/ 1252220 h 1614743"/>
              <a:gd name="connisteX21" fmla="*/ 81325 w 797605"/>
              <a:gd name="connsiteY21" fmla="*/ 1320800 h 1614743"/>
              <a:gd name="connisteX22" fmla="*/ 71165 w 797605"/>
              <a:gd name="connsiteY22" fmla="*/ 1386840 h 1614743"/>
              <a:gd name="connisteX23" fmla="*/ 38145 w 797605"/>
              <a:gd name="connsiteY23" fmla="*/ 1455420 h 1614743"/>
              <a:gd name="connisteX24" fmla="*/ 45 w 797605"/>
              <a:gd name="connsiteY24" fmla="*/ 1524000 h 1614743"/>
              <a:gd name="connisteX25" fmla="*/ 43225 w 797605"/>
              <a:gd name="connsiteY25" fmla="*/ 1592580 h 1614743"/>
              <a:gd name="connisteX26" fmla="*/ 109265 w 797605"/>
              <a:gd name="connsiteY26" fmla="*/ 1612900 h 1614743"/>
              <a:gd name="connisteX27" fmla="*/ 177845 w 797605"/>
              <a:gd name="connsiteY27" fmla="*/ 1612900 h 161474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</a:cxnLst>
            <a:rect l="l" t="t" r="r" b="b"/>
            <a:pathLst>
              <a:path w="797606" h="1614743">
                <a:moveTo>
                  <a:pt x="797606" y="0"/>
                </a:moveTo>
                <a:cubicBezTo>
                  <a:pt x="785541" y="5080"/>
                  <a:pt x="758236" y="15240"/>
                  <a:pt x="731566" y="27940"/>
                </a:cubicBezTo>
                <a:cubicBezTo>
                  <a:pt x="704896" y="40640"/>
                  <a:pt x="684576" y="43180"/>
                  <a:pt x="662986" y="63500"/>
                </a:cubicBezTo>
                <a:cubicBezTo>
                  <a:pt x="641396" y="83820"/>
                  <a:pt x="633776" y="102870"/>
                  <a:pt x="624886" y="129540"/>
                </a:cubicBezTo>
                <a:cubicBezTo>
                  <a:pt x="615996" y="156210"/>
                  <a:pt x="621076" y="170815"/>
                  <a:pt x="617266" y="198120"/>
                </a:cubicBezTo>
                <a:cubicBezTo>
                  <a:pt x="613456" y="225425"/>
                  <a:pt x="622346" y="240030"/>
                  <a:pt x="607106" y="266700"/>
                </a:cubicBezTo>
                <a:cubicBezTo>
                  <a:pt x="591866" y="293370"/>
                  <a:pt x="567736" y="306070"/>
                  <a:pt x="541066" y="330200"/>
                </a:cubicBezTo>
                <a:cubicBezTo>
                  <a:pt x="514396" y="354330"/>
                  <a:pt x="500426" y="363855"/>
                  <a:pt x="475026" y="388620"/>
                </a:cubicBezTo>
                <a:cubicBezTo>
                  <a:pt x="449626" y="413385"/>
                  <a:pt x="433116" y="427990"/>
                  <a:pt x="414066" y="454660"/>
                </a:cubicBezTo>
                <a:cubicBezTo>
                  <a:pt x="395016" y="481330"/>
                  <a:pt x="388666" y="495935"/>
                  <a:pt x="378506" y="523240"/>
                </a:cubicBezTo>
                <a:cubicBezTo>
                  <a:pt x="368346" y="550545"/>
                  <a:pt x="370251" y="564515"/>
                  <a:pt x="363266" y="591820"/>
                </a:cubicBezTo>
                <a:cubicBezTo>
                  <a:pt x="356281" y="619125"/>
                  <a:pt x="356916" y="633095"/>
                  <a:pt x="342946" y="660400"/>
                </a:cubicBezTo>
                <a:cubicBezTo>
                  <a:pt x="328976" y="687705"/>
                  <a:pt x="311196" y="701675"/>
                  <a:pt x="294686" y="728980"/>
                </a:cubicBezTo>
                <a:cubicBezTo>
                  <a:pt x="278176" y="756285"/>
                  <a:pt x="273731" y="770255"/>
                  <a:pt x="261666" y="797560"/>
                </a:cubicBezTo>
                <a:cubicBezTo>
                  <a:pt x="249601" y="824865"/>
                  <a:pt x="252776" y="843915"/>
                  <a:pt x="233726" y="866140"/>
                </a:cubicBezTo>
                <a:cubicBezTo>
                  <a:pt x="214676" y="888365"/>
                  <a:pt x="184196" y="887095"/>
                  <a:pt x="167686" y="909320"/>
                </a:cubicBezTo>
                <a:cubicBezTo>
                  <a:pt x="151176" y="931545"/>
                  <a:pt x="155621" y="950595"/>
                  <a:pt x="149906" y="977900"/>
                </a:cubicBezTo>
                <a:cubicBezTo>
                  <a:pt x="144191" y="1005205"/>
                  <a:pt x="146731" y="1019175"/>
                  <a:pt x="139746" y="1046480"/>
                </a:cubicBezTo>
                <a:cubicBezTo>
                  <a:pt x="132761" y="1073785"/>
                  <a:pt x="121331" y="1087755"/>
                  <a:pt x="114346" y="1115060"/>
                </a:cubicBezTo>
                <a:cubicBezTo>
                  <a:pt x="107361" y="1142365"/>
                  <a:pt x="109266" y="1156335"/>
                  <a:pt x="104186" y="1183640"/>
                </a:cubicBezTo>
                <a:cubicBezTo>
                  <a:pt x="99106" y="1210945"/>
                  <a:pt x="93391" y="1224915"/>
                  <a:pt x="88946" y="1252220"/>
                </a:cubicBezTo>
                <a:cubicBezTo>
                  <a:pt x="84501" y="1279525"/>
                  <a:pt x="85136" y="1294130"/>
                  <a:pt x="81326" y="1320800"/>
                </a:cubicBezTo>
                <a:cubicBezTo>
                  <a:pt x="77516" y="1347470"/>
                  <a:pt x="80056" y="1360170"/>
                  <a:pt x="71166" y="1386840"/>
                </a:cubicBezTo>
                <a:cubicBezTo>
                  <a:pt x="62276" y="1413510"/>
                  <a:pt x="52116" y="1428115"/>
                  <a:pt x="38146" y="1455420"/>
                </a:cubicBezTo>
                <a:cubicBezTo>
                  <a:pt x="24176" y="1482725"/>
                  <a:pt x="-1224" y="1496695"/>
                  <a:pt x="46" y="1524000"/>
                </a:cubicBezTo>
                <a:cubicBezTo>
                  <a:pt x="1316" y="1551305"/>
                  <a:pt x="21636" y="1574800"/>
                  <a:pt x="43226" y="1592580"/>
                </a:cubicBezTo>
                <a:cubicBezTo>
                  <a:pt x="64816" y="1610360"/>
                  <a:pt x="82596" y="1609090"/>
                  <a:pt x="109266" y="1612900"/>
                </a:cubicBezTo>
                <a:cubicBezTo>
                  <a:pt x="135936" y="1616710"/>
                  <a:pt x="165146" y="1613535"/>
                  <a:pt x="177846" y="161290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5624195" y="2585085"/>
            <a:ext cx="1672590" cy="1040130"/>
          </a:xfrm>
          <a:custGeom>
            <a:avLst/>
            <a:gdLst>
              <a:gd name="connisteX0" fmla="*/ 1672590 w 1672590"/>
              <a:gd name="connsiteY0" fmla="*/ 144790 h 1040140"/>
              <a:gd name="connisteX1" fmla="*/ 1604010 w 1672590"/>
              <a:gd name="connsiteY1" fmla="*/ 129550 h 1040140"/>
              <a:gd name="connisteX2" fmla="*/ 1539240 w 1672590"/>
              <a:gd name="connsiteY2" fmla="*/ 99070 h 1040140"/>
              <a:gd name="connisteX3" fmla="*/ 1474470 w 1672590"/>
              <a:gd name="connsiteY3" fmla="*/ 80020 h 1040140"/>
              <a:gd name="connisteX4" fmla="*/ 1409700 w 1672590"/>
              <a:gd name="connsiteY4" fmla="*/ 76210 h 1040140"/>
              <a:gd name="connisteX5" fmla="*/ 1341120 w 1672590"/>
              <a:gd name="connsiteY5" fmla="*/ 114310 h 1040140"/>
              <a:gd name="connisteX6" fmla="*/ 1276350 w 1672590"/>
              <a:gd name="connsiteY6" fmla="*/ 156220 h 1040140"/>
              <a:gd name="connisteX7" fmla="*/ 1211580 w 1672590"/>
              <a:gd name="connsiteY7" fmla="*/ 190510 h 1040140"/>
              <a:gd name="connisteX8" fmla="*/ 1215390 w 1672590"/>
              <a:gd name="connsiteY8" fmla="*/ 121930 h 1040140"/>
              <a:gd name="connisteX9" fmla="*/ 1192530 w 1672590"/>
              <a:gd name="connsiteY9" fmla="*/ 57160 h 1040140"/>
              <a:gd name="connisteX10" fmla="*/ 1127760 w 1672590"/>
              <a:gd name="connsiteY10" fmla="*/ 7630 h 1040140"/>
              <a:gd name="connisteX11" fmla="*/ 1062990 w 1672590"/>
              <a:gd name="connsiteY11" fmla="*/ 3820 h 1040140"/>
              <a:gd name="connisteX12" fmla="*/ 998220 w 1672590"/>
              <a:gd name="connsiteY12" fmla="*/ 30490 h 1040140"/>
              <a:gd name="connisteX13" fmla="*/ 933450 w 1672590"/>
              <a:gd name="connsiteY13" fmla="*/ 68590 h 1040140"/>
              <a:gd name="connisteX14" fmla="*/ 868680 w 1672590"/>
              <a:gd name="connsiteY14" fmla="*/ 102880 h 1040140"/>
              <a:gd name="connisteX15" fmla="*/ 803910 w 1672590"/>
              <a:gd name="connsiteY15" fmla="*/ 114310 h 1040140"/>
              <a:gd name="connisteX16" fmla="*/ 739140 w 1672590"/>
              <a:gd name="connsiteY16" fmla="*/ 95260 h 1040140"/>
              <a:gd name="connisteX17" fmla="*/ 674370 w 1672590"/>
              <a:gd name="connsiteY17" fmla="*/ 57160 h 1040140"/>
              <a:gd name="connisteX18" fmla="*/ 609600 w 1672590"/>
              <a:gd name="connsiteY18" fmla="*/ 34300 h 1040140"/>
              <a:gd name="connisteX19" fmla="*/ 544830 w 1672590"/>
              <a:gd name="connsiteY19" fmla="*/ 22870 h 1040140"/>
              <a:gd name="connisteX20" fmla="*/ 480060 w 1672590"/>
              <a:gd name="connsiteY20" fmla="*/ 30490 h 1040140"/>
              <a:gd name="connisteX21" fmla="*/ 411480 w 1672590"/>
              <a:gd name="connsiteY21" fmla="*/ 57160 h 1040140"/>
              <a:gd name="connisteX22" fmla="*/ 377190 w 1672590"/>
              <a:gd name="connsiteY22" fmla="*/ 125740 h 1040140"/>
              <a:gd name="connisteX23" fmla="*/ 346710 w 1672590"/>
              <a:gd name="connsiteY23" fmla="*/ 190510 h 1040140"/>
              <a:gd name="connisteX24" fmla="*/ 346710 w 1672590"/>
              <a:gd name="connsiteY24" fmla="*/ 255280 h 1040140"/>
              <a:gd name="connisteX25" fmla="*/ 346710 w 1672590"/>
              <a:gd name="connsiteY25" fmla="*/ 320050 h 1040140"/>
              <a:gd name="connisteX26" fmla="*/ 339090 w 1672590"/>
              <a:gd name="connsiteY26" fmla="*/ 384820 h 1040140"/>
              <a:gd name="connisteX27" fmla="*/ 316230 w 1672590"/>
              <a:gd name="connsiteY27" fmla="*/ 449590 h 1040140"/>
              <a:gd name="connisteX28" fmla="*/ 300990 w 1672590"/>
              <a:gd name="connsiteY28" fmla="*/ 514360 h 1040140"/>
              <a:gd name="connisteX29" fmla="*/ 278130 w 1672590"/>
              <a:gd name="connsiteY29" fmla="*/ 579130 h 1040140"/>
              <a:gd name="connisteX30" fmla="*/ 251460 w 1672590"/>
              <a:gd name="connsiteY30" fmla="*/ 643900 h 1040140"/>
              <a:gd name="connisteX31" fmla="*/ 205740 w 1672590"/>
              <a:gd name="connsiteY31" fmla="*/ 708670 h 1040140"/>
              <a:gd name="connisteX32" fmla="*/ 140970 w 1672590"/>
              <a:gd name="connsiteY32" fmla="*/ 750580 h 1040140"/>
              <a:gd name="connisteX33" fmla="*/ 76200 w 1672590"/>
              <a:gd name="connsiteY33" fmla="*/ 781060 h 1040140"/>
              <a:gd name="connisteX34" fmla="*/ 26670 w 1672590"/>
              <a:gd name="connsiteY34" fmla="*/ 845830 h 1040140"/>
              <a:gd name="connisteX35" fmla="*/ 7620 w 1672590"/>
              <a:gd name="connsiteY35" fmla="*/ 910600 h 1040140"/>
              <a:gd name="connisteX36" fmla="*/ 7620 w 1672590"/>
              <a:gd name="connsiteY36" fmla="*/ 975370 h 1040140"/>
              <a:gd name="connisteX37" fmla="*/ 0 w 1672590"/>
              <a:gd name="connsiteY37" fmla="*/ 1040140 h 10401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</a:cxnLst>
            <a:rect l="l" t="t" r="r" b="b"/>
            <a:pathLst>
              <a:path w="1672590" h="1040140">
                <a:moveTo>
                  <a:pt x="1672590" y="144790"/>
                </a:moveTo>
                <a:cubicBezTo>
                  <a:pt x="1659890" y="142250"/>
                  <a:pt x="1630680" y="138440"/>
                  <a:pt x="1604010" y="129550"/>
                </a:cubicBezTo>
                <a:cubicBezTo>
                  <a:pt x="1577340" y="120660"/>
                  <a:pt x="1565275" y="109230"/>
                  <a:pt x="1539240" y="99070"/>
                </a:cubicBezTo>
                <a:cubicBezTo>
                  <a:pt x="1513205" y="88910"/>
                  <a:pt x="1500505" y="84465"/>
                  <a:pt x="1474470" y="80020"/>
                </a:cubicBezTo>
                <a:cubicBezTo>
                  <a:pt x="1448435" y="75575"/>
                  <a:pt x="1436370" y="69225"/>
                  <a:pt x="1409700" y="76210"/>
                </a:cubicBezTo>
                <a:cubicBezTo>
                  <a:pt x="1383030" y="83195"/>
                  <a:pt x="1367790" y="98435"/>
                  <a:pt x="1341120" y="114310"/>
                </a:cubicBezTo>
                <a:cubicBezTo>
                  <a:pt x="1314450" y="130185"/>
                  <a:pt x="1302385" y="140980"/>
                  <a:pt x="1276350" y="156220"/>
                </a:cubicBezTo>
                <a:cubicBezTo>
                  <a:pt x="1250315" y="171460"/>
                  <a:pt x="1223645" y="197495"/>
                  <a:pt x="1211580" y="190510"/>
                </a:cubicBezTo>
                <a:cubicBezTo>
                  <a:pt x="1199515" y="183525"/>
                  <a:pt x="1219200" y="148600"/>
                  <a:pt x="1215390" y="121930"/>
                </a:cubicBezTo>
                <a:cubicBezTo>
                  <a:pt x="1211580" y="95260"/>
                  <a:pt x="1210310" y="80020"/>
                  <a:pt x="1192530" y="57160"/>
                </a:cubicBezTo>
                <a:cubicBezTo>
                  <a:pt x="1174750" y="34300"/>
                  <a:pt x="1153795" y="18425"/>
                  <a:pt x="1127760" y="7630"/>
                </a:cubicBezTo>
                <a:cubicBezTo>
                  <a:pt x="1101725" y="-3165"/>
                  <a:pt x="1089025" y="-625"/>
                  <a:pt x="1062990" y="3820"/>
                </a:cubicBezTo>
                <a:cubicBezTo>
                  <a:pt x="1036955" y="8265"/>
                  <a:pt x="1024255" y="17790"/>
                  <a:pt x="998220" y="30490"/>
                </a:cubicBezTo>
                <a:cubicBezTo>
                  <a:pt x="972185" y="43190"/>
                  <a:pt x="959485" y="53985"/>
                  <a:pt x="933450" y="68590"/>
                </a:cubicBezTo>
                <a:cubicBezTo>
                  <a:pt x="907415" y="83195"/>
                  <a:pt x="894715" y="93990"/>
                  <a:pt x="868680" y="102880"/>
                </a:cubicBezTo>
                <a:cubicBezTo>
                  <a:pt x="842645" y="111770"/>
                  <a:pt x="829945" y="115580"/>
                  <a:pt x="803910" y="114310"/>
                </a:cubicBezTo>
                <a:cubicBezTo>
                  <a:pt x="777875" y="113040"/>
                  <a:pt x="765175" y="106690"/>
                  <a:pt x="739140" y="95260"/>
                </a:cubicBezTo>
                <a:cubicBezTo>
                  <a:pt x="713105" y="83830"/>
                  <a:pt x="700405" y="69225"/>
                  <a:pt x="674370" y="57160"/>
                </a:cubicBezTo>
                <a:cubicBezTo>
                  <a:pt x="648335" y="45095"/>
                  <a:pt x="635635" y="41285"/>
                  <a:pt x="609600" y="34300"/>
                </a:cubicBezTo>
                <a:cubicBezTo>
                  <a:pt x="583565" y="27315"/>
                  <a:pt x="570865" y="23505"/>
                  <a:pt x="544830" y="22870"/>
                </a:cubicBezTo>
                <a:cubicBezTo>
                  <a:pt x="518795" y="22235"/>
                  <a:pt x="506730" y="23505"/>
                  <a:pt x="480060" y="30490"/>
                </a:cubicBezTo>
                <a:cubicBezTo>
                  <a:pt x="453390" y="37475"/>
                  <a:pt x="431800" y="38110"/>
                  <a:pt x="411480" y="57160"/>
                </a:cubicBezTo>
                <a:cubicBezTo>
                  <a:pt x="391160" y="76210"/>
                  <a:pt x="389890" y="99070"/>
                  <a:pt x="377190" y="125740"/>
                </a:cubicBezTo>
                <a:cubicBezTo>
                  <a:pt x="364490" y="152410"/>
                  <a:pt x="353060" y="164475"/>
                  <a:pt x="346710" y="190510"/>
                </a:cubicBezTo>
                <a:cubicBezTo>
                  <a:pt x="340360" y="216545"/>
                  <a:pt x="346710" y="229245"/>
                  <a:pt x="346710" y="255280"/>
                </a:cubicBezTo>
                <a:cubicBezTo>
                  <a:pt x="346710" y="281315"/>
                  <a:pt x="347980" y="294015"/>
                  <a:pt x="346710" y="320050"/>
                </a:cubicBezTo>
                <a:cubicBezTo>
                  <a:pt x="345440" y="346085"/>
                  <a:pt x="345440" y="358785"/>
                  <a:pt x="339090" y="384820"/>
                </a:cubicBezTo>
                <a:cubicBezTo>
                  <a:pt x="332740" y="410855"/>
                  <a:pt x="323850" y="423555"/>
                  <a:pt x="316230" y="449590"/>
                </a:cubicBezTo>
                <a:cubicBezTo>
                  <a:pt x="308610" y="475625"/>
                  <a:pt x="308610" y="488325"/>
                  <a:pt x="300990" y="514360"/>
                </a:cubicBezTo>
                <a:cubicBezTo>
                  <a:pt x="293370" y="540395"/>
                  <a:pt x="288290" y="553095"/>
                  <a:pt x="278130" y="579130"/>
                </a:cubicBezTo>
                <a:cubicBezTo>
                  <a:pt x="267970" y="605165"/>
                  <a:pt x="266065" y="617865"/>
                  <a:pt x="251460" y="643900"/>
                </a:cubicBezTo>
                <a:cubicBezTo>
                  <a:pt x="236855" y="669935"/>
                  <a:pt x="227965" y="687080"/>
                  <a:pt x="205740" y="708670"/>
                </a:cubicBezTo>
                <a:cubicBezTo>
                  <a:pt x="183515" y="730260"/>
                  <a:pt x="167005" y="735975"/>
                  <a:pt x="140970" y="750580"/>
                </a:cubicBezTo>
                <a:cubicBezTo>
                  <a:pt x="114935" y="765185"/>
                  <a:pt x="99060" y="762010"/>
                  <a:pt x="76200" y="781060"/>
                </a:cubicBezTo>
                <a:cubicBezTo>
                  <a:pt x="53340" y="800110"/>
                  <a:pt x="40640" y="819795"/>
                  <a:pt x="26670" y="845830"/>
                </a:cubicBezTo>
                <a:cubicBezTo>
                  <a:pt x="12700" y="871865"/>
                  <a:pt x="11430" y="884565"/>
                  <a:pt x="7620" y="910600"/>
                </a:cubicBezTo>
                <a:cubicBezTo>
                  <a:pt x="3810" y="936635"/>
                  <a:pt x="8890" y="949335"/>
                  <a:pt x="7620" y="975370"/>
                </a:cubicBezTo>
                <a:cubicBezTo>
                  <a:pt x="6350" y="1001405"/>
                  <a:pt x="1270" y="1028710"/>
                  <a:pt x="0" y="1040140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5614670" y="3632835"/>
            <a:ext cx="2232660" cy="302895"/>
          </a:xfrm>
          <a:custGeom>
            <a:avLst/>
            <a:gdLst>
              <a:gd name="connisteX0" fmla="*/ 0 w 2232660"/>
              <a:gd name="connsiteY0" fmla="*/ 12166 h 303154"/>
              <a:gd name="connisteX1" fmla="*/ 64770 w 2232660"/>
              <a:gd name="connsiteY1" fmla="*/ 736 h 303154"/>
              <a:gd name="connisteX2" fmla="*/ 129540 w 2232660"/>
              <a:gd name="connsiteY2" fmla="*/ 31216 h 303154"/>
              <a:gd name="connisteX3" fmla="*/ 190500 w 2232660"/>
              <a:gd name="connsiteY3" fmla="*/ 95986 h 303154"/>
              <a:gd name="connisteX4" fmla="*/ 217170 w 2232660"/>
              <a:gd name="connsiteY4" fmla="*/ 160756 h 303154"/>
              <a:gd name="connisteX5" fmla="*/ 262890 w 2232660"/>
              <a:gd name="connsiteY5" fmla="*/ 225526 h 303154"/>
              <a:gd name="connisteX6" fmla="*/ 327660 w 2232660"/>
              <a:gd name="connsiteY6" fmla="*/ 236956 h 303154"/>
              <a:gd name="connisteX7" fmla="*/ 396240 w 2232660"/>
              <a:gd name="connsiteY7" fmla="*/ 248386 h 303154"/>
              <a:gd name="connisteX8" fmla="*/ 461010 w 2232660"/>
              <a:gd name="connsiteY8" fmla="*/ 259816 h 303154"/>
              <a:gd name="connisteX9" fmla="*/ 525780 w 2232660"/>
              <a:gd name="connsiteY9" fmla="*/ 297916 h 303154"/>
              <a:gd name="connisteX10" fmla="*/ 590550 w 2232660"/>
              <a:gd name="connsiteY10" fmla="*/ 301726 h 303154"/>
              <a:gd name="connisteX11" fmla="*/ 655320 w 2232660"/>
              <a:gd name="connsiteY11" fmla="*/ 294106 h 303154"/>
              <a:gd name="connisteX12" fmla="*/ 720090 w 2232660"/>
              <a:gd name="connsiteY12" fmla="*/ 278866 h 303154"/>
              <a:gd name="connisteX13" fmla="*/ 788670 w 2232660"/>
              <a:gd name="connsiteY13" fmla="*/ 256006 h 303154"/>
              <a:gd name="connisteX14" fmla="*/ 853440 w 2232660"/>
              <a:gd name="connsiteY14" fmla="*/ 244576 h 303154"/>
              <a:gd name="connisteX15" fmla="*/ 918210 w 2232660"/>
              <a:gd name="connsiteY15" fmla="*/ 236956 h 303154"/>
              <a:gd name="connisteX16" fmla="*/ 982980 w 2232660"/>
              <a:gd name="connsiteY16" fmla="*/ 225526 h 303154"/>
              <a:gd name="connisteX17" fmla="*/ 1047750 w 2232660"/>
              <a:gd name="connsiteY17" fmla="*/ 206476 h 303154"/>
              <a:gd name="connisteX18" fmla="*/ 1112520 w 2232660"/>
              <a:gd name="connsiteY18" fmla="*/ 191236 h 303154"/>
              <a:gd name="connisteX19" fmla="*/ 1181100 w 2232660"/>
              <a:gd name="connsiteY19" fmla="*/ 175996 h 303154"/>
              <a:gd name="connisteX20" fmla="*/ 1245870 w 2232660"/>
              <a:gd name="connsiteY20" fmla="*/ 160756 h 303154"/>
              <a:gd name="connisteX21" fmla="*/ 1314450 w 2232660"/>
              <a:gd name="connsiteY21" fmla="*/ 153136 h 303154"/>
              <a:gd name="connisteX22" fmla="*/ 1379220 w 2232660"/>
              <a:gd name="connsiteY22" fmla="*/ 141706 h 303154"/>
              <a:gd name="connisteX23" fmla="*/ 1443990 w 2232660"/>
              <a:gd name="connsiteY23" fmla="*/ 137896 h 303154"/>
              <a:gd name="connisteX24" fmla="*/ 1508760 w 2232660"/>
              <a:gd name="connsiteY24" fmla="*/ 130276 h 303154"/>
              <a:gd name="connisteX25" fmla="*/ 1573530 w 2232660"/>
              <a:gd name="connsiteY25" fmla="*/ 130276 h 303154"/>
              <a:gd name="connisteX26" fmla="*/ 1642110 w 2232660"/>
              <a:gd name="connsiteY26" fmla="*/ 130276 h 303154"/>
              <a:gd name="connisteX27" fmla="*/ 1714500 w 2232660"/>
              <a:gd name="connsiteY27" fmla="*/ 130276 h 303154"/>
              <a:gd name="connisteX28" fmla="*/ 1779270 w 2232660"/>
              <a:gd name="connsiteY28" fmla="*/ 130276 h 303154"/>
              <a:gd name="connisteX29" fmla="*/ 1844040 w 2232660"/>
              <a:gd name="connsiteY29" fmla="*/ 126466 h 303154"/>
              <a:gd name="connisteX30" fmla="*/ 1908810 w 2232660"/>
              <a:gd name="connsiteY30" fmla="*/ 122656 h 303154"/>
              <a:gd name="connisteX31" fmla="*/ 1973580 w 2232660"/>
              <a:gd name="connsiteY31" fmla="*/ 111226 h 303154"/>
              <a:gd name="connisteX32" fmla="*/ 2038350 w 2232660"/>
              <a:gd name="connsiteY32" fmla="*/ 95986 h 303154"/>
              <a:gd name="connisteX33" fmla="*/ 2103120 w 2232660"/>
              <a:gd name="connsiteY33" fmla="*/ 73126 h 303154"/>
              <a:gd name="connisteX34" fmla="*/ 2167890 w 2232660"/>
              <a:gd name="connsiteY34" fmla="*/ 46456 h 303154"/>
              <a:gd name="connisteX35" fmla="*/ 2232660 w 2232660"/>
              <a:gd name="connsiteY35" fmla="*/ 12166 h 30315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</a:cxnLst>
            <a:rect l="l" t="t" r="r" b="b"/>
            <a:pathLst>
              <a:path w="2232660" h="303155">
                <a:moveTo>
                  <a:pt x="0" y="12166"/>
                </a:moveTo>
                <a:cubicBezTo>
                  <a:pt x="11430" y="8991"/>
                  <a:pt x="38735" y="-3074"/>
                  <a:pt x="64770" y="736"/>
                </a:cubicBezTo>
                <a:cubicBezTo>
                  <a:pt x="90805" y="4546"/>
                  <a:pt x="104140" y="12166"/>
                  <a:pt x="129540" y="31216"/>
                </a:cubicBezTo>
                <a:cubicBezTo>
                  <a:pt x="154940" y="50266"/>
                  <a:pt x="172720" y="69951"/>
                  <a:pt x="190500" y="95986"/>
                </a:cubicBezTo>
                <a:cubicBezTo>
                  <a:pt x="208280" y="122021"/>
                  <a:pt x="202565" y="134721"/>
                  <a:pt x="217170" y="160756"/>
                </a:cubicBezTo>
                <a:cubicBezTo>
                  <a:pt x="231775" y="186791"/>
                  <a:pt x="240665" y="210286"/>
                  <a:pt x="262890" y="225526"/>
                </a:cubicBezTo>
                <a:cubicBezTo>
                  <a:pt x="285115" y="240766"/>
                  <a:pt x="300990" y="232511"/>
                  <a:pt x="327660" y="236956"/>
                </a:cubicBezTo>
                <a:cubicBezTo>
                  <a:pt x="354330" y="241401"/>
                  <a:pt x="369570" y="243941"/>
                  <a:pt x="396240" y="248386"/>
                </a:cubicBezTo>
                <a:cubicBezTo>
                  <a:pt x="422910" y="252831"/>
                  <a:pt x="434975" y="249656"/>
                  <a:pt x="461010" y="259816"/>
                </a:cubicBezTo>
                <a:cubicBezTo>
                  <a:pt x="487045" y="269976"/>
                  <a:pt x="499745" y="289661"/>
                  <a:pt x="525780" y="297916"/>
                </a:cubicBezTo>
                <a:cubicBezTo>
                  <a:pt x="551815" y="306171"/>
                  <a:pt x="564515" y="302361"/>
                  <a:pt x="590550" y="301726"/>
                </a:cubicBezTo>
                <a:cubicBezTo>
                  <a:pt x="616585" y="301091"/>
                  <a:pt x="629285" y="298551"/>
                  <a:pt x="655320" y="294106"/>
                </a:cubicBezTo>
                <a:cubicBezTo>
                  <a:pt x="681355" y="289661"/>
                  <a:pt x="693420" y="286486"/>
                  <a:pt x="720090" y="278866"/>
                </a:cubicBezTo>
                <a:cubicBezTo>
                  <a:pt x="746760" y="271246"/>
                  <a:pt x="762000" y="262991"/>
                  <a:pt x="788670" y="256006"/>
                </a:cubicBezTo>
                <a:cubicBezTo>
                  <a:pt x="815340" y="249021"/>
                  <a:pt x="827405" y="248386"/>
                  <a:pt x="853440" y="244576"/>
                </a:cubicBezTo>
                <a:cubicBezTo>
                  <a:pt x="879475" y="240766"/>
                  <a:pt x="892175" y="240766"/>
                  <a:pt x="918210" y="236956"/>
                </a:cubicBezTo>
                <a:cubicBezTo>
                  <a:pt x="944245" y="233146"/>
                  <a:pt x="956945" y="231876"/>
                  <a:pt x="982980" y="225526"/>
                </a:cubicBezTo>
                <a:cubicBezTo>
                  <a:pt x="1009015" y="219176"/>
                  <a:pt x="1021715" y="213461"/>
                  <a:pt x="1047750" y="206476"/>
                </a:cubicBezTo>
                <a:cubicBezTo>
                  <a:pt x="1073785" y="199491"/>
                  <a:pt x="1085850" y="197586"/>
                  <a:pt x="1112520" y="191236"/>
                </a:cubicBezTo>
                <a:cubicBezTo>
                  <a:pt x="1139190" y="184886"/>
                  <a:pt x="1154430" y="182346"/>
                  <a:pt x="1181100" y="175996"/>
                </a:cubicBezTo>
                <a:cubicBezTo>
                  <a:pt x="1207770" y="169646"/>
                  <a:pt x="1219200" y="165201"/>
                  <a:pt x="1245870" y="160756"/>
                </a:cubicBezTo>
                <a:cubicBezTo>
                  <a:pt x="1272540" y="156311"/>
                  <a:pt x="1287780" y="156946"/>
                  <a:pt x="1314450" y="153136"/>
                </a:cubicBezTo>
                <a:cubicBezTo>
                  <a:pt x="1341120" y="149326"/>
                  <a:pt x="1353185" y="144881"/>
                  <a:pt x="1379220" y="141706"/>
                </a:cubicBezTo>
                <a:cubicBezTo>
                  <a:pt x="1405255" y="138531"/>
                  <a:pt x="1417955" y="140436"/>
                  <a:pt x="1443990" y="137896"/>
                </a:cubicBezTo>
                <a:cubicBezTo>
                  <a:pt x="1470025" y="135356"/>
                  <a:pt x="1482725" y="131546"/>
                  <a:pt x="1508760" y="130276"/>
                </a:cubicBezTo>
                <a:cubicBezTo>
                  <a:pt x="1534795" y="129006"/>
                  <a:pt x="1546860" y="130276"/>
                  <a:pt x="1573530" y="130276"/>
                </a:cubicBezTo>
                <a:cubicBezTo>
                  <a:pt x="1600200" y="130276"/>
                  <a:pt x="1614170" y="130276"/>
                  <a:pt x="1642110" y="130276"/>
                </a:cubicBezTo>
                <a:cubicBezTo>
                  <a:pt x="1670050" y="130276"/>
                  <a:pt x="1687195" y="130276"/>
                  <a:pt x="1714500" y="130276"/>
                </a:cubicBezTo>
                <a:cubicBezTo>
                  <a:pt x="1741805" y="130276"/>
                  <a:pt x="1753235" y="130911"/>
                  <a:pt x="1779270" y="130276"/>
                </a:cubicBezTo>
                <a:cubicBezTo>
                  <a:pt x="1805305" y="129641"/>
                  <a:pt x="1818005" y="127736"/>
                  <a:pt x="1844040" y="126466"/>
                </a:cubicBezTo>
                <a:cubicBezTo>
                  <a:pt x="1870075" y="125196"/>
                  <a:pt x="1882775" y="125831"/>
                  <a:pt x="1908810" y="122656"/>
                </a:cubicBezTo>
                <a:cubicBezTo>
                  <a:pt x="1934845" y="119481"/>
                  <a:pt x="1947545" y="116306"/>
                  <a:pt x="1973580" y="111226"/>
                </a:cubicBezTo>
                <a:cubicBezTo>
                  <a:pt x="1999615" y="106146"/>
                  <a:pt x="2012315" y="103606"/>
                  <a:pt x="2038350" y="95986"/>
                </a:cubicBezTo>
                <a:cubicBezTo>
                  <a:pt x="2064385" y="88366"/>
                  <a:pt x="2077085" y="83286"/>
                  <a:pt x="2103120" y="73126"/>
                </a:cubicBezTo>
                <a:cubicBezTo>
                  <a:pt x="2129155" y="62966"/>
                  <a:pt x="2141855" y="58521"/>
                  <a:pt x="2167890" y="46456"/>
                </a:cubicBezTo>
                <a:cubicBezTo>
                  <a:pt x="2193925" y="34391"/>
                  <a:pt x="2221230" y="18516"/>
                  <a:pt x="2232660" y="12166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3541395" y="2075180"/>
            <a:ext cx="2080260" cy="1565910"/>
          </a:xfrm>
          <a:custGeom>
            <a:avLst/>
            <a:gdLst>
              <a:gd name="connsiteX0" fmla="*/ 0 w 3276"/>
              <a:gd name="connsiteY0" fmla="*/ 0 h 2466"/>
              <a:gd name="connsiteX1" fmla="*/ 102 w 3276"/>
              <a:gd name="connsiteY1" fmla="*/ 36 h 2466"/>
              <a:gd name="connsiteX2" fmla="*/ 180 w 3276"/>
              <a:gd name="connsiteY2" fmla="*/ 138 h 2466"/>
              <a:gd name="connsiteX3" fmla="*/ 282 w 3276"/>
              <a:gd name="connsiteY3" fmla="*/ 192 h 2466"/>
              <a:gd name="connsiteX4" fmla="*/ 384 w 3276"/>
              <a:gd name="connsiteY4" fmla="*/ 204 h 2466"/>
              <a:gd name="connsiteX5" fmla="*/ 486 w 3276"/>
              <a:gd name="connsiteY5" fmla="*/ 240 h 2466"/>
              <a:gd name="connsiteX6" fmla="*/ 588 w 3276"/>
              <a:gd name="connsiteY6" fmla="*/ 264 h 2466"/>
              <a:gd name="connsiteX7" fmla="*/ 690 w 3276"/>
              <a:gd name="connsiteY7" fmla="*/ 282 h 2466"/>
              <a:gd name="connsiteX8" fmla="*/ 792 w 3276"/>
              <a:gd name="connsiteY8" fmla="*/ 300 h 2466"/>
              <a:gd name="connsiteX9" fmla="*/ 900 w 3276"/>
              <a:gd name="connsiteY9" fmla="*/ 318 h 2466"/>
              <a:gd name="connsiteX10" fmla="*/ 1002 w 3276"/>
              <a:gd name="connsiteY10" fmla="*/ 354 h 2466"/>
              <a:gd name="connsiteX11" fmla="*/ 1062 w 3276"/>
              <a:gd name="connsiteY11" fmla="*/ 456 h 2466"/>
              <a:gd name="connsiteX12" fmla="*/ 1164 w 3276"/>
              <a:gd name="connsiteY12" fmla="*/ 504 h 2466"/>
              <a:gd name="connsiteX13" fmla="*/ 1266 w 3276"/>
              <a:gd name="connsiteY13" fmla="*/ 564 h 2466"/>
              <a:gd name="connsiteX14" fmla="*/ 1326 w 3276"/>
              <a:gd name="connsiteY14" fmla="*/ 678 h 2466"/>
              <a:gd name="connsiteX15" fmla="*/ 1368 w 3276"/>
              <a:gd name="connsiteY15" fmla="*/ 780 h 2466"/>
              <a:gd name="connsiteX16" fmla="*/ 1458 w 3276"/>
              <a:gd name="connsiteY16" fmla="*/ 882 h 2466"/>
              <a:gd name="connsiteX17" fmla="*/ 1554 w 3276"/>
              <a:gd name="connsiteY17" fmla="*/ 984 h 2466"/>
              <a:gd name="connsiteX18" fmla="*/ 1620 w 3276"/>
              <a:gd name="connsiteY18" fmla="*/ 1086 h 2466"/>
              <a:gd name="connsiteX19" fmla="*/ 1722 w 3276"/>
              <a:gd name="connsiteY19" fmla="*/ 1164 h 2466"/>
              <a:gd name="connsiteX20" fmla="*/ 1830 w 3276"/>
              <a:gd name="connsiteY20" fmla="*/ 1230 h 2466"/>
              <a:gd name="connsiteX21" fmla="*/ 1932 w 3276"/>
              <a:gd name="connsiteY21" fmla="*/ 1326 h 2466"/>
              <a:gd name="connsiteX22" fmla="*/ 2034 w 3276"/>
              <a:gd name="connsiteY22" fmla="*/ 1392 h 2466"/>
              <a:gd name="connsiteX23" fmla="*/ 2136 w 3276"/>
              <a:gd name="connsiteY23" fmla="*/ 1458 h 2466"/>
              <a:gd name="connsiteX24" fmla="*/ 2238 w 3276"/>
              <a:gd name="connsiteY24" fmla="*/ 1530 h 2466"/>
              <a:gd name="connsiteX25" fmla="*/ 2340 w 3276"/>
              <a:gd name="connsiteY25" fmla="*/ 1560 h 2466"/>
              <a:gd name="connsiteX26" fmla="*/ 2442 w 3276"/>
              <a:gd name="connsiteY26" fmla="*/ 1608 h 2466"/>
              <a:gd name="connsiteX27" fmla="*/ 2544 w 3276"/>
              <a:gd name="connsiteY27" fmla="*/ 1638 h 2466"/>
              <a:gd name="connsiteX28" fmla="*/ 2646 w 3276"/>
              <a:gd name="connsiteY28" fmla="*/ 1680 h 2466"/>
              <a:gd name="connsiteX29" fmla="*/ 2748 w 3276"/>
              <a:gd name="connsiteY29" fmla="*/ 1728 h 2466"/>
              <a:gd name="connsiteX30" fmla="*/ 2850 w 3276"/>
              <a:gd name="connsiteY30" fmla="*/ 1776 h 2466"/>
              <a:gd name="connsiteX31" fmla="*/ 2952 w 3276"/>
              <a:gd name="connsiteY31" fmla="*/ 1830 h 2466"/>
              <a:gd name="connsiteX32" fmla="*/ 3054 w 3276"/>
              <a:gd name="connsiteY32" fmla="*/ 1896 h 2466"/>
              <a:gd name="connsiteX33" fmla="*/ 3090 w 3276"/>
              <a:gd name="connsiteY33" fmla="*/ 1998 h 2466"/>
              <a:gd name="connsiteX34" fmla="*/ 3108 w 3276"/>
              <a:gd name="connsiteY34" fmla="*/ 2100 h 2466"/>
              <a:gd name="connsiteX35" fmla="*/ 3144 w 3276"/>
              <a:gd name="connsiteY35" fmla="*/ 2202 h 2466"/>
              <a:gd name="connsiteX36" fmla="*/ 3174 w 3276"/>
              <a:gd name="connsiteY36" fmla="*/ 2304 h 2466"/>
              <a:gd name="connsiteX37" fmla="*/ 3276 w 3276"/>
              <a:gd name="connsiteY37" fmla="*/ 2466 h 2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276" h="2466">
                <a:moveTo>
                  <a:pt x="0" y="0"/>
                </a:moveTo>
                <a:cubicBezTo>
                  <a:pt x="19" y="5"/>
                  <a:pt x="66" y="8"/>
                  <a:pt x="102" y="36"/>
                </a:cubicBezTo>
                <a:cubicBezTo>
                  <a:pt x="138" y="64"/>
                  <a:pt x="144" y="107"/>
                  <a:pt x="180" y="138"/>
                </a:cubicBezTo>
                <a:cubicBezTo>
                  <a:pt x="216" y="169"/>
                  <a:pt x="241" y="179"/>
                  <a:pt x="282" y="192"/>
                </a:cubicBezTo>
                <a:cubicBezTo>
                  <a:pt x="323" y="205"/>
                  <a:pt x="343" y="194"/>
                  <a:pt x="384" y="204"/>
                </a:cubicBezTo>
                <a:cubicBezTo>
                  <a:pt x="425" y="214"/>
                  <a:pt x="445" y="228"/>
                  <a:pt x="486" y="240"/>
                </a:cubicBezTo>
                <a:cubicBezTo>
                  <a:pt x="527" y="252"/>
                  <a:pt x="547" y="256"/>
                  <a:pt x="588" y="264"/>
                </a:cubicBezTo>
                <a:cubicBezTo>
                  <a:pt x="629" y="272"/>
                  <a:pt x="649" y="275"/>
                  <a:pt x="690" y="282"/>
                </a:cubicBezTo>
                <a:cubicBezTo>
                  <a:pt x="731" y="289"/>
                  <a:pt x="750" y="293"/>
                  <a:pt x="792" y="300"/>
                </a:cubicBezTo>
                <a:cubicBezTo>
                  <a:pt x="834" y="307"/>
                  <a:pt x="858" y="307"/>
                  <a:pt x="900" y="318"/>
                </a:cubicBezTo>
                <a:cubicBezTo>
                  <a:pt x="942" y="329"/>
                  <a:pt x="970" y="326"/>
                  <a:pt x="1002" y="354"/>
                </a:cubicBezTo>
                <a:cubicBezTo>
                  <a:pt x="1034" y="382"/>
                  <a:pt x="1030" y="426"/>
                  <a:pt x="1062" y="456"/>
                </a:cubicBezTo>
                <a:cubicBezTo>
                  <a:pt x="1094" y="486"/>
                  <a:pt x="1123" y="482"/>
                  <a:pt x="1164" y="504"/>
                </a:cubicBezTo>
                <a:cubicBezTo>
                  <a:pt x="1205" y="526"/>
                  <a:pt x="1234" y="529"/>
                  <a:pt x="1266" y="564"/>
                </a:cubicBezTo>
                <a:cubicBezTo>
                  <a:pt x="1298" y="599"/>
                  <a:pt x="1306" y="635"/>
                  <a:pt x="1326" y="678"/>
                </a:cubicBezTo>
                <a:cubicBezTo>
                  <a:pt x="1346" y="721"/>
                  <a:pt x="1342" y="739"/>
                  <a:pt x="1368" y="780"/>
                </a:cubicBezTo>
                <a:cubicBezTo>
                  <a:pt x="1394" y="821"/>
                  <a:pt x="1421" y="841"/>
                  <a:pt x="1458" y="882"/>
                </a:cubicBezTo>
                <a:cubicBezTo>
                  <a:pt x="1495" y="923"/>
                  <a:pt x="1522" y="943"/>
                  <a:pt x="1554" y="984"/>
                </a:cubicBezTo>
                <a:cubicBezTo>
                  <a:pt x="1586" y="1025"/>
                  <a:pt x="1586" y="1050"/>
                  <a:pt x="1620" y="1086"/>
                </a:cubicBezTo>
                <a:cubicBezTo>
                  <a:pt x="1654" y="1122"/>
                  <a:pt x="1680" y="1135"/>
                  <a:pt x="1722" y="1164"/>
                </a:cubicBezTo>
                <a:cubicBezTo>
                  <a:pt x="1764" y="1193"/>
                  <a:pt x="1788" y="1198"/>
                  <a:pt x="1830" y="1230"/>
                </a:cubicBezTo>
                <a:cubicBezTo>
                  <a:pt x="1872" y="1262"/>
                  <a:pt x="1891" y="1294"/>
                  <a:pt x="1932" y="1326"/>
                </a:cubicBezTo>
                <a:cubicBezTo>
                  <a:pt x="1973" y="1358"/>
                  <a:pt x="1993" y="1366"/>
                  <a:pt x="2034" y="1392"/>
                </a:cubicBezTo>
                <a:cubicBezTo>
                  <a:pt x="2075" y="1418"/>
                  <a:pt x="2095" y="1430"/>
                  <a:pt x="2136" y="1458"/>
                </a:cubicBezTo>
                <a:cubicBezTo>
                  <a:pt x="2177" y="1486"/>
                  <a:pt x="2197" y="1510"/>
                  <a:pt x="2238" y="1530"/>
                </a:cubicBezTo>
                <a:cubicBezTo>
                  <a:pt x="2279" y="1550"/>
                  <a:pt x="2299" y="1544"/>
                  <a:pt x="2340" y="1560"/>
                </a:cubicBezTo>
                <a:cubicBezTo>
                  <a:pt x="2381" y="1576"/>
                  <a:pt x="2401" y="1592"/>
                  <a:pt x="2442" y="1608"/>
                </a:cubicBezTo>
                <a:cubicBezTo>
                  <a:pt x="2483" y="1624"/>
                  <a:pt x="2503" y="1624"/>
                  <a:pt x="2544" y="1638"/>
                </a:cubicBezTo>
                <a:cubicBezTo>
                  <a:pt x="2585" y="1652"/>
                  <a:pt x="2605" y="1662"/>
                  <a:pt x="2646" y="1680"/>
                </a:cubicBezTo>
                <a:cubicBezTo>
                  <a:pt x="2687" y="1698"/>
                  <a:pt x="2707" y="1709"/>
                  <a:pt x="2748" y="1728"/>
                </a:cubicBezTo>
                <a:cubicBezTo>
                  <a:pt x="2789" y="1747"/>
                  <a:pt x="2809" y="1756"/>
                  <a:pt x="2850" y="1776"/>
                </a:cubicBezTo>
                <a:cubicBezTo>
                  <a:pt x="2891" y="1796"/>
                  <a:pt x="2911" y="1806"/>
                  <a:pt x="2952" y="1830"/>
                </a:cubicBezTo>
                <a:cubicBezTo>
                  <a:pt x="2993" y="1854"/>
                  <a:pt x="3026" y="1862"/>
                  <a:pt x="3054" y="1896"/>
                </a:cubicBezTo>
                <a:cubicBezTo>
                  <a:pt x="3082" y="1930"/>
                  <a:pt x="3079" y="1957"/>
                  <a:pt x="3090" y="1998"/>
                </a:cubicBezTo>
                <a:cubicBezTo>
                  <a:pt x="3101" y="2039"/>
                  <a:pt x="3097" y="2059"/>
                  <a:pt x="3108" y="2100"/>
                </a:cubicBezTo>
                <a:cubicBezTo>
                  <a:pt x="3119" y="2141"/>
                  <a:pt x="3131" y="2161"/>
                  <a:pt x="3144" y="2202"/>
                </a:cubicBezTo>
                <a:cubicBezTo>
                  <a:pt x="3157" y="2243"/>
                  <a:pt x="3157" y="2263"/>
                  <a:pt x="3174" y="2304"/>
                </a:cubicBezTo>
                <a:cubicBezTo>
                  <a:pt x="3191" y="2345"/>
                  <a:pt x="3266" y="2448"/>
                  <a:pt x="3276" y="2466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5498465" y="4180840"/>
            <a:ext cx="2769870" cy="1344930"/>
          </a:xfrm>
          <a:custGeom>
            <a:avLst/>
            <a:gdLst>
              <a:gd name="connisteX0" fmla="*/ 0 w 2769870"/>
              <a:gd name="connsiteY0" fmla="*/ 1344930 h 1344930"/>
              <a:gd name="connisteX1" fmla="*/ 64770 w 2769870"/>
              <a:gd name="connsiteY1" fmla="*/ 1333500 h 1344930"/>
              <a:gd name="connisteX2" fmla="*/ 129540 w 2769870"/>
              <a:gd name="connsiteY2" fmla="*/ 1310640 h 1344930"/>
              <a:gd name="connisteX3" fmla="*/ 198120 w 2769870"/>
              <a:gd name="connsiteY3" fmla="*/ 1287780 h 1344930"/>
              <a:gd name="connisteX4" fmla="*/ 255270 w 2769870"/>
              <a:gd name="connsiteY4" fmla="*/ 1223010 h 1344930"/>
              <a:gd name="connisteX5" fmla="*/ 293370 w 2769870"/>
              <a:gd name="connsiteY5" fmla="*/ 1158240 h 1344930"/>
              <a:gd name="connisteX6" fmla="*/ 358140 w 2769870"/>
              <a:gd name="connsiteY6" fmla="*/ 1120140 h 1344930"/>
              <a:gd name="connisteX7" fmla="*/ 422910 w 2769870"/>
              <a:gd name="connsiteY7" fmla="*/ 1116330 h 1344930"/>
              <a:gd name="connisteX8" fmla="*/ 487680 w 2769870"/>
              <a:gd name="connsiteY8" fmla="*/ 1169670 h 1344930"/>
              <a:gd name="connisteX9" fmla="*/ 552450 w 2769870"/>
              <a:gd name="connsiteY9" fmla="*/ 1143000 h 1344930"/>
              <a:gd name="connisteX10" fmla="*/ 617220 w 2769870"/>
              <a:gd name="connsiteY10" fmla="*/ 1089660 h 1344930"/>
              <a:gd name="connisteX11" fmla="*/ 685800 w 2769870"/>
              <a:gd name="connsiteY11" fmla="*/ 1055370 h 1344930"/>
              <a:gd name="connisteX12" fmla="*/ 750570 w 2769870"/>
              <a:gd name="connsiteY12" fmla="*/ 1028700 h 1344930"/>
              <a:gd name="connisteX13" fmla="*/ 815340 w 2769870"/>
              <a:gd name="connsiteY13" fmla="*/ 1005840 h 1344930"/>
              <a:gd name="connisteX14" fmla="*/ 880110 w 2769870"/>
              <a:gd name="connsiteY14" fmla="*/ 986790 h 1344930"/>
              <a:gd name="connisteX15" fmla="*/ 944880 w 2769870"/>
              <a:gd name="connsiteY15" fmla="*/ 967740 h 1344930"/>
              <a:gd name="connisteX16" fmla="*/ 1009650 w 2769870"/>
              <a:gd name="connsiteY16" fmla="*/ 948690 h 1344930"/>
              <a:gd name="connisteX17" fmla="*/ 1074420 w 2769870"/>
              <a:gd name="connsiteY17" fmla="*/ 929640 h 1344930"/>
              <a:gd name="connisteX18" fmla="*/ 1139190 w 2769870"/>
              <a:gd name="connsiteY18" fmla="*/ 910590 h 1344930"/>
              <a:gd name="connisteX19" fmla="*/ 1203960 w 2769870"/>
              <a:gd name="connsiteY19" fmla="*/ 861060 h 1344930"/>
              <a:gd name="connisteX20" fmla="*/ 1230630 w 2769870"/>
              <a:gd name="connsiteY20" fmla="*/ 796290 h 1344930"/>
              <a:gd name="connisteX21" fmla="*/ 1295400 w 2769870"/>
              <a:gd name="connsiteY21" fmla="*/ 746760 h 1344930"/>
              <a:gd name="connisteX22" fmla="*/ 1360170 w 2769870"/>
              <a:gd name="connsiteY22" fmla="*/ 735330 h 1344930"/>
              <a:gd name="connisteX23" fmla="*/ 1424940 w 2769870"/>
              <a:gd name="connsiteY23" fmla="*/ 769620 h 1344930"/>
              <a:gd name="connisteX24" fmla="*/ 1489710 w 2769870"/>
              <a:gd name="connsiteY24" fmla="*/ 819150 h 1344930"/>
              <a:gd name="connisteX25" fmla="*/ 1558290 w 2769870"/>
              <a:gd name="connsiteY25" fmla="*/ 822960 h 1344930"/>
              <a:gd name="connisteX26" fmla="*/ 1623060 w 2769870"/>
              <a:gd name="connsiteY26" fmla="*/ 822960 h 1344930"/>
              <a:gd name="connisteX27" fmla="*/ 1687830 w 2769870"/>
              <a:gd name="connsiteY27" fmla="*/ 822960 h 1344930"/>
              <a:gd name="connisteX28" fmla="*/ 1752600 w 2769870"/>
              <a:gd name="connsiteY28" fmla="*/ 800100 h 1344930"/>
              <a:gd name="connisteX29" fmla="*/ 1817370 w 2769870"/>
              <a:gd name="connsiteY29" fmla="*/ 769620 h 1344930"/>
              <a:gd name="connisteX30" fmla="*/ 1882140 w 2769870"/>
              <a:gd name="connsiteY30" fmla="*/ 731520 h 1344930"/>
              <a:gd name="connisteX31" fmla="*/ 1946910 w 2769870"/>
              <a:gd name="connsiteY31" fmla="*/ 693420 h 1344930"/>
              <a:gd name="connisteX32" fmla="*/ 2011680 w 2769870"/>
              <a:gd name="connsiteY32" fmla="*/ 655320 h 1344930"/>
              <a:gd name="connisteX33" fmla="*/ 2076450 w 2769870"/>
              <a:gd name="connsiteY33" fmla="*/ 617220 h 1344930"/>
              <a:gd name="connisteX34" fmla="*/ 2141220 w 2769870"/>
              <a:gd name="connsiteY34" fmla="*/ 590550 h 1344930"/>
              <a:gd name="connisteX35" fmla="*/ 2205990 w 2769870"/>
              <a:gd name="connsiteY35" fmla="*/ 567690 h 1344930"/>
              <a:gd name="connisteX36" fmla="*/ 2270760 w 2769870"/>
              <a:gd name="connsiteY36" fmla="*/ 552450 h 1344930"/>
              <a:gd name="connisteX37" fmla="*/ 2335530 w 2769870"/>
              <a:gd name="connsiteY37" fmla="*/ 525780 h 1344930"/>
              <a:gd name="connisteX38" fmla="*/ 2400300 w 2769870"/>
              <a:gd name="connsiteY38" fmla="*/ 499110 h 1344930"/>
              <a:gd name="connisteX39" fmla="*/ 2465070 w 2769870"/>
              <a:gd name="connsiteY39" fmla="*/ 468630 h 1344930"/>
              <a:gd name="connisteX40" fmla="*/ 2533650 w 2769870"/>
              <a:gd name="connsiteY40" fmla="*/ 422910 h 1344930"/>
              <a:gd name="connisteX41" fmla="*/ 2579370 w 2769870"/>
              <a:gd name="connsiteY41" fmla="*/ 358140 h 1344930"/>
              <a:gd name="connisteX42" fmla="*/ 2590800 w 2769870"/>
              <a:gd name="connsiteY42" fmla="*/ 293370 h 1344930"/>
              <a:gd name="connisteX43" fmla="*/ 2598420 w 2769870"/>
              <a:gd name="connsiteY43" fmla="*/ 224790 h 1344930"/>
              <a:gd name="connisteX44" fmla="*/ 2606040 w 2769870"/>
              <a:gd name="connsiteY44" fmla="*/ 160020 h 1344930"/>
              <a:gd name="connisteX45" fmla="*/ 2667000 w 2769870"/>
              <a:gd name="connsiteY45" fmla="*/ 95250 h 1344930"/>
              <a:gd name="connisteX46" fmla="*/ 2705100 w 2769870"/>
              <a:gd name="connsiteY46" fmla="*/ 30480 h 1344930"/>
              <a:gd name="connisteX47" fmla="*/ 2769870 w 2769870"/>
              <a:gd name="connsiteY47" fmla="*/ 0 h 13449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</a:cxnLst>
            <a:rect l="l" t="t" r="r" b="b"/>
            <a:pathLst>
              <a:path w="2769870" h="1344930">
                <a:moveTo>
                  <a:pt x="0" y="1344930"/>
                </a:moveTo>
                <a:cubicBezTo>
                  <a:pt x="11430" y="1343025"/>
                  <a:pt x="38735" y="1340485"/>
                  <a:pt x="64770" y="1333500"/>
                </a:cubicBezTo>
                <a:cubicBezTo>
                  <a:pt x="90805" y="1326515"/>
                  <a:pt x="102870" y="1319530"/>
                  <a:pt x="129540" y="1310640"/>
                </a:cubicBezTo>
                <a:cubicBezTo>
                  <a:pt x="156210" y="1301750"/>
                  <a:pt x="172720" y="1305560"/>
                  <a:pt x="198120" y="1287780"/>
                </a:cubicBezTo>
                <a:cubicBezTo>
                  <a:pt x="223520" y="1270000"/>
                  <a:pt x="236220" y="1249045"/>
                  <a:pt x="255270" y="1223010"/>
                </a:cubicBezTo>
                <a:cubicBezTo>
                  <a:pt x="274320" y="1196975"/>
                  <a:pt x="273050" y="1178560"/>
                  <a:pt x="293370" y="1158240"/>
                </a:cubicBezTo>
                <a:cubicBezTo>
                  <a:pt x="313690" y="1137920"/>
                  <a:pt x="332105" y="1128395"/>
                  <a:pt x="358140" y="1120140"/>
                </a:cubicBezTo>
                <a:cubicBezTo>
                  <a:pt x="384175" y="1111885"/>
                  <a:pt x="396875" y="1106170"/>
                  <a:pt x="422910" y="1116330"/>
                </a:cubicBezTo>
                <a:cubicBezTo>
                  <a:pt x="448945" y="1126490"/>
                  <a:pt x="461645" y="1164590"/>
                  <a:pt x="487680" y="1169670"/>
                </a:cubicBezTo>
                <a:cubicBezTo>
                  <a:pt x="513715" y="1174750"/>
                  <a:pt x="526415" y="1158875"/>
                  <a:pt x="552450" y="1143000"/>
                </a:cubicBezTo>
                <a:cubicBezTo>
                  <a:pt x="578485" y="1127125"/>
                  <a:pt x="590550" y="1107440"/>
                  <a:pt x="617220" y="1089660"/>
                </a:cubicBezTo>
                <a:cubicBezTo>
                  <a:pt x="643890" y="1071880"/>
                  <a:pt x="659130" y="1067435"/>
                  <a:pt x="685800" y="1055370"/>
                </a:cubicBezTo>
                <a:cubicBezTo>
                  <a:pt x="712470" y="1043305"/>
                  <a:pt x="724535" y="1038860"/>
                  <a:pt x="750570" y="1028700"/>
                </a:cubicBezTo>
                <a:cubicBezTo>
                  <a:pt x="776605" y="1018540"/>
                  <a:pt x="789305" y="1014095"/>
                  <a:pt x="815340" y="1005840"/>
                </a:cubicBezTo>
                <a:cubicBezTo>
                  <a:pt x="841375" y="997585"/>
                  <a:pt x="854075" y="994410"/>
                  <a:pt x="880110" y="986790"/>
                </a:cubicBezTo>
                <a:cubicBezTo>
                  <a:pt x="906145" y="979170"/>
                  <a:pt x="918845" y="975360"/>
                  <a:pt x="944880" y="967740"/>
                </a:cubicBezTo>
                <a:cubicBezTo>
                  <a:pt x="970915" y="960120"/>
                  <a:pt x="983615" y="956310"/>
                  <a:pt x="1009650" y="948690"/>
                </a:cubicBezTo>
                <a:cubicBezTo>
                  <a:pt x="1035685" y="941070"/>
                  <a:pt x="1048385" y="937260"/>
                  <a:pt x="1074420" y="929640"/>
                </a:cubicBezTo>
                <a:cubicBezTo>
                  <a:pt x="1100455" y="922020"/>
                  <a:pt x="1113155" y="924560"/>
                  <a:pt x="1139190" y="910590"/>
                </a:cubicBezTo>
                <a:cubicBezTo>
                  <a:pt x="1165225" y="896620"/>
                  <a:pt x="1185545" y="883920"/>
                  <a:pt x="1203960" y="861060"/>
                </a:cubicBezTo>
                <a:cubicBezTo>
                  <a:pt x="1222375" y="838200"/>
                  <a:pt x="1212215" y="819150"/>
                  <a:pt x="1230630" y="796290"/>
                </a:cubicBezTo>
                <a:cubicBezTo>
                  <a:pt x="1249045" y="773430"/>
                  <a:pt x="1269365" y="758825"/>
                  <a:pt x="1295400" y="746760"/>
                </a:cubicBezTo>
                <a:cubicBezTo>
                  <a:pt x="1321435" y="734695"/>
                  <a:pt x="1334135" y="730885"/>
                  <a:pt x="1360170" y="735330"/>
                </a:cubicBezTo>
                <a:cubicBezTo>
                  <a:pt x="1386205" y="739775"/>
                  <a:pt x="1398905" y="753110"/>
                  <a:pt x="1424940" y="769620"/>
                </a:cubicBezTo>
                <a:cubicBezTo>
                  <a:pt x="1450975" y="786130"/>
                  <a:pt x="1463040" y="808355"/>
                  <a:pt x="1489710" y="819150"/>
                </a:cubicBezTo>
                <a:cubicBezTo>
                  <a:pt x="1516380" y="829945"/>
                  <a:pt x="1531620" y="822325"/>
                  <a:pt x="1558290" y="822960"/>
                </a:cubicBezTo>
                <a:cubicBezTo>
                  <a:pt x="1584960" y="823595"/>
                  <a:pt x="1597025" y="822960"/>
                  <a:pt x="1623060" y="822960"/>
                </a:cubicBezTo>
                <a:cubicBezTo>
                  <a:pt x="1649095" y="822960"/>
                  <a:pt x="1661795" y="827405"/>
                  <a:pt x="1687830" y="822960"/>
                </a:cubicBezTo>
                <a:cubicBezTo>
                  <a:pt x="1713865" y="818515"/>
                  <a:pt x="1726565" y="810895"/>
                  <a:pt x="1752600" y="800100"/>
                </a:cubicBezTo>
                <a:cubicBezTo>
                  <a:pt x="1778635" y="789305"/>
                  <a:pt x="1791335" y="783590"/>
                  <a:pt x="1817370" y="769620"/>
                </a:cubicBezTo>
                <a:cubicBezTo>
                  <a:pt x="1843405" y="755650"/>
                  <a:pt x="1856105" y="746760"/>
                  <a:pt x="1882140" y="731520"/>
                </a:cubicBezTo>
                <a:cubicBezTo>
                  <a:pt x="1908175" y="716280"/>
                  <a:pt x="1920875" y="708660"/>
                  <a:pt x="1946910" y="693420"/>
                </a:cubicBezTo>
                <a:cubicBezTo>
                  <a:pt x="1972945" y="678180"/>
                  <a:pt x="1985645" y="670560"/>
                  <a:pt x="2011680" y="655320"/>
                </a:cubicBezTo>
                <a:cubicBezTo>
                  <a:pt x="2037715" y="640080"/>
                  <a:pt x="2050415" y="629920"/>
                  <a:pt x="2076450" y="617220"/>
                </a:cubicBezTo>
                <a:cubicBezTo>
                  <a:pt x="2102485" y="604520"/>
                  <a:pt x="2115185" y="600710"/>
                  <a:pt x="2141220" y="590550"/>
                </a:cubicBezTo>
                <a:cubicBezTo>
                  <a:pt x="2167255" y="580390"/>
                  <a:pt x="2179955" y="575310"/>
                  <a:pt x="2205990" y="567690"/>
                </a:cubicBezTo>
                <a:cubicBezTo>
                  <a:pt x="2232025" y="560070"/>
                  <a:pt x="2244725" y="560705"/>
                  <a:pt x="2270760" y="552450"/>
                </a:cubicBezTo>
                <a:cubicBezTo>
                  <a:pt x="2296795" y="544195"/>
                  <a:pt x="2309495" y="536575"/>
                  <a:pt x="2335530" y="525780"/>
                </a:cubicBezTo>
                <a:cubicBezTo>
                  <a:pt x="2361565" y="514985"/>
                  <a:pt x="2374265" y="510540"/>
                  <a:pt x="2400300" y="499110"/>
                </a:cubicBezTo>
                <a:cubicBezTo>
                  <a:pt x="2426335" y="487680"/>
                  <a:pt x="2438400" y="483870"/>
                  <a:pt x="2465070" y="468630"/>
                </a:cubicBezTo>
                <a:cubicBezTo>
                  <a:pt x="2491740" y="453390"/>
                  <a:pt x="2510790" y="445135"/>
                  <a:pt x="2533650" y="422910"/>
                </a:cubicBezTo>
                <a:cubicBezTo>
                  <a:pt x="2556510" y="400685"/>
                  <a:pt x="2567940" y="384175"/>
                  <a:pt x="2579370" y="358140"/>
                </a:cubicBezTo>
                <a:cubicBezTo>
                  <a:pt x="2590800" y="332105"/>
                  <a:pt x="2586990" y="320040"/>
                  <a:pt x="2590800" y="293370"/>
                </a:cubicBezTo>
                <a:cubicBezTo>
                  <a:pt x="2594610" y="266700"/>
                  <a:pt x="2595245" y="251460"/>
                  <a:pt x="2598420" y="224790"/>
                </a:cubicBezTo>
                <a:cubicBezTo>
                  <a:pt x="2601595" y="198120"/>
                  <a:pt x="2592070" y="186055"/>
                  <a:pt x="2606040" y="160020"/>
                </a:cubicBezTo>
                <a:cubicBezTo>
                  <a:pt x="2620010" y="133985"/>
                  <a:pt x="2647315" y="121285"/>
                  <a:pt x="2667000" y="95250"/>
                </a:cubicBezTo>
                <a:cubicBezTo>
                  <a:pt x="2686685" y="69215"/>
                  <a:pt x="2684780" y="49530"/>
                  <a:pt x="2705100" y="30480"/>
                </a:cubicBezTo>
                <a:cubicBezTo>
                  <a:pt x="2725420" y="11430"/>
                  <a:pt x="2757805" y="5080"/>
                  <a:pt x="276987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3619500" y="3350895"/>
            <a:ext cx="1731010" cy="1313180"/>
          </a:xfrm>
          <a:custGeom>
            <a:avLst/>
            <a:gdLst>
              <a:gd name="connisteX0" fmla="*/ 1731151 w 1731151"/>
              <a:gd name="connsiteY0" fmla="*/ 177823 h 1313203"/>
              <a:gd name="connisteX1" fmla="*/ 1666381 w 1731151"/>
              <a:gd name="connsiteY1" fmla="*/ 162583 h 1313203"/>
              <a:gd name="connisteX2" fmla="*/ 1639711 w 1731151"/>
              <a:gd name="connsiteY2" fmla="*/ 97813 h 1313203"/>
              <a:gd name="connisteX3" fmla="*/ 1574941 w 1731151"/>
              <a:gd name="connsiteY3" fmla="*/ 48283 h 1313203"/>
              <a:gd name="connisteX4" fmla="*/ 1510171 w 1731151"/>
              <a:gd name="connsiteY4" fmla="*/ 21613 h 1313203"/>
              <a:gd name="connisteX5" fmla="*/ 1445401 w 1731151"/>
              <a:gd name="connsiteY5" fmla="*/ 21613 h 1313203"/>
              <a:gd name="connisteX6" fmla="*/ 1380631 w 1731151"/>
              <a:gd name="connsiteY6" fmla="*/ 55903 h 1313203"/>
              <a:gd name="connisteX7" fmla="*/ 1315861 w 1731151"/>
              <a:gd name="connsiteY7" fmla="*/ 82573 h 1313203"/>
              <a:gd name="connisteX8" fmla="*/ 1251091 w 1731151"/>
              <a:gd name="connsiteY8" fmla="*/ 78763 h 1313203"/>
              <a:gd name="connisteX9" fmla="*/ 1186321 w 1731151"/>
              <a:gd name="connsiteY9" fmla="*/ 67333 h 1313203"/>
              <a:gd name="connisteX10" fmla="*/ 1121551 w 1731151"/>
              <a:gd name="connsiteY10" fmla="*/ 48283 h 1313203"/>
              <a:gd name="connisteX11" fmla="*/ 1052971 w 1731151"/>
              <a:gd name="connsiteY11" fmla="*/ 21613 h 1313203"/>
              <a:gd name="connisteX12" fmla="*/ 988201 w 1731151"/>
              <a:gd name="connsiteY12" fmla="*/ 2563 h 1313203"/>
              <a:gd name="connisteX13" fmla="*/ 923431 w 1731151"/>
              <a:gd name="connsiteY13" fmla="*/ 2563 h 1313203"/>
              <a:gd name="connisteX14" fmla="*/ 858661 w 1731151"/>
              <a:gd name="connsiteY14" fmla="*/ 6373 h 1313203"/>
              <a:gd name="connisteX15" fmla="*/ 793891 w 1731151"/>
              <a:gd name="connsiteY15" fmla="*/ 63523 h 1313203"/>
              <a:gd name="connisteX16" fmla="*/ 782461 w 1731151"/>
              <a:gd name="connsiteY16" fmla="*/ 135913 h 1313203"/>
              <a:gd name="connisteX17" fmla="*/ 778651 w 1731151"/>
              <a:gd name="connsiteY17" fmla="*/ 200683 h 1313203"/>
              <a:gd name="connisteX18" fmla="*/ 736741 w 1731151"/>
              <a:gd name="connsiteY18" fmla="*/ 265453 h 1313203"/>
              <a:gd name="connisteX19" fmla="*/ 706261 w 1731151"/>
              <a:gd name="connsiteY19" fmla="*/ 330223 h 1313203"/>
              <a:gd name="connisteX20" fmla="*/ 668161 w 1731151"/>
              <a:gd name="connsiteY20" fmla="*/ 394993 h 1313203"/>
              <a:gd name="connisteX21" fmla="*/ 603391 w 1731151"/>
              <a:gd name="connsiteY21" fmla="*/ 433093 h 1313203"/>
              <a:gd name="connisteX22" fmla="*/ 538621 w 1731151"/>
              <a:gd name="connsiteY22" fmla="*/ 455953 h 1313203"/>
              <a:gd name="connisteX23" fmla="*/ 470041 w 1731151"/>
              <a:gd name="connsiteY23" fmla="*/ 459763 h 1313203"/>
              <a:gd name="connisteX24" fmla="*/ 405271 w 1731151"/>
              <a:gd name="connsiteY24" fmla="*/ 471193 h 1313203"/>
              <a:gd name="connisteX25" fmla="*/ 370981 w 1731151"/>
              <a:gd name="connsiteY25" fmla="*/ 535963 h 1313203"/>
              <a:gd name="connisteX26" fmla="*/ 321451 w 1731151"/>
              <a:gd name="connsiteY26" fmla="*/ 619783 h 1313203"/>
              <a:gd name="connisteX27" fmla="*/ 279541 w 1731151"/>
              <a:gd name="connsiteY27" fmla="*/ 684553 h 1313203"/>
              <a:gd name="connisteX28" fmla="*/ 241441 w 1731151"/>
              <a:gd name="connsiteY28" fmla="*/ 749323 h 1313203"/>
              <a:gd name="connisteX29" fmla="*/ 214771 w 1731151"/>
              <a:gd name="connsiteY29" fmla="*/ 814093 h 1313203"/>
              <a:gd name="connisteX30" fmla="*/ 203341 w 1731151"/>
              <a:gd name="connsiteY30" fmla="*/ 878863 h 1313203"/>
              <a:gd name="connisteX31" fmla="*/ 207151 w 1731151"/>
              <a:gd name="connsiteY31" fmla="*/ 943633 h 1313203"/>
              <a:gd name="connisteX32" fmla="*/ 222391 w 1731151"/>
              <a:gd name="connsiteY32" fmla="*/ 1008403 h 1313203"/>
              <a:gd name="connisteX33" fmla="*/ 150001 w 1731151"/>
              <a:gd name="connsiteY33" fmla="*/ 1061743 h 1313203"/>
              <a:gd name="connisteX34" fmla="*/ 69991 w 1731151"/>
              <a:gd name="connsiteY34" fmla="*/ 1099843 h 1313203"/>
              <a:gd name="connisteX35" fmla="*/ 5221 w 1731151"/>
              <a:gd name="connsiteY35" fmla="*/ 1149373 h 1313203"/>
              <a:gd name="connisteX36" fmla="*/ 16651 w 1731151"/>
              <a:gd name="connsiteY36" fmla="*/ 1214143 h 1313203"/>
              <a:gd name="connisteX37" fmla="*/ 81421 w 1731151"/>
              <a:gd name="connsiteY37" fmla="*/ 1248433 h 1313203"/>
              <a:gd name="connisteX38" fmla="*/ 104281 w 1731151"/>
              <a:gd name="connsiteY38" fmla="*/ 1313203 h 13132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</a:cxnLst>
            <a:rect l="l" t="t" r="r" b="b"/>
            <a:pathLst>
              <a:path w="1731151" h="1313203">
                <a:moveTo>
                  <a:pt x="1731151" y="177823"/>
                </a:moveTo>
                <a:cubicBezTo>
                  <a:pt x="1718451" y="175918"/>
                  <a:pt x="1684796" y="178458"/>
                  <a:pt x="1666381" y="162583"/>
                </a:cubicBezTo>
                <a:cubicBezTo>
                  <a:pt x="1647966" y="146708"/>
                  <a:pt x="1658126" y="120673"/>
                  <a:pt x="1639711" y="97813"/>
                </a:cubicBezTo>
                <a:cubicBezTo>
                  <a:pt x="1621296" y="74953"/>
                  <a:pt x="1600976" y="63523"/>
                  <a:pt x="1574941" y="48283"/>
                </a:cubicBezTo>
                <a:cubicBezTo>
                  <a:pt x="1548906" y="33043"/>
                  <a:pt x="1536206" y="26693"/>
                  <a:pt x="1510171" y="21613"/>
                </a:cubicBezTo>
                <a:cubicBezTo>
                  <a:pt x="1484136" y="16533"/>
                  <a:pt x="1471436" y="14628"/>
                  <a:pt x="1445401" y="21613"/>
                </a:cubicBezTo>
                <a:cubicBezTo>
                  <a:pt x="1419366" y="28598"/>
                  <a:pt x="1406666" y="43838"/>
                  <a:pt x="1380631" y="55903"/>
                </a:cubicBezTo>
                <a:cubicBezTo>
                  <a:pt x="1354596" y="67968"/>
                  <a:pt x="1341896" y="78128"/>
                  <a:pt x="1315861" y="82573"/>
                </a:cubicBezTo>
                <a:cubicBezTo>
                  <a:pt x="1289826" y="87018"/>
                  <a:pt x="1277126" y="81938"/>
                  <a:pt x="1251091" y="78763"/>
                </a:cubicBezTo>
                <a:cubicBezTo>
                  <a:pt x="1225056" y="75588"/>
                  <a:pt x="1212356" y="73683"/>
                  <a:pt x="1186321" y="67333"/>
                </a:cubicBezTo>
                <a:cubicBezTo>
                  <a:pt x="1160286" y="60983"/>
                  <a:pt x="1148221" y="57173"/>
                  <a:pt x="1121551" y="48283"/>
                </a:cubicBezTo>
                <a:cubicBezTo>
                  <a:pt x="1094881" y="39393"/>
                  <a:pt x="1079641" y="30503"/>
                  <a:pt x="1052971" y="21613"/>
                </a:cubicBezTo>
                <a:cubicBezTo>
                  <a:pt x="1026301" y="12723"/>
                  <a:pt x="1014236" y="6373"/>
                  <a:pt x="988201" y="2563"/>
                </a:cubicBezTo>
                <a:cubicBezTo>
                  <a:pt x="962166" y="-1247"/>
                  <a:pt x="949466" y="1928"/>
                  <a:pt x="923431" y="2563"/>
                </a:cubicBezTo>
                <a:cubicBezTo>
                  <a:pt x="897396" y="3198"/>
                  <a:pt x="884696" y="-5692"/>
                  <a:pt x="858661" y="6373"/>
                </a:cubicBezTo>
                <a:cubicBezTo>
                  <a:pt x="832626" y="18438"/>
                  <a:pt x="809131" y="37488"/>
                  <a:pt x="793891" y="63523"/>
                </a:cubicBezTo>
                <a:cubicBezTo>
                  <a:pt x="778651" y="89558"/>
                  <a:pt x="785636" y="108608"/>
                  <a:pt x="782461" y="135913"/>
                </a:cubicBezTo>
                <a:cubicBezTo>
                  <a:pt x="779286" y="163218"/>
                  <a:pt x="787541" y="174648"/>
                  <a:pt x="778651" y="200683"/>
                </a:cubicBezTo>
                <a:cubicBezTo>
                  <a:pt x="769761" y="226718"/>
                  <a:pt x="751346" y="239418"/>
                  <a:pt x="736741" y="265453"/>
                </a:cubicBezTo>
                <a:cubicBezTo>
                  <a:pt x="722136" y="291488"/>
                  <a:pt x="720231" y="304188"/>
                  <a:pt x="706261" y="330223"/>
                </a:cubicBezTo>
                <a:cubicBezTo>
                  <a:pt x="692291" y="356258"/>
                  <a:pt x="688481" y="374673"/>
                  <a:pt x="668161" y="394993"/>
                </a:cubicBezTo>
                <a:cubicBezTo>
                  <a:pt x="647841" y="415313"/>
                  <a:pt x="629426" y="421028"/>
                  <a:pt x="603391" y="433093"/>
                </a:cubicBezTo>
                <a:cubicBezTo>
                  <a:pt x="577356" y="445158"/>
                  <a:pt x="565291" y="450873"/>
                  <a:pt x="538621" y="455953"/>
                </a:cubicBezTo>
                <a:cubicBezTo>
                  <a:pt x="511951" y="461033"/>
                  <a:pt x="496711" y="456588"/>
                  <a:pt x="470041" y="459763"/>
                </a:cubicBezTo>
                <a:cubicBezTo>
                  <a:pt x="443371" y="462938"/>
                  <a:pt x="424956" y="455953"/>
                  <a:pt x="405271" y="471193"/>
                </a:cubicBezTo>
                <a:cubicBezTo>
                  <a:pt x="385586" y="486433"/>
                  <a:pt x="387491" y="506118"/>
                  <a:pt x="370981" y="535963"/>
                </a:cubicBezTo>
                <a:cubicBezTo>
                  <a:pt x="354471" y="565808"/>
                  <a:pt x="339866" y="589938"/>
                  <a:pt x="321451" y="619783"/>
                </a:cubicBezTo>
                <a:cubicBezTo>
                  <a:pt x="303036" y="649628"/>
                  <a:pt x="295416" y="658518"/>
                  <a:pt x="279541" y="684553"/>
                </a:cubicBezTo>
                <a:cubicBezTo>
                  <a:pt x="263666" y="710588"/>
                  <a:pt x="254141" y="723288"/>
                  <a:pt x="241441" y="749323"/>
                </a:cubicBezTo>
                <a:cubicBezTo>
                  <a:pt x="228741" y="775358"/>
                  <a:pt x="222391" y="788058"/>
                  <a:pt x="214771" y="814093"/>
                </a:cubicBezTo>
                <a:cubicBezTo>
                  <a:pt x="207151" y="840128"/>
                  <a:pt x="204611" y="852828"/>
                  <a:pt x="203341" y="878863"/>
                </a:cubicBezTo>
                <a:cubicBezTo>
                  <a:pt x="202071" y="904898"/>
                  <a:pt x="203341" y="917598"/>
                  <a:pt x="207151" y="943633"/>
                </a:cubicBezTo>
                <a:cubicBezTo>
                  <a:pt x="210961" y="969668"/>
                  <a:pt x="233821" y="984908"/>
                  <a:pt x="222391" y="1008403"/>
                </a:cubicBezTo>
                <a:cubicBezTo>
                  <a:pt x="210961" y="1031898"/>
                  <a:pt x="180481" y="1043328"/>
                  <a:pt x="150001" y="1061743"/>
                </a:cubicBezTo>
                <a:cubicBezTo>
                  <a:pt x="119521" y="1080158"/>
                  <a:pt x="99201" y="1082063"/>
                  <a:pt x="69991" y="1099843"/>
                </a:cubicBezTo>
                <a:cubicBezTo>
                  <a:pt x="40781" y="1117623"/>
                  <a:pt x="16016" y="1126513"/>
                  <a:pt x="5221" y="1149373"/>
                </a:cubicBezTo>
                <a:cubicBezTo>
                  <a:pt x="-5574" y="1172233"/>
                  <a:pt x="1411" y="1194458"/>
                  <a:pt x="16651" y="1214143"/>
                </a:cubicBezTo>
                <a:cubicBezTo>
                  <a:pt x="31891" y="1233828"/>
                  <a:pt x="63641" y="1228748"/>
                  <a:pt x="81421" y="1248433"/>
                </a:cubicBezTo>
                <a:cubicBezTo>
                  <a:pt x="99201" y="1268118"/>
                  <a:pt x="101106" y="1301138"/>
                  <a:pt x="104281" y="1313203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1365" cy="6857365"/>
          </a:xfrm>
          <a:solidFill>
            <a:schemeClr val="bg1">
              <a:alpha val="70000"/>
            </a:schemeClr>
          </a:solidFill>
        </p:spPr>
        <p:txBody>
          <a:bodyPr>
            <a:normAutofit/>
          </a:bodyPr>
          <a:p>
            <a:pPr algn="ctr"/>
            <a:r>
              <a:rPr lang="zh-CN" altLang="en-US"/>
              <a:t>上周地理所学内容</a:t>
            </a:r>
            <a:br>
              <a:rPr lang="zh-CN" altLang="en-US"/>
            </a:br>
            <a:r>
              <a:rPr lang="zh-CN" altLang="en-US"/>
              <a:t>中国主要铁路干线</a:t>
            </a:r>
            <a:r>
              <a:rPr lang="en-US" altLang="zh-CN"/>
              <a:t>——“</a:t>
            </a:r>
            <a:r>
              <a:rPr lang="zh-CN" altLang="en-US"/>
              <a:t>五纵三横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  <p:sp>
        <p:nvSpPr>
          <p:cNvPr id="48" name="文本框 47"/>
          <p:cNvSpPr txBox="1"/>
          <p:nvPr/>
        </p:nvSpPr>
        <p:spPr>
          <a:xfrm>
            <a:off x="0" y="6489700"/>
            <a:ext cx="292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图源：地理课本</a:t>
            </a:r>
            <a:r>
              <a:rPr lang="en-US" altLang="zh-CN"/>
              <a:t>P91 </a:t>
            </a:r>
            <a:r>
              <a:rPr lang="zh-CN" altLang="en-US"/>
              <a:t>图</a:t>
            </a:r>
            <a:r>
              <a:rPr lang="en-US" altLang="zh-CN"/>
              <a:t>4-3-2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4" grpId="0" bldLvl="0" animBg="1"/>
      <p:bldP spid="4" grpId="1" animBg="1"/>
      <p:bldP spid="40" grpId="0" bldLvl="0" animBg="1"/>
      <p:bldP spid="40" grpId="1" animBg="1"/>
      <p:bldP spid="5" grpId="0" bldLvl="0" animBg="1"/>
      <p:bldP spid="5" grpId="1" animBg="1"/>
      <p:bldP spid="7" grpId="0" bldLvl="0" animBg="1"/>
      <p:bldP spid="7" grpId="1" animBg="1"/>
      <p:bldP spid="41" grpId="0" bldLvl="0" animBg="1"/>
      <p:bldP spid="41" grpId="1" animBg="1"/>
      <p:bldP spid="42" grpId="0" bldLvl="0" animBg="1"/>
      <p:bldP spid="42" grpId="1" animBg="1"/>
      <p:bldP spid="43" grpId="0" bldLvl="0" animBg="1"/>
      <p:bldP spid="43" grpId="1" animBg="1"/>
      <p:bldP spid="44" grpId="0" bldLvl="0" animBg="1"/>
      <p:bldP spid="44" grpId="1" animBg="1"/>
      <p:bldP spid="9" grpId="0" animBg="1"/>
      <p:bldP spid="10" grpId="0" animBg="1"/>
      <p:bldP spid="22" grpId="0" animBg="1"/>
      <p:bldP spid="38" grpId="0" animBg="1"/>
      <p:bldP spid="2" grpId="0" bldLvl="0" animBg="1"/>
      <p:bldP spid="2" grpId="1" animBg="1"/>
      <p:bldP spid="48" grpId="0"/>
      <p:bldP spid="48" grpId="1"/>
      <p:bldP spid="47" grpId="0"/>
      <p:bldP spid="47" grpId="1"/>
      <p:bldP spid="2" grpId="2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100965"/>
            <a:ext cx="2551430" cy="647065"/>
          </a:xfrm>
        </p:spPr>
        <p:txBody>
          <a:bodyPr>
            <a:normAutofit/>
          </a:bodyPr>
          <a:p>
            <a:r>
              <a:rPr lang="zh-CN" altLang="en-US" sz="3200"/>
              <a:t>一、</a:t>
            </a:r>
            <a:r>
              <a:rPr lang="en-US" altLang="zh-CN" sz="3200"/>
              <a:t>“</a:t>
            </a:r>
            <a:r>
              <a:rPr lang="zh-CN" altLang="en-US" sz="3200"/>
              <a:t>五纵</a:t>
            </a:r>
            <a:r>
              <a:rPr lang="en-US" altLang="zh-CN" sz="3200"/>
              <a:t>”</a:t>
            </a:r>
            <a:endParaRPr lang="en-US" altLang="zh-CN" sz="3200"/>
          </a:p>
        </p:txBody>
      </p:sp>
      <p:grpSp>
        <p:nvGrpSpPr>
          <p:cNvPr id="21" name="组合 20"/>
          <p:cNvGrpSpPr/>
          <p:nvPr/>
        </p:nvGrpSpPr>
        <p:grpSpPr>
          <a:xfrm rot="0">
            <a:off x="-5262245" y="-1989455"/>
            <a:ext cx="11602720" cy="9679305"/>
            <a:chOff x="2260" y="395"/>
            <a:chExt cx="12184" cy="101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任意多边形 10"/>
            <p:cNvSpPr/>
            <p:nvPr/>
          </p:nvSpPr>
          <p:spPr>
            <a:xfrm>
              <a:off x="4550" y="454"/>
              <a:ext cx="7224" cy="3617"/>
            </a:xfrm>
            <a:custGeom>
              <a:avLst/>
              <a:gdLst>
                <a:gd name="connsiteX0" fmla="*/ 7008 w 7224"/>
                <a:gd name="connsiteY0" fmla="*/ 0 h 3617"/>
                <a:gd name="connsiteX1" fmla="*/ 6966 w 7224"/>
                <a:gd name="connsiteY1" fmla="*/ 108 h 3617"/>
                <a:gd name="connsiteX2" fmla="*/ 6906 w 7224"/>
                <a:gd name="connsiteY2" fmla="*/ 210 h 3617"/>
                <a:gd name="connsiteX3" fmla="*/ 7014 w 7224"/>
                <a:gd name="connsiteY3" fmla="*/ 300 h 3617"/>
                <a:gd name="connsiteX4" fmla="*/ 7050 w 7224"/>
                <a:gd name="connsiteY4" fmla="*/ 402 h 3617"/>
                <a:gd name="connsiteX5" fmla="*/ 6966 w 7224"/>
                <a:gd name="connsiteY5" fmla="*/ 504 h 3617"/>
                <a:gd name="connsiteX6" fmla="*/ 6924 w 7224"/>
                <a:gd name="connsiteY6" fmla="*/ 612 h 3617"/>
                <a:gd name="connsiteX7" fmla="*/ 6924 w 7224"/>
                <a:gd name="connsiteY7" fmla="*/ 714 h 3617"/>
                <a:gd name="connsiteX8" fmla="*/ 6918 w 7224"/>
                <a:gd name="connsiteY8" fmla="*/ 816 h 3617"/>
                <a:gd name="connsiteX9" fmla="*/ 6906 w 7224"/>
                <a:gd name="connsiteY9" fmla="*/ 918 h 3617"/>
                <a:gd name="connsiteX10" fmla="*/ 6846 w 7224"/>
                <a:gd name="connsiteY10" fmla="*/ 1020 h 3617"/>
                <a:gd name="connsiteX11" fmla="*/ 6744 w 7224"/>
                <a:gd name="connsiteY11" fmla="*/ 1098 h 3617"/>
                <a:gd name="connsiteX12" fmla="*/ 6642 w 7224"/>
                <a:gd name="connsiteY12" fmla="*/ 1158 h 3617"/>
                <a:gd name="connsiteX13" fmla="*/ 6540 w 7224"/>
                <a:gd name="connsiteY13" fmla="*/ 1116 h 3617"/>
                <a:gd name="connsiteX14" fmla="*/ 6450 w 7224"/>
                <a:gd name="connsiteY14" fmla="*/ 1218 h 3617"/>
                <a:gd name="connsiteX15" fmla="*/ 6414 w 7224"/>
                <a:gd name="connsiteY15" fmla="*/ 1320 h 3617"/>
                <a:gd name="connsiteX16" fmla="*/ 6402 w 7224"/>
                <a:gd name="connsiteY16" fmla="*/ 1422 h 3617"/>
                <a:gd name="connsiteX17" fmla="*/ 6402 w 7224"/>
                <a:gd name="connsiteY17" fmla="*/ 1524 h 3617"/>
                <a:gd name="connsiteX18" fmla="*/ 6414 w 7224"/>
                <a:gd name="connsiteY18" fmla="*/ 1626 h 3617"/>
                <a:gd name="connsiteX19" fmla="*/ 6516 w 7224"/>
                <a:gd name="connsiteY19" fmla="*/ 1656 h 3617"/>
                <a:gd name="connsiteX20" fmla="*/ 6618 w 7224"/>
                <a:gd name="connsiteY20" fmla="*/ 1614 h 3617"/>
                <a:gd name="connsiteX21" fmla="*/ 6726 w 7224"/>
                <a:gd name="connsiteY21" fmla="*/ 1614 h 3617"/>
                <a:gd name="connsiteX22" fmla="*/ 6828 w 7224"/>
                <a:gd name="connsiteY22" fmla="*/ 1608 h 3617"/>
                <a:gd name="connsiteX23" fmla="*/ 6930 w 7224"/>
                <a:gd name="connsiteY23" fmla="*/ 1608 h 3617"/>
                <a:gd name="connsiteX24" fmla="*/ 7032 w 7224"/>
                <a:gd name="connsiteY24" fmla="*/ 1650 h 3617"/>
                <a:gd name="connsiteX25" fmla="*/ 7134 w 7224"/>
                <a:gd name="connsiteY25" fmla="*/ 1746 h 3617"/>
                <a:gd name="connsiteX26" fmla="*/ 7224 w 7224"/>
                <a:gd name="connsiteY26" fmla="*/ 1848 h 3617"/>
                <a:gd name="connsiteX27" fmla="*/ 7122 w 7224"/>
                <a:gd name="connsiteY27" fmla="*/ 1896 h 3617"/>
                <a:gd name="connsiteX28" fmla="*/ 7020 w 7224"/>
                <a:gd name="connsiteY28" fmla="*/ 1914 h 3617"/>
                <a:gd name="connsiteX29" fmla="*/ 6918 w 7224"/>
                <a:gd name="connsiteY29" fmla="*/ 1956 h 3617"/>
                <a:gd name="connsiteX30" fmla="*/ 6816 w 7224"/>
                <a:gd name="connsiteY30" fmla="*/ 2016 h 3617"/>
                <a:gd name="connsiteX31" fmla="*/ 6714 w 7224"/>
                <a:gd name="connsiteY31" fmla="*/ 2100 h 3617"/>
                <a:gd name="connsiteX32" fmla="*/ 6618 w 7224"/>
                <a:gd name="connsiteY32" fmla="*/ 2208 h 3617"/>
                <a:gd name="connsiteX33" fmla="*/ 6540 w 7224"/>
                <a:gd name="connsiteY33" fmla="*/ 2310 h 3617"/>
                <a:gd name="connsiteX34" fmla="*/ 6438 w 7224"/>
                <a:gd name="connsiteY34" fmla="*/ 2358 h 3617"/>
                <a:gd name="connsiteX35" fmla="*/ 6336 w 7224"/>
                <a:gd name="connsiteY35" fmla="*/ 2394 h 3617"/>
                <a:gd name="connsiteX36" fmla="*/ 6234 w 7224"/>
                <a:gd name="connsiteY36" fmla="*/ 2478 h 3617"/>
                <a:gd name="connsiteX37" fmla="*/ 6132 w 7224"/>
                <a:gd name="connsiteY37" fmla="*/ 2562 h 3617"/>
                <a:gd name="connsiteX38" fmla="*/ 6030 w 7224"/>
                <a:gd name="connsiteY38" fmla="*/ 2598 h 3617"/>
                <a:gd name="connsiteX39" fmla="*/ 5928 w 7224"/>
                <a:gd name="connsiteY39" fmla="*/ 2562 h 3617"/>
                <a:gd name="connsiteX40" fmla="*/ 5826 w 7224"/>
                <a:gd name="connsiteY40" fmla="*/ 2544 h 3617"/>
                <a:gd name="connsiteX41" fmla="*/ 5754 w 7224"/>
                <a:gd name="connsiteY41" fmla="*/ 2646 h 3617"/>
                <a:gd name="connsiteX42" fmla="*/ 5760 w 7224"/>
                <a:gd name="connsiteY42" fmla="*/ 2754 h 3617"/>
                <a:gd name="connsiteX43" fmla="*/ 5802 w 7224"/>
                <a:gd name="connsiteY43" fmla="*/ 2856 h 3617"/>
                <a:gd name="connsiteX44" fmla="*/ 5766 w 7224"/>
                <a:gd name="connsiteY44" fmla="*/ 2958 h 3617"/>
                <a:gd name="connsiteX45" fmla="*/ 5664 w 7224"/>
                <a:gd name="connsiteY45" fmla="*/ 3048 h 3617"/>
                <a:gd name="connsiteX46" fmla="*/ 5568 w 7224"/>
                <a:gd name="connsiteY46" fmla="*/ 3150 h 3617"/>
                <a:gd name="connsiteX47" fmla="*/ 5466 w 7224"/>
                <a:gd name="connsiteY47" fmla="*/ 3240 h 3617"/>
                <a:gd name="connsiteX48" fmla="*/ 5364 w 7224"/>
                <a:gd name="connsiteY48" fmla="*/ 3300 h 3617"/>
                <a:gd name="connsiteX49" fmla="*/ 5262 w 7224"/>
                <a:gd name="connsiteY49" fmla="*/ 3312 h 3617"/>
                <a:gd name="connsiteX50" fmla="*/ 5160 w 7224"/>
                <a:gd name="connsiteY50" fmla="*/ 3330 h 3617"/>
                <a:gd name="connsiteX51" fmla="*/ 5058 w 7224"/>
                <a:gd name="connsiteY51" fmla="*/ 3360 h 3617"/>
                <a:gd name="connsiteX52" fmla="*/ 4956 w 7224"/>
                <a:gd name="connsiteY52" fmla="*/ 3390 h 3617"/>
                <a:gd name="connsiteX53" fmla="*/ 4854 w 7224"/>
                <a:gd name="connsiteY53" fmla="*/ 3432 h 3617"/>
                <a:gd name="connsiteX54" fmla="*/ 4752 w 7224"/>
                <a:gd name="connsiteY54" fmla="*/ 3486 h 3617"/>
                <a:gd name="connsiteX55" fmla="*/ 4644 w 7224"/>
                <a:gd name="connsiteY55" fmla="*/ 3528 h 3617"/>
                <a:gd name="connsiteX56" fmla="*/ 4542 w 7224"/>
                <a:gd name="connsiteY56" fmla="*/ 3582 h 3617"/>
                <a:gd name="connsiteX57" fmla="*/ 4440 w 7224"/>
                <a:gd name="connsiteY57" fmla="*/ 3612 h 3617"/>
                <a:gd name="connsiteX58" fmla="*/ 4338 w 7224"/>
                <a:gd name="connsiteY58" fmla="*/ 3612 h 3617"/>
                <a:gd name="connsiteX59" fmla="*/ 4236 w 7224"/>
                <a:gd name="connsiteY59" fmla="*/ 3570 h 3617"/>
                <a:gd name="connsiteX60" fmla="*/ 4134 w 7224"/>
                <a:gd name="connsiteY60" fmla="*/ 3540 h 3617"/>
                <a:gd name="connsiteX61" fmla="*/ 4032 w 7224"/>
                <a:gd name="connsiteY61" fmla="*/ 3516 h 3617"/>
                <a:gd name="connsiteX62" fmla="*/ 3930 w 7224"/>
                <a:gd name="connsiteY62" fmla="*/ 3480 h 3617"/>
                <a:gd name="connsiteX63" fmla="*/ 3828 w 7224"/>
                <a:gd name="connsiteY63" fmla="*/ 3414 h 3617"/>
                <a:gd name="connsiteX64" fmla="*/ 3726 w 7224"/>
                <a:gd name="connsiteY64" fmla="*/ 3354 h 3617"/>
                <a:gd name="connsiteX65" fmla="*/ 3624 w 7224"/>
                <a:gd name="connsiteY65" fmla="*/ 3330 h 3617"/>
                <a:gd name="connsiteX66" fmla="*/ 3522 w 7224"/>
                <a:gd name="connsiteY66" fmla="*/ 3318 h 3617"/>
                <a:gd name="connsiteX67" fmla="*/ 3420 w 7224"/>
                <a:gd name="connsiteY67" fmla="*/ 3318 h 3617"/>
                <a:gd name="connsiteX68" fmla="*/ 3318 w 7224"/>
                <a:gd name="connsiteY68" fmla="*/ 3318 h 3617"/>
                <a:gd name="connsiteX69" fmla="*/ 3216 w 7224"/>
                <a:gd name="connsiteY69" fmla="*/ 3312 h 3617"/>
                <a:gd name="connsiteX70" fmla="*/ 3108 w 7224"/>
                <a:gd name="connsiteY70" fmla="*/ 3294 h 3617"/>
                <a:gd name="connsiteX71" fmla="*/ 3006 w 7224"/>
                <a:gd name="connsiteY71" fmla="*/ 3270 h 3617"/>
                <a:gd name="connsiteX72" fmla="*/ 2904 w 7224"/>
                <a:gd name="connsiteY72" fmla="*/ 3234 h 3617"/>
                <a:gd name="connsiteX73" fmla="*/ 2802 w 7224"/>
                <a:gd name="connsiteY73" fmla="*/ 3210 h 3617"/>
                <a:gd name="connsiteX74" fmla="*/ 2700 w 7224"/>
                <a:gd name="connsiteY74" fmla="*/ 3204 h 3617"/>
                <a:gd name="connsiteX75" fmla="*/ 2598 w 7224"/>
                <a:gd name="connsiteY75" fmla="*/ 3174 h 3617"/>
                <a:gd name="connsiteX76" fmla="*/ 2520 w 7224"/>
                <a:gd name="connsiteY76" fmla="*/ 3072 h 3617"/>
                <a:gd name="connsiteX77" fmla="*/ 2478 w 7224"/>
                <a:gd name="connsiteY77" fmla="*/ 2970 h 3617"/>
                <a:gd name="connsiteX78" fmla="*/ 2412 w 7224"/>
                <a:gd name="connsiteY78" fmla="*/ 2868 h 3617"/>
                <a:gd name="connsiteX79" fmla="*/ 2310 w 7224"/>
                <a:gd name="connsiteY79" fmla="*/ 2784 h 3617"/>
                <a:gd name="connsiteX80" fmla="*/ 2208 w 7224"/>
                <a:gd name="connsiteY80" fmla="*/ 2730 h 3617"/>
                <a:gd name="connsiteX81" fmla="*/ 2106 w 7224"/>
                <a:gd name="connsiteY81" fmla="*/ 2712 h 3617"/>
                <a:gd name="connsiteX82" fmla="*/ 2004 w 7224"/>
                <a:gd name="connsiteY82" fmla="*/ 2682 h 3617"/>
                <a:gd name="connsiteX83" fmla="*/ 1902 w 7224"/>
                <a:gd name="connsiteY83" fmla="*/ 2640 h 3617"/>
                <a:gd name="connsiteX84" fmla="*/ 1794 w 7224"/>
                <a:gd name="connsiteY84" fmla="*/ 2598 h 3617"/>
                <a:gd name="connsiteX85" fmla="*/ 1692 w 7224"/>
                <a:gd name="connsiteY85" fmla="*/ 2562 h 3617"/>
                <a:gd name="connsiteX86" fmla="*/ 1590 w 7224"/>
                <a:gd name="connsiteY86" fmla="*/ 2484 h 3617"/>
                <a:gd name="connsiteX87" fmla="*/ 1584 w 7224"/>
                <a:gd name="connsiteY87" fmla="*/ 2382 h 3617"/>
                <a:gd name="connsiteX88" fmla="*/ 1638 w 7224"/>
                <a:gd name="connsiteY88" fmla="*/ 2280 h 3617"/>
                <a:gd name="connsiteX89" fmla="*/ 1680 w 7224"/>
                <a:gd name="connsiteY89" fmla="*/ 2178 h 3617"/>
                <a:gd name="connsiteX90" fmla="*/ 1662 w 7224"/>
                <a:gd name="connsiteY90" fmla="*/ 2076 h 3617"/>
                <a:gd name="connsiteX91" fmla="*/ 1626 w 7224"/>
                <a:gd name="connsiteY91" fmla="*/ 1974 h 3617"/>
                <a:gd name="connsiteX92" fmla="*/ 1584 w 7224"/>
                <a:gd name="connsiteY92" fmla="*/ 1872 h 3617"/>
                <a:gd name="connsiteX93" fmla="*/ 1506 w 7224"/>
                <a:gd name="connsiteY93" fmla="*/ 1770 h 3617"/>
                <a:gd name="connsiteX94" fmla="*/ 1404 w 7224"/>
                <a:gd name="connsiteY94" fmla="*/ 1692 h 3617"/>
                <a:gd name="connsiteX95" fmla="*/ 1302 w 7224"/>
                <a:gd name="connsiteY95" fmla="*/ 1656 h 3617"/>
                <a:gd name="connsiteX96" fmla="*/ 1224 w 7224"/>
                <a:gd name="connsiteY96" fmla="*/ 1554 h 3617"/>
                <a:gd name="connsiteX97" fmla="*/ 1176 w 7224"/>
                <a:gd name="connsiteY97" fmla="*/ 1452 h 3617"/>
                <a:gd name="connsiteX98" fmla="*/ 1074 w 7224"/>
                <a:gd name="connsiteY98" fmla="*/ 1386 h 3617"/>
                <a:gd name="connsiteX99" fmla="*/ 966 w 7224"/>
                <a:gd name="connsiteY99" fmla="*/ 1422 h 3617"/>
                <a:gd name="connsiteX100" fmla="*/ 864 w 7224"/>
                <a:gd name="connsiteY100" fmla="*/ 1470 h 3617"/>
                <a:gd name="connsiteX101" fmla="*/ 762 w 7224"/>
                <a:gd name="connsiteY101" fmla="*/ 1542 h 3617"/>
                <a:gd name="connsiteX102" fmla="*/ 660 w 7224"/>
                <a:gd name="connsiteY102" fmla="*/ 1632 h 3617"/>
                <a:gd name="connsiteX103" fmla="*/ 618 w 7224"/>
                <a:gd name="connsiteY103" fmla="*/ 1734 h 3617"/>
                <a:gd name="connsiteX104" fmla="*/ 582 w 7224"/>
                <a:gd name="connsiteY104" fmla="*/ 1836 h 3617"/>
                <a:gd name="connsiteX105" fmla="*/ 480 w 7224"/>
                <a:gd name="connsiteY105" fmla="*/ 1908 h 3617"/>
                <a:gd name="connsiteX106" fmla="*/ 378 w 7224"/>
                <a:gd name="connsiteY106" fmla="*/ 1896 h 3617"/>
                <a:gd name="connsiteX107" fmla="*/ 276 w 7224"/>
                <a:gd name="connsiteY107" fmla="*/ 1818 h 3617"/>
                <a:gd name="connsiteX108" fmla="*/ 174 w 7224"/>
                <a:gd name="connsiteY108" fmla="*/ 1800 h 3617"/>
                <a:gd name="connsiteX109" fmla="*/ 36 w 7224"/>
                <a:gd name="connsiteY109" fmla="*/ 1916 h 3617"/>
                <a:gd name="connsiteX110" fmla="*/ 0 w 7224"/>
                <a:gd name="connsiteY110" fmla="*/ 2054 h 3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7224" h="3617">
                  <a:moveTo>
                    <a:pt x="7008" y="0"/>
                  </a:moveTo>
                  <a:cubicBezTo>
                    <a:pt x="7001" y="20"/>
                    <a:pt x="6986" y="66"/>
                    <a:pt x="6966" y="108"/>
                  </a:cubicBezTo>
                  <a:cubicBezTo>
                    <a:pt x="6946" y="150"/>
                    <a:pt x="6896" y="172"/>
                    <a:pt x="6906" y="210"/>
                  </a:cubicBezTo>
                  <a:cubicBezTo>
                    <a:pt x="6916" y="248"/>
                    <a:pt x="6985" y="262"/>
                    <a:pt x="7014" y="300"/>
                  </a:cubicBezTo>
                  <a:cubicBezTo>
                    <a:pt x="7043" y="338"/>
                    <a:pt x="7060" y="361"/>
                    <a:pt x="7050" y="402"/>
                  </a:cubicBezTo>
                  <a:cubicBezTo>
                    <a:pt x="7040" y="443"/>
                    <a:pt x="6991" y="462"/>
                    <a:pt x="6966" y="504"/>
                  </a:cubicBezTo>
                  <a:cubicBezTo>
                    <a:pt x="6941" y="546"/>
                    <a:pt x="6932" y="570"/>
                    <a:pt x="6924" y="612"/>
                  </a:cubicBezTo>
                  <a:cubicBezTo>
                    <a:pt x="6916" y="654"/>
                    <a:pt x="6925" y="673"/>
                    <a:pt x="6924" y="714"/>
                  </a:cubicBezTo>
                  <a:cubicBezTo>
                    <a:pt x="6923" y="755"/>
                    <a:pt x="6922" y="775"/>
                    <a:pt x="6918" y="816"/>
                  </a:cubicBezTo>
                  <a:cubicBezTo>
                    <a:pt x="6914" y="857"/>
                    <a:pt x="6920" y="877"/>
                    <a:pt x="6906" y="918"/>
                  </a:cubicBezTo>
                  <a:cubicBezTo>
                    <a:pt x="6892" y="959"/>
                    <a:pt x="6878" y="984"/>
                    <a:pt x="6846" y="1020"/>
                  </a:cubicBezTo>
                  <a:cubicBezTo>
                    <a:pt x="6814" y="1056"/>
                    <a:pt x="6785" y="1070"/>
                    <a:pt x="6744" y="1098"/>
                  </a:cubicBezTo>
                  <a:cubicBezTo>
                    <a:pt x="6703" y="1126"/>
                    <a:pt x="6683" y="1154"/>
                    <a:pt x="6642" y="1158"/>
                  </a:cubicBezTo>
                  <a:cubicBezTo>
                    <a:pt x="6601" y="1162"/>
                    <a:pt x="6578" y="1104"/>
                    <a:pt x="6540" y="1116"/>
                  </a:cubicBezTo>
                  <a:cubicBezTo>
                    <a:pt x="6502" y="1128"/>
                    <a:pt x="6475" y="1177"/>
                    <a:pt x="6450" y="1218"/>
                  </a:cubicBezTo>
                  <a:cubicBezTo>
                    <a:pt x="6425" y="1259"/>
                    <a:pt x="6424" y="1279"/>
                    <a:pt x="6414" y="1320"/>
                  </a:cubicBezTo>
                  <a:cubicBezTo>
                    <a:pt x="6404" y="1361"/>
                    <a:pt x="6404" y="1381"/>
                    <a:pt x="6402" y="1422"/>
                  </a:cubicBezTo>
                  <a:cubicBezTo>
                    <a:pt x="6400" y="1463"/>
                    <a:pt x="6400" y="1483"/>
                    <a:pt x="6402" y="1524"/>
                  </a:cubicBezTo>
                  <a:cubicBezTo>
                    <a:pt x="6404" y="1565"/>
                    <a:pt x="6391" y="1600"/>
                    <a:pt x="6414" y="1626"/>
                  </a:cubicBezTo>
                  <a:cubicBezTo>
                    <a:pt x="6437" y="1652"/>
                    <a:pt x="6475" y="1658"/>
                    <a:pt x="6516" y="1656"/>
                  </a:cubicBezTo>
                  <a:cubicBezTo>
                    <a:pt x="6557" y="1654"/>
                    <a:pt x="6576" y="1622"/>
                    <a:pt x="6618" y="1614"/>
                  </a:cubicBezTo>
                  <a:cubicBezTo>
                    <a:pt x="6660" y="1606"/>
                    <a:pt x="6684" y="1615"/>
                    <a:pt x="6726" y="1614"/>
                  </a:cubicBezTo>
                  <a:cubicBezTo>
                    <a:pt x="6768" y="1613"/>
                    <a:pt x="6787" y="1609"/>
                    <a:pt x="6828" y="1608"/>
                  </a:cubicBezTo>
                  <a:cubicBezTo>
                    <a:pt x="6869" y="1607"/>
                    <a:pt x="6889" y="1600"/>
                    <a:pt x="6930" y="1608"/>
                  </a:cubicBezTo>
                  <a:cubicBezTo>
                    <a:pt x="6971" y="1616"/>
                    <a:pt x="6991" y="1622"/>
                    <a:pt x="7032" y="1650"/>
                  </a:cubicBezTo>
                  <a:cubicBezTo>
                    <a:pt x="7073" y="1678"/>
                    <a:pt x="7096" y="1706"/>
                    <a:pt x="7134" y="1746"/>
                  </a:cubicBezTo>
                  <a:cubicBezTo>
                    <a:pt x="7172" y="1786"/>
                    <a:pt x="7226" y="1818"/>
                    <a:pt x="7224" y="1848"/>
                  </a:cubicBezTo>
                  <a:cubicBezTo>
                    <a:pt x="7222" y="1878"/>
                    <a:pt x="7163" y="1883"/>
                    <a:pt x="7122" y="1896"/>
                  </a:cubicBezTo>
                  <a:cubicBezTo>
                    <a:pt x="7081" y="1909"/>
                    <a:pt x="7061" y="1902"/>
                    <a:pt x="7020" y="1914"/>
                  </a:cubicBezTo>
                  <a:cubicBezTo>
                    <a:pt x="6979" y="1926"/>
                    <a:pt x="6959" y="1936"/>
                    <a:pt x="6918" y="1956"/>
                  </a:cubicBezTo>
                  <a:cubicBezTo>
                    <a:pt x="6877" y="1976"/>
                    <a:pt x="6857" y="1987"/>
                    <a:pt x="6816" y="2016"/>
                  </a:cubicBezTo>
                  <a:cubicBezTo>
                    <a:pt x="6775" y="2045"/>
                    <a:pt x="6754" y="2062"/>
                    <a:pt x="6714" y="2100"/>
                  </a:cubicBezTo>
                  <a:cubicBezTo>
                    <a:pt x="6674" y="2138"/>
                    <a:pt x="6653" y="2166"/>
                    <a:pt x="6618" y="2208"/>
                  </a:cubicBezTo>
                  <a:cubicBezTo>
                    <a:pt x="6583" y="2250"/>
                    <a:pt x="6576" y="2280"/>
                    <a:pt x="6540" y="2310"/>
                  </a:cubicBezTo>
                  <a:cubicBezTo>
                    <a:pt x="6504" y="2340"/>
                    <a:pt x="6479" y="2341"/>
                    <a:pt x="6438" y="2358"/>
                  </a:cubicBezTo>
                  <a:cubicBezTo>
                    <a:pt x="6397" y="2375"/>
                    <a:pt x="6377" y="2370"/>
                    <a:pt x="6336" y="2394"/>
                  </a:cubicBezTo>
                  <a:cubicBezTo>
                    <a:pt x="6295" y="2418"/>
                    <a:pt x="6275" y="2444"/>
                    <a:pt x="6234" y="2478"/>
                  </a:cubicBezTo>
                  <a:cubicBezTo>
                    <a:pt x="6193" y="2512"/>
                    <a:pt x="6173" y="2538"/>
                    <a:pt x="6132" y="2562"/>
                  </a:cubicBezTo>
                  <a:cubicBezTo>
                    <a:pt x="6091" y="2586"/>
                    <a:pt x="6071" y="2598"/>
                    <a:pt x="6030" y="2598"/>
                  </a:cubicBezTo>
                  <a:cubicBezTo>
                    <a:pt x="5989" y="2598"/>
                    <a:pt x="5969" y="2573"/>
                    <a:pt x="5928" y="2562"/>
                  </a:cubicBezTo>
                  <a:cubicBezTo>
                    <a:pt x="5887" y="2551"/>
                    <a:pt x="5861" y="2527"/>
                    <a:pt x="5826" y="2544"/>
                  </a:cubicBezTo>
                  <a:cubicBezTo>
                    <a:pt x="5791" y="2561"/>
                    <a:pt x="5767" y="2604"/>
                    <a:pt x="5754" y="2646"/>
                  </a:cubicBezTo>
                  <a:cubicBezTo>
                    <a:pt x="5741" y="2688"/>
                    <a:pt x="5750" y="2712"/>
                    <a:pt x="5760" y="2754"/>
                  </a:cubicBezTo>
                  <a:cubicBezTo>
                    <a:pt x="5770" y="2796"/>
                    <a:pt x="5801" y="2815"/>
                    <a:pt x="5802" y="2856"/>
                  </a:cubicBezTo>
                  <a:cubicBezTo>
                    <a:pt x="5803" y="2897"/>
                    <a:pt x="5794" y="2920"/>
                    <a:pt x="5766" y="2958"/>
                  </a:cubicBezTo>
                  <a:cubicBezTo>
                    <a:pt x="5738" y="2996"/>
                    <a:pt x="5704" y="3010"/>
                    <a:pt x="5664" y="3048"/>
                  </a:cubicBezTo>
                  <a:cubicBezTo>
                    <a:pt x="5624" y="3086"/>
                    <a:pt x="5608" y="3112"/>
                    <a:pt x="5568" y="3150"/>
                  </a:cubicBezTo>
                  <a:cubicBezTo>
                    <a:pt x="5528" y="3188"/>
                    <a:pt x="5507" y="3210"/>
                    <a:pt x="5466" y="3240"/>
                  </a:cubicBezTo>
                  <a:cubicBezTo>
                    <a:pt x="5425" y="3270"/>
                    <a:pt x="5405" y="3286"/>
                    <a:pt x="5364" y="3300"/>
                  </a:cubicBezTo>
                  <a:cubicBezTo>
                    <a:pt x="5323" y="3314"/>
                    <a:pt x="5303" y="3306"/>
                    <a:pt x="5262" y="3312"/>
                  </a:cubicBezTo>
                  <a:cubicBezTo>
                    <a:pt x="5221" y="3318"/>
                    <a:pt x="5201" y="3320"/>
                    <a:pt x="5160" y="3330"/>
                  </a:cubicBezTo>
                  <a:cubicBezTo>
                    <a:pt x="5119" y="3340"/>
                    <a:pt x="5099" y="3348"/>
                    <a:pt x="5058" y="3360"/>
                  </a:cubicBezTo>
                  <a:cubicBezTo>
                    <a:pt x="5017" y="3372"/>
                    <a:pt x="4997" y="3376"/>
                    <a:pt x="4956" y="3390"/>
                  </a:cubicBezTo>
                  <a:cubicBezTo>
                    <a:pt x="4915" y="3404"/>
                    <a:pt x="4895" y="3413"/>
                    <a:pt x="4854" y="3432"/>
                  </a:cubicBezTo>
                  <a:cubicBezTo>
                    <a:pt x="4813" y="3451"/>
                    <a:pt x="4794" y="3467"/>
                    <a:pt x="4752" y="3486"/>
                  </a:cubicBezTo>
                  <a:cubicBezTo>
                    <a:pt x="4710" y="3505"/>
                    <a:pt x="4686" y="3509"/>
                    <a:pt x="4644" y="3528"/>
                  </a:cubicBezTo>
                  <a:cubicBezTo>
                    <a:pt x="4602" y="3547"/>
                    <a:pt x="4583" y="3565"/>
                    <a:pt x="4542" y="3582"/>
                  </a:cubicBezTo>
                  <a:cubicBezTo>
                    <a:pt x="4501" y="3599"/>
                    <a:pt x="4481" y="3606"/>
                    <a:pt x="4440" y="3612"/>
                  </a:cubicBezTo>
                  <a:cubicBezTo>
                    <a:pt x="4399" y="3618"/>
                    <a:pt x="4379" y="3620"/>
                    <a:pt x="4338" y="3612"/>
                  </a:cubicBezTo>
                  <a:cubicBezTo>
                    <a:pt x="4297" y="3604"/>
                    <a:pt x="4277" y="3584"/>
                    <a:pt x="4236" y="3570"/>
                  </a:cubicBezTo>
                  <a:cubicBezTo>
                    <a:pt x="4195" y="3556"/>
                    <a:pt x="4175" y="3551"/>
                    <a:pt x="4134" y="3540"/>
                  </a:cubicBezTo>
                  <a:cubicBezTo>
                    <a:pt x="4093" y="3529"/>
                    <a:pt x="4073" y="3528"/>
                    <a:pt x="4032" y="3516"/>
                  </a:cubicBezTo>
                  <a:cubicBezTo>
                    <a:pt x="3991" y="3504"/>
                    <a:pt x="3971" y="3500"/>
                    <a:pt x="3930" y="3480"/>
                  </a:cubicBezTo>
                  <a:cubicBezTo>
                    <a:pt x="3889" y="3460"/>
                    <a:pt x="3869" y="3439"/>
                    <a:pt x="3828" y="3414"/>
                  </a:cubicBezTo>
                  <a:cubicBezTo>
                    <a:pt x="3787" y="3389"/>
                    <a:pt x="3767" y="3371"/>
                    <a:pt x="3726" y="3354"/>
                  </a:cubicBezTo>
                  <a:cubicBezTo>
                    <a:pt x="3685" y="3337"/>
                    <a:pt x="3665" y="3337"/>
                    <a:pt x="3624" y="3330"/>
                  </a:cubicBezTo>
                  <a:cubicBezTo>
                    <a:pt x="3583" y="3323"/>
                    <a:pt x="3563" y="3320"/>
                    <a:pt x="3522" y="3318"/>
                  </a:cubicBezTo>
                  <a:cubicBezTo>
                    <a:pt x="3481" y="3316"/>
                    <a:pt x="3461" y="3318"/>
                    <a:pt x="3420" y="3318"/>
                  </a:cubicBezTo>
                  <a:cubicBezTo>
                    <a:pt x="3379" y="3318"/>
                    <a:pt x="3359" y="3319"/>
                    <a:pt x="3318" y="3318"/>
                  </a:cubicBezTo>
                  <a:cubicBezTo>
                    <a:pt x="3277" y="3317"/>
                    <a:pt x="3258" y="3317"/>
                    <a:pt x="3216" y="3312"/>
                  </a:cubicBezTo>
                  <a:cubicBezTo>
                    <a:pt x="3174" y="3307"/>
                    <a:pt x="3150" y="3302"/>
                    <a:pt x="3108" y="3294"/>
                  </a:cubicBezTo>
                  <a:cubicBezTo>
                    <a:pt x="3066" y="3286"/>
                    <a:pt x="3047" y="3282"/>
                    <a:pt x="3006" y="3270"/>
                  </a:cubicBezTo>
                  <a:cubicBezTo>
                    <a:pt x="2965" y="3258"/>
                    <a:pt x="2945" y="3246"/>
                    <a:pt x="2904" y="3234"/>
                  </a:cubicBezTo>
                  <a:cubicBezTo>
                    <a:pt x="2863" y="3222"/>
                    <a:pt x="2843" y="3216"/>
                    <a:pt x="2802" y="3210"/>
                  </a:cubicBezTo>
                  <a:cubicBezTo>
                    <a:pt x="2761" y="3204"/>
                    <a:pt x="2741" y="3211"/>
                    <a:pt x="2700" y="3204"/>
                  </a:cubicBezTo>
                  <a:cubicBezTo>
                    <a:pt x="2659" y="3197"/>
                    <a:pt x="2634" y="3200"/>
                    <a:pt x="2598" y="3174"/>
                  </a:cubicBezTo>
                  <a:cubicBezTo>
                    <a:pt x="2562" y="3148"/>
                    <a:pt x="2544" y="3113"/>
                    <a:pt x="2520" y="3072"/>
                  </a:cubicBezTo>
                  <a:cubicBezTo>
                    <a:pt x="2496" y="3031"/>
                    <a:pt x="2500" y="3011"/>
                    <a:pt x="2478" y="2970"/>
                  </a:cubicBezTo>
                  <a:cubicBezTo>
                    <a:pt x="2456" y="2929"/>
                    <a:pt x="2446" y="2905"/>
                    <a:pt x="2412" y="2868"/>
                  </a:cubicBezTo>
                  <a:cubicBezTo>
                    <a:pt x="2378" y="2831"/>
                    <a:pt x="2351" y="2812"/>
                    <a:pt x="2310" y="2784"/>
                  </a:cubicBezTo>
                  <a:cubicBezTo>
                    <a:pt x="2269" y="2756"/>
                    <a:pt x="2249" y="2744"/>
                    <a:pt x="2208" y="2730"/>
                  </a:cubicBezTo>
                  <a:cubicBezTo>
                    <a:pt x="2167" y="2716"/>
                    <a:pt x="2147" y="2722"/>
                    <a:pt x="2106" y="2712"/>
                  </a:cubicBezTo>
                  <a:cubicBezTo>
                    <a:pt x="2065" y="2702"/>
                    <a:pt x="2045" y="2696"/>
                    <a:pt x="2004" y="2682"/>
                  </a:cubicBezTo>
                  <a:cubicBezTo>
                    <a:pt x="1963" y="2668"/>
                    <a:pt x="1944" y="2657"/>
                    <a:pt x="1902" y="2640"/>
                  </a:cubicBezTo>
                  <a:cubicBezTo>
                    <a:pt x="1860" y="2623"/>
                    <a:pt x="1836" y="2614"/>
                    <a:pt x="1794" y="2598"/>
                  </a:cubicBezTo>
                  <a:cubicBezTo>
                    <a:pt x="1752" y="2582"/>
                    <a:pt x="1733" y="2585"/>
                    <a:pt x="1692" y="2562"/>
                  </a:cubicBezTo>
                  <a:cubicBezTo>
                    <a:pt x="1651" y="2539"/>
                    <a:pt x="1612" y="2520"/>
                    <a:pt x="1590" y="2484"/>
                  </a:cubicBezTo>
                  <a:cubicBezTo>
                    <a:pt x="1568" y="2448"/>
                    <a:pt x="1574" y="2423"/>
                    <a:pt x="1584" y="2382"/>
                  </a:cubicBezTo>
                  <a:cubicBezTo>
                    <a:pt x="1594" y="2341"/>
                    <a:pt x="1619" y="2321"/>
                    <a:pt x="1638" y="2280"/>
                  </a:cubicBezTo>
                  <a:cubicBezTo>
                    <a:pt x="1657" y="2239"/>
                    <a:pt x="1675" y="2219"/>
                    <a:pt x="1680" y="2178"/>
                  </a:cubicBezTo>
                  <a:cubicBezTo>
                    <a:pt x="1685" y="2137"/>
                    <a:pt x="1673" y="2117"/>
                    <a:pt x="1662" y="2076"/>
                  </a:cubicBezTo>
                  <a:cubicBezTo>
                    <a:pt x="1651" y="2035"/>
                    <a:pt x="1642" y="2015"/>
                    <a:pt x="1626" y="1974"/>
                  </a:cubicBezTo>
                  <a:cubicBezTo>
                    <a:pt x="1610" y="1933"/>
                    <a:pt x="1608" y="1913"/>
                    <a:pt x="1584" y="1872"/>
                  </a:cubicBezTo>
                  <a:cubicBezTo>
                    <a:pt x="1560" y="1831"/>
                    <a:pt x="1542" y="1806"/>
                    <a:pt x="1506" y="1770"/>
                  </a:cubicBezTo>
                  <a:cubicBezTo>
                    <a:pt x="1470" y="1734"/>
                    <a:pt x="1445" y="1715"/>
                    <a:pt x="1404" y="1692"/>
                  </a:cubicBezTo>
                  <a:cubicBezTo>
                    <a:pt x="1363" y="1669"/>
                    <a:pt x="1338" y="1684"/>
                    <a:pt x="1302" y="1656"/>
                  </a:cubicBezTo>
                  <a:cubicBezTo>
                    <a:pt x="1266" y="1628"/>
                    <a:pt x="1249" y="1595"/>
                    <a:pt x="1224" y="1554"/>
                  </a:cubicBezTo>
                  <a:cubicBezTo>
                    <a:pt x="1199" y="1513"/>
                    <a:pt x="1206" y="1486"/>
                    <a:pt x="1176" y="1452"/>
                  </a:cubicBezTo>
                  <a:cubicBezTo>
                    <a:pt x="1146" y="1418"/>
                    <a:pt x="1116" y="1392"/>
                    <a:pt x="1074" y="1386"/>
                  </a:cubicBezTo>
                  <a:cubicBezTo>
                    <a:pt x="1032" y="1380"/>
                    <a:pt x="1008" y="1405"/>
                    <a:pt x="966" y="1422"/>
                  </a:cubicBezTo>
                  <a:cubicBezTo>
                    <a:pt x="924" y="1439"/>
                    <a:pt x="905" y="1446"/>
                    <a:pt x="864" y="1470"/>
                  </a:cubicBezTo>
                  <a:cubicBezTo>
                    <a:pt x="823" y="1494"/>
                    <a:pt x="803" y="1510"/>
                    <a:pt x="762" y="1542"/>
                  </a:cubicBezTo>
                  <a:cubicBezTo>
                    <a:pt x="721" y="1574"/>
                    <a:pt x="689" y="1594"/>
                    <a:pt x="660" y="1632"/>
                  </a:cubicBezTo>
                  <a:cubicBezTo>
                    <a:pt x="631" y="1670"/>
                    <a:pt x="634" y="1693"/>
                    <a:pt x="618" y="1734"/>
                  </a:cubicBezTo>
                  <a:cubicBezTo>
                    <a:pt x="602" y="1775"/>
                    <a:pt x="610" y="1801"/>
                    <a:pt x="582" y="1836"/>
                  </a:cubicBezTo>
                  <a:cubicBezTo>
                    <a:pt x="554" y="1871"/>
                    <a:pt x="521" y="1896"/>
                    <a:pt x="480" y="1908"/>
                  </a:cubicBezTo>
                  <a:cubicBezTo>
                    <a:pt x="439" y="1920"/>
                    <a:pt x="419" y="1914"/>
                    <a:pt x="378" y="1896"/>
                  </a:cubicBezTo>
                  <a:cubicBezTo>
                    <a:pt x="337" y="1878"/>
                    <a:pt x="317" y="1837"/>
                    <a:pt x="276" y="1818"/>
                  </a:cubicBezTo>
                  <a:cubicBezTo>
                    <a:pt x="235" y="1799"/>
                    <a:pt x="205" y="1782"/>
                    <a:pt x="174" y="1800"/>
                  </a:cubicBezTo>
                  <a:cubicBezTo>
                    <a:pt x="143" y="1818"/>
                    <a:pt x="50" y="1870"/>
                    <a:pt x="36" y="1916"/>
                  </a:cubicBezTo>
                  <a:cubicBezTo>
                    <a:pt x="22" y="1962"/>
                    <a:pt x="3" y="2032"/>
                    <a:pt x="0" y="20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260" y="2501"/>
              <a:ext cx="2288" cy="2526"/>
            </a:xfrm>
            <a:custGeom>
              <a:avLst/>
              <a:gdLst>
                <a:gd name="connisteX0" fmla="*/ 1452597 w 1452597"/>
                <a:gd name="connsiteY0" fmla="*/ 0 h 1604010"/>
                <a:gd name="connisteX1" fmla="*/ 1403067 w 1452597"/>
                <a:gd name="connsiteY1" fmla="*/ 64770 h 1604010"/>
                <a:gd name="connisteX2" fmla="*/ 1387827 w 1452597"/>
                <a:gd name="connsiteY2" fmla="*/ 129540 h 1604010"/>
                <a:gd name="connisteX3" fmla="*/ 1323057 w 1452597"/>
                <a:gd name="connsiteY3" fmla="*/ 175260 h 1604010"/>
                <a:gd name="connisteX4" fmla="*/ 1258287 w 1452597"/>
                <a:gd name="connsiteY4" fmla="*/ 160020 h 1604010"/>
                <a:gd name="connisteX5" fmla="*/ 1193517 w 1452597"/>
                <a:gd name="connsiteY5" fmla="*/ 152400 h 1604010"/>
                <a:gd name="connisteX6" fmla="*/ 1124937 w 1452597"/>
                <a:gd name="connsiteY6" fmla="*/ 144780 h 1604010"/>
                <a:gd name="connisteX7" fmla="*/ 1071597 w 1452597"/>
                <a:gd name="connsiteY7" fmla="*/ 213360 h 1604010"/>
                <a:gd name="connisteX8" fmla="*/ 1094457 w 1452597"/>
                <a:gd name="connsiteY8" fmla="*/ 278130 h 1604010"/>
                <a:gd name="connisteX9" fmla="*/ 1105887 w 1452597"/>
                <a:gd name="connsiteY9" fmla="*/ 342900 h 1604010"/>
                <a:gd name="connisteX10" fmla="*/ 1098267 w 1452597"/>
                <a:gd name="connsiteY10" fmla="*/ 407670 h 1604010"/>
                <a:gd name="connisteX11" fmla="*/ 1056357 w 1452597"/>
                <a:gd name="connsiteY11" fmla="*/ 472440 h 1604010"/>
                <a:gd name="connisteX12" fmla="*/ 1018257 w 1452597"/>
                <a:gd name="connsiteY12" fmla="*/ 537210 h 1604010"/>
                <a:gd name="connisteX13" fmla="*/ 980157 w 1452597"/>
                <a:gd name="connsiteY13" fmla="*/ 601980 h 1604010"/>
                <a:gd name="connisteX14" fmla="*/ 919197 w 1452597"/>
                <a:gd name="connsiteY14" fmla="*/ 666750 h 1604010"/>
                <a:gd name="connisteX15" fmla="*/ 854427 w 1452597"/>
                <a:gd name="connsiteY15" fmla="*/ 693420 h 1604010"/>
                <a:gd name="connisteX16" fmla="*/ 789657 w 1452597"/>
                <a:gd name="connsiteY16" fmla="*/ 708660 h 1604010"/>
                <a:gd name="connisteX17" fmla="*/ 724887 w 1452597"/>
                <a:gd name="connsiteY17" fmla="*/ 739140 h 1604010"/>
                <a:gd name="connisteX18" fmla="*/ 660117 w 1452597"/>
                <a:gd name="connsiteY18" fmla="*/ 754380 h 1604010"/>
                <a:gd name="connisteX19" fmla="*/ 595347 w 1452597"/>
                <a:gd name="connsiteY19" fmla="*/ 769620 h 1604010"/>
                <a:gd name="connisteX20" fmla="*/ 530577 w 1452597"/>
                <a:gd name="connsiteY20" fmla="*/ 784860 h 1604010"/>
                <a:gd name="connisteX21" fmla="*/ 465807 w 1452597"/>
                <a:gd name="connsiteY21" fmla="*/ 792480 h 1604010"/>
                <a:gd name="connisteX22" fmla="*/ 401037 w 1452597"/>
                <a:gd name="connsiteY22" fmla="*/ 830580 h 1604010"/>
                <a:gd name="connisteX23" fmla="*/ 336267 w 1452597"/>
                <a:gd name="connsiteY23" fmla="*/ 834390 h 1604010"/>
                <a:gd name="connisteX24" fmla="*/ 271497 w 1452597"/>
                <a:gd name="connsiteY24" fmla="*/ 788670 h 1604010"/>
                <a:gd name="connisteX25" fmla="*/ 206727 w 1452597"/>
                <a:gd name="connsiteY25" fmla="*/ 784860 h 1604010"/>
                <a:gd name="connisteX26" fmla="*/ 141957 w 1452597"/>
                <a:gd name="connsiteY26" fmla="*/ 819150 h 1604010"/>
                <a:gd name="connisteX27" fmla="*/ 77187 w 1452597"/>
                <a:gd name="connsiteY27" fmla="*/ 834390 h 1604010"/>
                <a:gd name="connisteX28" fmla="*/ 54327 w 1452597"/>
                <a:gd name="connsiteY28" fmla="*/ 899160 h 1604010"/>
                <a:gd name="connisteX29" fmla="*/ 20037 w 1452597"/>
                <a:gd name="connsiteY29" fmla="*/ 963930 h 1604010"/>
                <a:gd name="connisteX30" fmla="*/ 987 w 1452597"/>
                <a:gd name="connsiteY30" fmla="*/ 1028700 h 1604010"/>
                <a:gd name="connisteX31" fmla="*/ 12417 w 1452597"/>
                <a:gd name="connsiteY31" fmla="*/ 1093470 h 1604010"/>
                <a:gd name="connisteX32" fmla="*/ 77187 w 1452597"/>
                <a:gd name="connsiteY32" fmla="*/ 1123950 h 1604010"/>
                <a:gd name="connisteX33" fmla="*/ 141957 w 1452597"/>
                <a:gd name="connsiteY33" fmla="*/ 1177290 h 1604010"/>
                <a:gd name="connisteX34" fmla="*/ 145767 w 1452597"/>
                <a:gd name="connsiteY34" fmla="*/ 1242060 h 1604010"/>
                <a:gd name="connisteX35" fmla="*/ 141957 w 1452597"/>
                <a:gd name="connsiteY35" fmla="*/ 1306830 h 1604010"/>
                <a:gd name="connisteX36" fmla="*/ 77187 w 1452597"/>
                <a:gd name="connsiteY36" fmla="*/ 1348740 h 1604010"/>
                <a:gd name="connisteX37" fmla="*/ 50517 w 1452597"/>
                <a:gd name="connsiteY37" fmla="*/ 1413510 h 1604010"/>
                <a:gd name="connisteX38" fmla="*/ 115287 w 1452597"/>
                <a:gd name="connsiteY38" fmla="*/ 1451610 h 1604010"/>
                <a:gd name="connisteX39" fmla="*/ 180057 w 1452597"/>
                <a:gd name="connsiteY39" fmla="*/ 1497330 h 1604010"/>
                <a:gd name="connisteX40" fmla="*/ 206727 w 1452597"/>
                <a:gd name="connsiteY40" fmla="*/ 1562100 h 1604010"/>
                <a:gd name="connisteX41" fmla="*/ 218157 w 1452597"/>
                <a:gd name="connsiteY41" fmla="*/ 1604010 h 16040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</a:cxnLst>
              <a:rect l="l" t="t" r="r" b="b"/>
              <a:pathLst>
                <a:path w="1452598" h="1604010">
                  <a:moveTo>
                    <a:pt x="1452598" y="0"/>
                  </a:moveTo>
                  <a:cubicBezTo>
                    <a:pt x="1443073" y="11430"/>
                    <a:pt x="1415768" y="38735"/>
                    <a:pt x="1403068" y="64770"/>
                  </a:cubicBezTo>
                  <a:cubicBezTo>
                    <a:pt x="1390368" y="90805"/>
                    <a:pt x="1403703" y="107315"/>
                    <a:pt x="1387828" y="129540"/>
                  </a:cubicBezTo>
                  <a:cubicBezTo>
                    <a:pt x="1371953" y="151765"/>
                    <a:pt x="1349093" y="168910"/>
                    <a:pt x="1323058" y="175260"/>
                  </a:cubicBezTo>
                  <a:cubicBezTo>
                    <a:pt x="1297023" y="181610"/>
                    <a:pt x="1284323" y="164465"/>
                    <a:pt x="1258288" y="160020"/>
                  </a:cubicBezTo>
                  <a:cubicBezTo>
                    <a:pt x="1232253" y="155575"/>
                    <a:pt x="1220188" y="155575"/>
                    <a:pt x="1193518" y="152400"/>
                  </a:cubicBezTo>
                  <a:cubicBezTo>
                    <a:pt x="1166848" y="149225"/>
                    <a:pt x="1149068" y="132715"/>
                    <a:pt x="1124938" y="144780"/>
                  </a:cubicBezTo>
                  <a:cubicBezTo>
                    <a:pt x="1100808" y="156845"/>
                    <a:pt x="1077948" y="186690"/>
                    <a:pt x="1071598" y="213360"/>
                  </a:cubicBezTo>
                  <a:cubicBezTo>
                    <a:pt x="1065248" y="240030"/>
                    <a:pt x="1087473" y="252095"/>
                    <a:pt x="1094458" y="278130"/>
                  </a:cubicBezTo>
                  <a:cubicBezTo>
                    <a:pt x="1101443" y="304165"/>
                    <a:pt x="1105253" y="316865"/>
                    <a:pt x="1105888" y="342900"/>
                  </a:cubicBezTo>
                  <a:cubicBezTo>
                    <a:pt x="1106523" y="368935"/>
                    <a:pt x="1108428" y="381635"/>
                    <a:pt x="1098268" y="407670"/>
                  </a:cubicBezTo>
                  <a:cubicBezTo>
                    <a:pt x="1088108" y="433705"/>
                    <a:pt x="1072233" y="446405"/>
                    <a:pt x="1056358" y="472440"/>
                  </a:cubicBezTo>
                  <a:cubicBezTo>
                    <a:pt x="1040483" y="498475"/>
                    <a:pt x="1033498" y="511175"/>
                    <a:pt x="1018258" y="537210"/>
                  </a:cubicBezTo>
                  <a:cubicBezTo>
                    <a:pt x="1003018" y="563245"/>
                    <a:pt x="999843" y="575945"/>
                    <a:pt x="980158" y="601980"/>
                  </a:cubicBezTo>
                  <a:cubicBezTo>
                    <a:pt x="960473" y="628015"/>
                    <a:pt x="944598" y="648335"/>
                    <a:pt x="919198" y="666750"/>
                  </a:cubicBezTo>
                  <a:cubicBezTo>
                    <a:pt x="893798" y="685165"/>
                    <a:pt x="880463" y="685165"/>
                    <a:pt x="854428" y="693420"/>
                  </a:cubicBezTo>
                  <a:cubicBezTo>
                    <a:pt x="828393" y="701675"/>
                    <a:pt x="815693" y="699770"/>
                    <a:pt x="789658" y="708660"/>
                  </a:cubicBezTo>
                  <a:cubicBezTo>
                    <a:pt x="763623" y="717550"/>
                    <a:pt x="750923" y="730250"/>
                    <a:pt x="724888" y="739140"/>
                  </a:cubicBezTo>
                  <a:cubicBezTo>
                    <a:pt x="698853" y="748030"/>
                    <a:pt x="686153" y="748030"/>
                    <a:pt x="660118" y="754380"/>
                  </a:cubicBezTo>
                  <a:cubicBezTo>
                    <a:pt x="634083" y="760730"/>
                    <a:pt x="621383" y="763270"/>
                    <a:pt x="595348" y="769620"/>
                  </a:cubicBezTo>
                  <a:cubicBezTo>
                    <a:pt x="569313" y="775970"/>
                    <a:pt x="556613" y="780415"/>
                    <a:pt x="530578" y="784860"/>
                  </a:cubicBezTo>
                  <a:cubicBezTo>
                    <a:pt x="504543" y="789305"/>
                    <a:pt x="491843" y="783590"/>
                    <a:pt x="465808" y="792480"/>
                  </a:cubicBezTo>
                  <a:cubicBezTo>
                    <a:pt x="439773" y="801370"/>
                    <a:pt x="427073" y="822325"/>
                    <a:pt x="401038" y="830580"/>
                  </a:cubicBezTo>
                  <a:cubicBezTo>
                    <a:pt x="375003" y="838835"/>
                    <a:pt x="362303" y="842645"/>
                    <a:pt x="336268" y="834390"/>
                  </a:cubicBezTo>
                  <a:cubicBezTo>
                    <a:pt x="310233" y="826135"/>
                    <a:pt x="297533" y="798830"/>
                    <a:pt x="271498" y="788670"/>
                  </a:cubicBezTo>
                  <a:cubicBezTo>
                    <a:pt x="245463" y="778510"/>
                    <a:pt x="232763" y="778510"/>
                    <a:pt x="206728" y="784860"/>
                  </a:cubicBezTo>
                  <a:cubicBezTo>
                    <a:pt x="180693" y="791210"/>
                    <a:pt x="167993" y="808990"/>
                    <a:pt x="141958" y="819150"/>
                  </a:cubicBezTo>
                  <a:cubicBezTo>
                    <a:pt x="115923" y="829310"/>
                    <a:pt x="94968" y="818515"/>
                    <a:pt x="77188" y="834390"/>
                  </a:cubicBezTo>
                  <a:cubicBezTo>
                    <a:pt x="59408" y="850265"/>
                    <a:pt x="65758" y="873125"/>
                    <a:pt x="54328" y="899160"/>
                  </a:cubicBezTo>
                  <a:cubicBezTo>
                    <a:pt x="42898" y="925195"/>
                    <a:pt x="30833" y="937895"/>
                    <a:pt x="20038" y="963930"/>
                  </a:cubicBezTo>
                  <a:cubicBezTo>
                    <a:pt x="9243" y="989965"/>
                    <a:pt x="2258" y="1002665"/>
                    <a:pt x="988" y="1028700"/>
                  </a:cubicBezTo>
                  <a:cubicBezTo>
                    <a:pt x="-282" y="1054735"/>
                    <a:pt x="-2822" y="1074420"/>
                    <a:pt x="12418" y="1093470"/>
                  </a:cubicBezTo>
                  <a:cubicBezTo>
                    <a:pt x="27658" y="1112520"/>
                    <a:pt x="51153" y="1107440"/>
                    <a:pt x="77188" y="1123950"/>
                  </a:cubicBezTo>
                  <a:cubicBezTo>
                    <a:pt x="103223" y="1140460"/>
                    <a:pt x="127988" y="1153795"/>
                    <a:pt x="141958" y="1177290"/>
                  </a:cubicBezTo>
                  <a:cubicBezTo>
                    <a:pt x="155928" y="1200785"/>
                    <a:pt x="145768" y="1216025"/>
                    <a:pt x="145768" y="1242060"/>
                  </a:cubicBezTo>
                  <a:cubicBezTo>
                    <a:pt x="145768" y="1268095"/>
                    <a:pt x="155928" y="1285240"/>
                    <a:pt x="141958" y="1306830"/>
                  </a:cubicBezTo>
                  <a:cubicBezTo>
                    <a:pt x="127988" y="1328420"/>
                    <a:pt x="95603" y="1327150"/>
                    <a:pt x="77188" y="1348740"/>
                  </a:cubicBezTo>
                  <a:cubicBezTo>
                    <a:pt x="58773" y="1370330"/>
                    <a:pt x="42898" y="1393190"/>
                    <a:pt x="50518" y="1413510"/>
                  </a:cubicBezTo>
                  <a:cubicBezTo>
                    <a:pt x="58138" y="1433830"/>
                    <a:pt x="89253" y="1435100"/>
                    <a:pt x="115288" y="1451610"/>
                  </a:cubicBezTo>
                  <a:cubicBezTo>
                    <a:pt x="141323" y="1468120"/>
                    <a:pt x="161643" y="1475105"/>
                    <a:pt x="180058" y="1497330"/>
                  </a:cubicBezTo>
                  <a:cubicBezTo>
                    <a:pt x="198473" y="1519555"/>
                    <a:pt x="199108" y="1540510"/>
                    <a:pt x="206728" y="1562100"/>
                  </a:cubicBezTo>
                  <a:cubicBezTo>
                    <a:pt x="214348" y="1583690"/>
                    <a:pt x="216253" y="1597025"/>
                    <a:pt x="218158" y="160401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592" y="5008"/>
              <a:ext cx="3732" cy="3174"/>
            </a:xfrm>
            <a:custGeom>
              <a:avLst/>
              <a:gdLst>
                <a:gd name="connisteX0" fmla="*/ 0 w 2369820"/>
                <a:gd name="connsiteY0" fmla="*/ 0 h 2015509"/>
                <a:gd name="connisteX1" fmla="*/ 15240 w 2369820"/>
                <a:gd name="connsiteY1" fmla="*/ 64770 h 2015509"/>
                <a:gd name="connisteX2" fmla="*/ 72390 w 2369820"/>
                <a:gd name="connsiteY2" fmla="*/ 129540 h 2015509"/>
                <a:gd name="connisteX3" fmla="*/ 137160 w 2369820"/>
                <a:gd name="connsiteY3" fmla="*/ 167640 h 2015509"/>
                <a:gd name="connisteX4" fmla="*/ 201930 w 2369820"/>
                <a:gd name="connsiteY4" fmla="*/ 205740 h 2015509"/>
                <a:gd name="connisteX5" fmla="*/ 247650 w 2369820"/>
                <a:gd name="connsiteY5" fmla="*/ 270510 h 2015509"/>
                <a:gd name="connisteX6" fmla="*/ 262890 w 2369820"/>
                <a:gd name="connsiteY6" fmla="*/ 335280 h 2015509"/>
                <a:gd name="connisteX7" fmla="*/ 300990 w 2369820"/>
                <a:gd name="connsiteY7" fmla="*/ 400050 h 2015509"/>
                <a:gd name="connisteX8" fmla="*/ 316230 w 2369820"/>
                <a:gd name="connsiteY8" fmla="*/ 464820 h 2015509"/>
                <a:gd name="connisteX9" fmla="*/ 281940 w 2369820"/>
                <a:gd name="connsiteY9" fmla="*/ 529590 h 2015509"/>
                <a:gd name="connisteX10" fmla="*/ 278130 w 2369820"/>
                <a:gd name="connsiteY10" fmla="*/ 594360 h 2015509"/>
                <a:gd name="connisteX11" fmla="*/ 300990 w 2369820"/>
                <a:gd name="connsiteY11" fmla="*/ 659130 h 2015509"/>
                <a:gd name="connisteX12" fmla="*/ 304800 w 2369820"/>
                <a:gd name="connsiteY12" fmla="*/ 723900 h 2015509"/>
                <a:gd name="connisteX13" fmla="*/ 240030 w 2369820"/>
                <a:gd name="connsiteY13" fmla="*/ 769620 h 2015509"/>
                <a:gd name="connisteX14" fmla="*/ 182880 w 2369820"/>
                <a:gd name="connsiteY14" fmla="*/ 834390 h 2015509"/>
                <a:gd name="connisteX15" fmla="*/ 198120 w 2369820"/>
                <a:gd name="connsiteY15" fmla="*/ 899160 h 2015509"/>
                <a:gd name="connisteX16" fmla="*/ 198120 w 2369820"/>
                <a:gd name="connsiteY16" fmla="*/ 963930 h 2015509"/>
                <a:gd name="connisteX17" fmla="*/ 262890 w 2369820"/>
                <a:gd name="connsiteY17" fmla="*/ 1017270 h 2015509"/>
                <a:gd name="connisteX18" fmla="*/ 327660 w 2369820"/>
                <a:gd name="connsiteY18" fmla="*/ 1078230 h 2015509"/>
                <a:gd name="connisteX19" fmla="*/ 392430 w 2369820"/>
                <a:gd name="connsiteY19" fmla="*/ 1131570 h 2015509"/>
                <a:gd name="connisteX20" fmla="*/ 438150 w 2369820"/>
                <a:gd name="connsiteY20" fmla="*/ 1196340 h 2015509"/>
                <a:gd name="connisteX21" fmla="*/ 502920 w 2369820"/>
                <a:gd name="connsiteY21" fmla="*/ 1257300 h 2015509"/>
                <a:gd name="connisteX22" fmla="*/ 567690 w 2369820"/>
                <a:gd name="connsiteY22" fmla="*/ 1249680 h 2015509"/>
                <a:gd name="connisteX23" fmla="*/ 632460 w 2369820"/>
                <a:gd name="connsiteY23" fmla="*/ 1234440 h 2015509"/>
                <a:gd name="connisteX24" fmla="*/ 697230 w 2369820"/>
                <a:gd name="connsiteY24" fmla="*/ 1295400 h 2015509"/>
                <a:gd name="connisteX25" fmla="*/ 750570 w 2369820"/>
                <a:gd name="connsiteY25" fmla="*/ 1360170 h 2015509"/>
                <a:gd name="connisteX26" fmla="*/ 815340 w 2369820"/>
                <a:gd name="connsiteY26" fmla="*/ 1405890 h 2015509"/>
                <a:gd name="connisteX27" fmla="*/ 880110 w 2369820"/>
                <a:gd name="connsiteY27" fmla="*/ 1455420 h 2015509"/>
                <a:gd name="connisteX28" fmla="*/ 944880 w 2369820"/>
                <a:gd name="connsiteY28" fmla="*/ 1501140 h 2015509"/>
                <a:gd name="connisteX29" fmla="*/ 1009650 w 2369820"/>
                <a:gd name="connsiteY29" fmla="*/ 1554480 h 2015509"/>
                <a:gd name="connisteX30" fmla="*/ 1074420 w 2369820"/>
                <a:gd name="connsiteY30" fmla="*/ 1607820 h 2015509"/>
                <a:gd name="connisteX31" fmla="*/ 1143000 w 2369820"/>
                <a:gd name="connsiteY31" fmla="*/ 1645920 h 2015509"/>
                <a:gd name="connisteX32" fmla="*/ 1207770 w 2369820"/>
                <a:gd name="connsiteY32" fmla="*/ 1672590 h 2015509"/>
                <a:gd name="connisteX33" fmla="*/ 1272540 w 2369820"/>
                <a:gd name="connsiteY33" fmla="*/ 1687830 h 2015509"/>
                <a:gd name="connisteX34" fmla="*/ 1337310 w 2369820"/>
                <a:gd name="connsiteY34" fmla="*/ 1744980 h 2015509"/>
                <a:gd name="connisteX35" fmla="*/ 1402080 w 2369820"/>
                <a:gd name="connsiteY35" fmla="*/ 1771650 h 2015509"/>
                <a:gd name="connisteX36" fmla="*/ 1466850 w 2369820"/>
                <a:gd name="connsiteY36" fmla="*/ 1775460 h 2015509"/>
                <a:gd name="connisteX37" fmla="*/ 1531620 w 2369820"/>
                <a:gd name="connsiteY37" fmla="*/ 1783080 h 2015509"/>
                <a:gd name="connisteX38" fmla="*/ 1596390 w 2369820"/>
                <a:gd name="connsiteY38" fmla="*/ 1786890 h 2015509"/>
                <a:gd name="connisteX39" fmla="*/ 1657350 w 2369820"/>
                <a:gd name="connsiteY39" fmla="*/ 1851660 h 2015509"/>
                <a:gd name="connisteX40" fmla="*/ 1657350 w 2369820"/>
                <a:gd name="connsiteY40" fmla="*/ 1916430 h 2015509"/>
                <a:gd name="connisteX41" fmla="*/ 1722120 w 2369820"/>
                <a:gd name="connsiteY41" fmla="*/ 1905000 h 2015509"/>
                <a:gd name="connisteX42" fmla="*/ 1722120 w 2369820"/>
                <a:gd name="connsiteY42" fmla="*/ 1840230 h 2015509"/>
                <a:gd name="connisteX43" fmla="*/ 1786890 w 2369820"/>
                <a:gd name="connsiteY43" fmla="*/ 1786890 h 2015509"/>
                <a:gd name="connisteX44" fmla="*/ 1851660 w 2369820"/>
                <a:gd name="connsiteY44" fmla="*/ 1786890 h 2015509"/>
                <a:gd name="connisteX45" fmla="*/ 1916430 w 2369820"/>
                <a:gd name="connsiteY45" fmla="*/ 1790700 h 2015509"/>
                <a:gd name="connisteX46" fmla="*/ 1981200 w 2369820"/>
                <a:gd name="connsiteY46" fmla="*/ 1840230 h 2015509"/>
                <a:gd name="connisteX47" fmla="*/ 2045970 w 2369820"/>
                <a:gd name="connsiteY47" fmla="*/ 1885950 h 2015509"/>
                <a:gd name="connisteX48" fmla="*/ 2110740 w 2369820"/>
                <a:gd name="connsiteY48" fmla="*/ 1931670 h 2015509"/>
                <a:gd name="connisteX49" fmla="*/ 2175510 w 2369820"/>
                <a:gd name="connsiteY49" fmla="*/ 1992630 h 2015509"/>
                <a:gd name="connisteX50" fmla="*/ 2240280 w 2369820"/>
                <a:gd name="connsiteY50" fmla="*/ 1996440 h 2015509"/>
                <a:gd name="connisteX51" fmla="*/ 2305050 w 2369820"/>
                <a:gd name="connsiteY51" fmla="*/ 2015490 h 2015509"/>
                <a:gd name="connisteX52" fmla="*/ 2369820 w 2369820"/>
                <a:gd name="connsiteY52" fmla="*/ 1992630 h 201550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</a:cxnLst>
              <a:rect l="l" t="t" r="r" b="b"/>
              <a:pathLst>
                <a:path w="2369820" h="2015509">
                  <a:moveTo>
                    <a:pt x="0" y="0"/>
                  </a:moveTo>
                  <a:cubicBezTo>
                    <a:pt x="1905" y="11430"/>
                    <a:pt x="635" y="38735"/>
                    <a:pt x="15240" y="64770"/>
                  </a:cubicBezTo>
                  <a:cubicBezTo>
                    <a:pt x="29845" y="90805"/>
                    <a:pt x="48260" y="109220"/>
                    <a:pt x="72390" y="129540"/>
                  </a:cubicBezTo>
                  <a:cubicBezTo>
                    <a:pt x="96520" y="149860"/>
                    <a:pt x="111125" y="152400"/>
                    <a:pt x="137160" y="167640"/>
                  </a:cubicBezTo>
                  <a:cubicBezTo>
                    <a:pt x="163195" y="182880"/>
                    <a:pt x="179705" y="185420"/>
                    <a:pt x="201930" y="205740"/>
                  </a:cubicBezTo>
                  <a:cubicBezTo>
                    <a:pt x="224155" y="226060"/>
                    <a:pt x="235585" y="244475"/>
                    <a:pt x="247650" y="270510"/>
                  </a:cubicBezTo>
                  <a:cubicBezTo>
                    <a:pt x="259715" y="296545"/>
                    <a:pt x="252095" y="309245"/>
                    <a:pt x="262890" y="335280"/>
                  </a:cubicBezTo>
                  <a:cubicBezTo>
                    <a:pt x="273685" y="361315"/>
                    <a:pt x="290195" y="374015"/>
                    <a:pt x="300990" y="400050"/>
                  </a:cubicBezTo>
                  <a:cubicBezTo>
                    <a:pt x="311785" y="426085"/>
                    <a:pt x="320040" y="438785"/>
                    <a:pt x="316230" y="464820"/>
                  </a:cubicBezTo>
                  <a:cubicBezTo>
                    <a:pt x="312420" y="490855"/>
                    <a:pt x="289560" y="503555"/>
                    <a:pt x="281940" y="529590"/>
                  </a:cubicBezTo>
                  <a:cubicBezTo>
                    <a:pt x="274320" y="555625"/>
                    <a:pt x="274320" y="568325"/>
                    <a:pt x="278130" y="594360"/>
                  </a:cubicBezTo>
                  <a:cubicBezTo>
                    <a:pt x="281940" y="620395"/>
                    <a:pt x="295910" y="633095"/>
                    <a:pt x="300990" y="659130"/>
                  </a:cubicBezTo>
                  <a:cubicBezTo>
                    <a:pt x="306070" y="685165"/>
                    <a:pt x="316865" y="701675"/>
                    <a:pt x="304800" y="723900"/>
                  </a:cubicBezTo>
                  <a:cubicBezTo>
                    <a:pt x="292735" y="746125"/>
                    <a:pt x="264160" y="747395"/>
                    <a:pt x="240030" y="769620"/>
                  </a:cubicBezTo>
                  <a:cubicBezTo>
                    <a:pt x="215900" y="791845"/>
                    <a:pt x="191135" y="808355"/>
                    <a:pt x="182880" y="834390"/>
                  </a:cubicBezTo>
                  <a:cubicBezTo>
                    <a:pt x="174625" y="860425"/>
                    <a:pt x="194945" y="873125"/>
                    <a:pt x="198120" y="899160"/>
                  </a:cubicBezTo>
                  <a:cubicBezTo>
                    <a:pt x="201295" y="925195"/>
                    <a:pt x="185420" y="940435"/>
                    <a:pt x="198120" y="963930"/>
                  </a:cubicBezTo>
                  <a:cubicBezTo>
                    <a:pt x="210820" y="987425"/>
                    <a:pt x="236855" y="994410"/>
                    <a:pt x="262890" y="1017270"/>
                  </a:cubicBezTo>
                  <a:cubicBezTo>
                    <a:pt x="288925" y="1040130"/>
                    <a:pt x="301625" y="1055370"/>
                    <a:pt x="327660" y="1078230"/>
                  </a:cubicBezTo>
                  <a:cubicBezTo>
                    <a:pt x="353695" y="1101090"/>
                    <a:pt x="370205" y="1108075"/>
                    <a:pt x="392430" y="1131570"/>
                  </a:cubicBezTo>
                  <a:cubicBezTo>
                    <a:pt x="414655" y="1155065"/>
                    <a:pt x="415925" y="1170940"/>
                    <a:pt x="438150" y="1196340"/>
                  </a:cubicBezTo>
                  <a:cubicBezTo>
                    <a:pt x="460375" y="1221740"/>
                    <a:pt x="476885" y="1246505"/>
                    <a:pt x="502920" y="1257300"/>
                  </a:cubicBezTo>
                  <a:cubicBezTo>
                    <a:pt x="528955" y="1268095"/>
                    <a:pt x="541655" y="1254125"/>
                    <a:pt x="567690" y="1249680"/>
                  </a:cubicBezTo>
                  <a:cubicBezTo>
                    <a:pt x="593725" y="1245235"/>
                    <a:pt x="606425" y="1225550"/>
                    <a:pt x="632460" y="1234440"/>
                  </a:cubicBezTo>
                  <a:cubicBezTo>
                    <a:pt x="658495" y="1243330"/>
                    <a:pt x="673735" y="1270000"/>
                    <a:pt x="697230" y="1295400"/>
                  </a:cubicBezTo>
                  <a:cubicBezTo>
                    <a:pt x="720725" y="1320800"/>
                    <a:pt x="727075" y="1337945"/>
                    <a:pt x="750570" y="1360170"/>
                  </a:cubicBezTo>
                  <a:cubicBezTo>
                    <a:pt x="774065" y="1382395"/>
                    <a:pt x="789305" y="1386840"/>
                    <a:pt x="815340" y="1405890"/>
                  </a:cubicBezTo>
                  <a:cubicBezTo>
                    <a:pt x="841375" y="1424940"/>
                    <a:pt x="854075" y="1436370"/>
                    <a:pt x="880110" y="1455420"/>
                  </a:cubicBezTo>
                  <a:cubicBezTo>
                    <a:pt x="906145" y="1474470"/>
                    <a:pt x="918845" y="1481455"/>
                    <a:pt x="944880" y="1501140"/>
                  </a:cubicBezTo>
                  <a:cubicBezTo>
                    <a:pt x="970915" y="1520825"/>
                    <a:pt x="983615" y="1532890"/>
                    <a:pt x="1009650" y="1554480"/>
                  </a:cubicBezTo>
                  <a:cubicBezTo>
                    <a:pt x="1035685" y="1576070"/>
                    <a:pt x="1047750" y="1589405"/>
                    <a:pt x="1074420" y="1607820"/>
                  </a:cubicBezTo>
                  <a:cubicBezTo>
                    <a:pt x="1101090" y="1626235"/>
                    <a:pt x="1116330" y="1633220"/>
                    <a:pt x="1143000" y="1645920"/>
                  </a:cubicBezTo>
                  <a:cubicBezTo>
                    <a:pt x="1169670" y="1658620"/>
                    <a:pt x="1181735" y="1664335"/>
                    <a:pt x="1207770" y="1672590"/>
                  </a:cubicBezTo>
                  <a:cubicBezTo>
                    <a:pt x="1233805" y="1680845"/>
                    <a:pt x="1246505" y="1673225"/>
                    <a:pt x="1272540" y="1687830"/>
                  </a:cubicBezTo>
                  <a:cubicBezTo>
                    <a:pt x="1298575" y="1702435"/>
                    <a:pt x="1311275" y="1728470"/>
                    <a:pt x="1337310" y="1744980"/>
                  </a:cubicBezTo>
                  <a:cubicBezTo>
                    <a:pt x="1363345" y="1761490"/>
                    <a:pt x="1376045" y="1765300"/>
                    <a:pt x="1402080" y="1771650"/>
                  </a:cubicBezTo>
                  <a:cubicBezTo>
                    <a:pt x="1428115" y="1778000"/>
                    <a:pt x="1440815" y="1772920"/>
                    <a:pt x="1466850" y="1775460"/>
                  </a:cubicBezTo>
                  <a:cubicBezTo>
                    <a:pt x="1492885" y="1778000"/>
                    <a:pt x="1505585" y="1780540"/>
                    <a:pt x="1531620" y="1783080"/>
                  </a:cubicBezTo>
                  <a:cubicBezTo>
                    <a:pt x="1557655" y="1785620"/>
                    <a:pt x="1570990" y="1772920"/>
                    <a:pt x="1596390" y="1786890"/>
                  </a:cubicBezTo>
                  <a:cubicBezTo>
                    <a:pt x="1621790" y="1800860"/>
                    <a:pt x="1645285" y="1825625"/>
                    <a:pt x="1657350" y="1851660"/>
                  </a:cubicBezTo>
                  <a:cubicBezTo>
                    <a:pt x="1669415" y="1877695"/>
                    <a:pt x="1644650" y="1905635"/>
                    <a:pt x="1657350" y="1916430"/>
                  </a:cubicBezTo>
                  <a:cubicBezTo>
                    <a:pt x="1670050" y="1927225"/>
                    <a:pt x="1709420" y="1920240"/>
                    <a:pt x="1722120" y="1905000"/>
                  </a:cubicBezTo>
                  <a:cubicBezTo>
                    <a:pt x="1734820" y="1889760"/>
                    <a:pt x="1709420" y="1863725"/>
                    <a:pt x="1722120" y="1840230"/>
                  </a:cubicBezTo>
                  <a:cubicBezTo>
                    <a:pt x="1734820" y="1816735"/>
                    <a:pt x="1760855" y="1797685"/>
                    <a:pt x="1786890" y="1786890"/>
                  </a:cubicBezTo>
                  <a:cubicBezTo>
                    <a:pt x="1812925" y="1776095"/>
                    <a:pt x="1825625" y="1786255"/>
                    <a:pt x="1851660" y="1786890"/>
                  </a:cubicBezTo>
                  <a:cubicBezTo>
                    <a:pt x="1877695" y="1787525"/>
                    <a:pt x="1890395" y="1779905"/>
                    <a:pt x="1916430" y="1790700"/>
                  </a:cubicBezTo>
                  <a:cubicBezTo>
                    <a:pt x="1942465" y="1801495"/>
                    <a:pt x="1955165" y="1821180"/>
                    <a:pt x="1981200" y="1840230"/>
                  </a:cubicBezTo>
                  <a:cubicBezTo>
                    <a:pt x="2007235" y="1859280"/>
                    <a:pt x="2019935" y="1867535"/>
                    <a:pt x="2045970" y="1885950"/>
                  </a:cubicBezTo>
                  <a:cubicBezTo>
                    <a:pt x="2072005" y="1904365"/>
                    <a:pt x="2084705" y="1910080"/>
                    <a:pt x="2110740" y="1931670"/>
                  </a:cubicBezTo>
                  <a:cubicBezTo>
                    <a:pt x="2136775" y="1953260"/>
                    <a:pt x="2149475" y="1979930"/>
                    <a:pt x="2175510" y="1992630"/>
                  </a:cubicBezTo>
                  <a:cubicBezTo>
                    <a:pt x="2201545" y="2005330"/>
                    <a:pt x="2214245" y="1991995"/>
                    <a:pt x="2240280" y="1996440"/>
                  </a:cubicBezTo>
                  <a:cubicBezTo>
                    <a:pt x="2266315" y="2000885"/>
                    <a:pt x="2279015" y="2016125"/>
                    <a:pt x="2305050" y="2015490"/>
                  </a:cubicBezTo>
                  <a:cubicBezTo>
                    <a:pt x="2331085" y="2014855"/>
                    <a:pt x="2358390" y="1997710"/>
                    <a:pt x="2369820" y="199263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6285" y="7782"/>
              <a:ext cx="4932" cy="2188"/>
            </a:xfrm>
            <a:custGeom>
              <a:avLst/>
              <a:gdLst>
                <a:gd name="connisteX0" fmla="*/ 0 w 3131820"/>
                <a:gd name="connsiteY0" fmla="*/ 242600 h 1389525"/>
                <a:gd name="connisteX1" fmla="*/ 64770 w 3131820"/>
                <a:gd name="connsiteY1" fmla="*/ 219740 h 1389525"/>
                <a:gd name="connisteX2" fmla="*/ 129540 w 3131820"/>
                <a:gd name="connsiteY2" fmla="*/ 193070 h 1389525"/>
                <a:gd name="connisteX3" fmla="*/ 194310 w 3131820"/>
                <a:gd name="connsiteY3" fmla="*/ 154970 h 1389525"/>
                <a:gd name="connisteX4" fmla="*/ 262890 w 3131820"/>
                <a:gd name="connsiteY4" fmla="*/ 97820 h 1389525"/>
                <a:gd name="connisteX5" fmla="*/ 327660 w 3131820"/>
                <a:gd name="connsiteY5" fmla="*/ 59720 h 1389525"/>
                <a:gd name="connisteX6" fmla="*/ 392430 w 3131820"/>
                <a:gd name="connsiteY6" fmla="*/ 29240 h 1389525"/>
                <a:gd name="connisteX7" fmla="*/ 457200 w 3131820"/>
                <a:gd name="connsiteY7" fmla="*/ 29240 h 1389525"/>
                <a:gd name="connisteX8" fmla="*/ 521970 w 3131820"/>
                <a:gd name="connsiteY8" fmla="*/ 44480 h 1389525"/>
                <a:gd name="connisteX9" fmla="*/ 586740 w 3131820"/>
                <a:gd name="connsiteY9" fmla="*/ 97820 h 1389525"/>
                <a:gd name="connisteX10" fmla="*/ 651510 w 3131820"/>
                <a:gd name="connsiteY10" fmla="*/ 67340 h 1389525"/>
                <a:gd name="connisteX11" fmla="*/ 689610 w 3131820"/>
                <a:gd name="connsiteY11" fmla="*/ 2570 h 1389525"/>
                <a:gd name="connisteX12" fmla="*/ 754380 w 3131820"/>
                <a:gd name="connsiteY12" fmla="*/ 25430 h 1389525"/>
                <a:gd name="connisteX13" fmla="*/ 781050 w 3131820"/>
                <a:gd name="connsiteY13" fmla="*/ 94010 h 1389525"/>
                <a:gd name="connisteX14" fmla="*/ 792480 w 3131820"/>
                <a:gd name="connsiteY14" fmla="*/ 158780 h 1389525"/>
                <a:gd name="connisteX15" fmla="*/ 830580 w 3131820"/>
                <a:gd name="connsiteY15" fmla="*/ 223550 h 1389525"/>
                <a:gd name="connisteX16" fmla="*/ 845820 w 3131820"/>
                <a:gd name="connsiteY16" fmla="*/ 288320 h 1389525"/>
                <a:gd name="connisteX17" fmla="*/ 853440 w 3131820"/>
                <a:gd name="connsiteY17" fmla="*/ 353090 h 1389525"/>
                <a:gd name="connisteX18" fmla="*/ 826770 w 3131820"/>
                <a:gd name="connsiteY18" fmla="*/ 417860 h 1389525"/>
                <a:gd name="connisteX19" fmla="*/ 800100 w 3131820"/>
                <a:gd name="connsiteY19" fmla="*/ 482630 h 1389525"/>
                <a:gd name="connisteX20" fmla="*/ 742950 w 3131820"/>
                <a:gd name="connsiteY20" fmla="*/ 547400 h 1389525"/>
                <a:gd name="connisteX21" fmla="*/ 678180 w 3131820"/>
                <a:gd name="connsiteY21" fmla="*/ 596930 h 1389525"/>
                <a:gd name="connisteX22" fmla="*/ 659130 w 3131820"/>
                <a:gd name="connsiteY22" fmla="*/ 661700 h 1389525"/>
                <a:gd name="connisteX23" fmla="*/ 659130 w 3131820"/>
                <a:gd name="connsiteY23" fmla="*/ 726470 h 1389525"/>
                <a:gd name="connisteX24" fmla="*/ 727710 w 3131820"/>
                <a:gd name="connsiteY24" fmla="*/ 768380 h 1389525"/>
                <a:gd name="connisteX25" fmla="*/ 792480 w 3131820"/>
                <a:gd name="connsiteY25" fmla="*/ 768380 h 1389525"/>
                <a:gd name="connisteX26" fmla="*/ 845820 w 3131820"/>
                <a:gd name="connsiteY26" fmla="*/ 833150 h 1389525"/>
                <a:gd name="connisteX27" fmla="*/ 861060 w 3131820"/>
                <a:gd name="connsiteY27" fmla="*/ 897920 h 1389525"/>
                <a:gd name="connisteX28" fmla="*/ 906780 w 3131820"/>
                <a:gd name="connsiteY28" fmla="*/ 962690 h 1389525"/>
                <a:gd name="connisteX29" fmla="*/ 971550 w 3131820"/>
                <a:gd name="connsiteY29" fmla="*/ 962690 h 1389525"/>
                <a:gd name="connisteX30" fmla="*/ 982980 w 3131820"/>
                <a:gd name="connsiteY30" fmla="*/ 1031270 h 1389525"/>
                <a:gd name="connisteX31" fmla="*/ 941070 w 3131820"/>
                <a:gd name="connsiteY31" fmla="*/ 1096040 h 1389525"/>
                <a:gd name="connisteX32" fmla="*/ 998220 w 3131820"/>
                <a:gd name="connsiteY32" fmla="*/ 1160810 h 1389525"/>
                <a:gd name="connisteX33" fmla="*/ 1062990 w 3131820"/>
                <a:gd name="connsiteY33" fmla="*/ 1176050 h 1389525"/>
                <a:gd name="connisteX34" fmla="*/ 1127760 w 3131820"/>
                <a:gd name="connsiteY34" fmla="*/ 1217960 h 1389525"/>
                <a:gd name="connisteX35" fmla="*/ 1192530 w 3131820"/>
                <a:gd name="connsiteY35" fmla="*/ 1256060 h 1389525"/>
                <a:gd name="connisteX36" fmla="*/ 1257300 w 3131820"/>
                <a:gd name="connsiteY36" fmla="*/ 1256060 h 1389525"/>
                <a:gd name="connisteX37" fmla="*/ 1322070 w 3131820"/>
                <a:gd name="connsiteY37" fmla="*/ 1275110 h 1389525"/>
                <a:gd name="connisteX38" fmla="*/ 1356360 w 3131820"/>
                <a:gd name="connsiteY38" fmla="*/ 1210340 h 1389525"/>
                <a:gd name="connisteX39" fmla="*/ 1356360 w 3131820"/>
                <a:gd name="connsiteY39" fmla="*/ 1145570 h 1389525"/>
                <a:gd name="connisteX40" fmla="*/ 1341120 w 3131820"/>
                <a:gd name="connsiteY40" fmla="*/ 1080800 h 1389525"/>
                <a:gd name="connisteX41" fmla="*/ 1405890 w 3131820"/>
                <a:gd name="connsiteY41" fmla="*/ 1073180 h 1389525"/>
                <a:gd name="connisteX42" fmla="*/ 1470660 w 3131820"/>
                <a:gd name="connsiteY42" fmla="*/ 1061750 h 1389525"/>
                <a:gd name="connisteX43" fmla="*/ 1535430 w 3131820"/>
                <a:gd name="connsiteY43" fmla="*/ 1027460 h 1389525"/>
                <a:gd name="connisteX44" fmla="*/ 1600200 w 3131820"/>
                <a:gd name="connsiteY44" fmla="*/ 1038890 h 1389525"/>
                <a:gd name="connisteX45" fmla="*/ 1664970 w 3131820"/>
                <a:gd name="connsiteY45" fmla="*/ 1069370 h 1389525"/>
                <a:gd name="connisteX46" fmla="*/ 1729740 w 3131820"/>
                <a:gd name="connsiteY46" fmla="*/ 1076990 h 1389525"/>
                <a:gd name="connisteX47" fmla="*/ 1794510 w 3131820"/>
                <a:gd name="connsiteY47" fmla="*/ 1035080 h 1389525"/>
                <a:gd name="connisteX48" fmla="*/ 1859280 w 3131820"/>
                <a:gd name="connsiteY48" fmla="*/ 974120 h 1389525"/>
                <a:gd name="connisteX49" fmla="*/ 1924050 w 3131820"/>
                <a:gd name="connsiteY49" fmla="*/ 939830 h 1389525"/>
                <a:gd name="connisteX50" fmla="*/ 1988820 w 3131820"/>
                <a:gd name="connsiteY50" fmla="*/ 958880 h 1389525"/>
                <a:gd name="connisteX51" fmla="*/ 2053590 w 3131820"/>
                <a:gd name="connsiteY51" fmla="*/ 974120 h 1389525"/>
                <a:gd name="connisteX52" fmla="*/ 2118360 w 3131820"/>
                <a:gd name="connsiteY52" fmla="*/ 985550 h 1389525"/>
                <a:gd name="connisteX53" fmla="*/ 2183130 w 3131820"/>
                <a:gd name="connsiteY53" fmla="*/ 1046510 h 1389525"/>
                <a:gd name="connisteX54" fmla="*/ 2194560 w 3131820"/>
                <a:gd name="connsiteY54" fmla="*/ 1111280 h 1389525"/>
                <a:gd name="connisteX55" fmla="*/ 2232660 w 3131820"/>
                <a:gd name="connsiteY55" fmla="*/ 1176050 h 1389525"/>
                <a:gd name="connisteX56" fmla="*/ 2297430 w 3131820"/>
                <a:gd name="connsiteY56" fmla="*/ 1179860 h 1389525"/>
                <a:gd name="connisteX57" fmla="*/ 2362200 w 3131820"/>
                <a:gd name="connsiteY57" fmla="*/ 1187480 h 1389525"/>
                <a:gd name="connisteX58" fmla="*/ 2426970 w 3131820"/>
                <a:gd name="connsiteY58" fmla="*/ 1198910 h 1389525"/>
                <a:gd name="connisteX59" fmla="*/ 2491740 w 3131820"/>
                <a:gd name="connsiteY59" fmla="*/ 1195100 h 1389525"/>
                <a:gd name="connisteX60" fmla="*/ 2560320 w 3131820"/>
                <a:gd name="connsiteY60" fmla="*/ 1202720 h 1389525"/>
                <a:gd name="connisteX61" fmla="*/ 2625090 w 3131820"/>
                <a:gd name="connsiteY61" fmla="*/ 1214150 h 1389525"/>
                <a:gd name="connisteX62" fmla="*/ 2682240 w 3131820"/>
                <a:gd name="connsiteY62" fmla="*/ 1278920 h 1389525"/>
                <a:gd name="connisteX63" fmla="*/ 2674620 w 3131820"/>
                <a:gd name="connsiteY63" fmla="*/ 1343690 h 1389525"/>
                <a:gd name="connisteX64" fmla="*/ 2743200 w 3131820"/>
                <a:gd name="connsiteY64" fmla="*/ 1381790 h 1389525"/>
                <a:gd name="connisteX65" fmla="*/ 2807970 w 3131820"/>
                <a:gd name="connsiteY65" fmla="*/ 1381790 h 1389525"/>
                <a:gd name="connisteX66" fmla="*/ 2807970 w 3131820"/>
                <a:gd name="connsiteY66" fmla="*/ 1317020 h 1389525"/>
                <a:gd name="connisteX67" fmla="*/ 2807970 w 3131820"/>
                <a:gd name="connsiteY67" fmla="*/ 1248440 h 1389525"/>
                <a:gd name="connisteX68" fmla="*/ 2872740 w 3131820"/>
                <a:gd name="connsiteY68" fmla="*/ 1244630 h 1389525"/>
                <a:gd name="connisteX69" fmla="*/ 2937510 w 3131820"/>
                <a:gd name="connsiteY69" fmla="*/ 1210340 h 1389525"/>
                <a:gd name="connisteX70" fmla="*/ 3002280 w 3131820"/>
                <a:gd name="connsiteY70" fmla="*/ 1164620 h 1389525"/>
                <a:gd name="connisteX71" fmla="*/ 3067050 w 3131820"/>
                <a:gd name="connsiteY71" fmla="*/ 1137950 h 1389525"/>
                <a:gd name="connisteX72" fmla="*/ 3131820 w 3131820"/>
                <a:gd name="connsiteY72" fmla="*/ 1126520 h 1389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  <a:cxn ang="0">
                  <a:pos x="connisteX62" y="connsiteY62"/>
                </a:cxn>
                <a:cxn ang="0">
                  <a:pos x="connisteX63" y="connsiteY63"/>
                </a:cxn>
                <a:cxn ang="0">
                  <a:pos x="connisteX64" y="connsiteY64"/>
                </a:cxn>
                <a:cxn ang="0">
                  <a:pos x="connisteX65" y="connsiteY65"/>
                </a:cxn>
                <a:cxn ang="0">
                  <a:pos x="connisteX66" y="connsiteY66"/>
                </a:cxn>
                <a:cxn ang="0">
                  <a:pos x="connisteX67" y="connsiteY67"/>
                </a:cxn>
                <a:cxn ang="0">
                  <a:pos x="connisteX68" y="connsiteY68"/>
                </a:cxn>
                <a:cxn ang="0">
                  <a:pos x="connisteX69" y="connsiteY69"/>
                </a:cxn>
                <a:cxn ang="0">
                  <a:pos x="connisteX70" y="connsiteY70"/>
                </a:cxn>
                <a:cxn ang="0">
                  <a:pos x="connisteX71" y="connsiteY71"/>
                </a:cxn>
                <a:cxn ang="0">
                  <a:pos x="connisteX72" y="connsiteY72"/>
                </a:cxn>
              </a:cxnLst>
              <a:rect l="l" t="t" r="r" b="b"/>
              <a:pathLst>
                <a:path w="3131820" h="1389526">
                  <a:moveTo>
                    <a:pt x="0" y="242600"/>
                  </a:moveTo>
                  <a:cubicBezTo>
                    <a:pt x="11430" y="238790"/>
                    <a:pt x="38735" y="229900"/>
                    <a:pt x="64770" y="219740"/>
                  </a:cubicBezTo>
                  <a:cubicBezTo>
                    <a:pt x="90805" y="209580"/>
                    <a:pt x="103505" y="205770"/>
                    <a:pt x="129540" y="193070"/>
                  </a:cubicBezTo>
                  <a:cubicBezTo>
                    <a:pt x="155575" y="180370"/>
                    <a:pt x="167640" y="174020"/>
                    <a:pt x="194310" y="154970"/>
                  </a:cubicBezTo>
                  <a:cubicBezTo>
                    <a:pt x="220980" y="135920"/>
                    <a:pt x="236220" y="116870"/>
                    <a:pt x="262890" y="97820"/>
                  </a:cubicBezTo>
                  <a:cubicBezTo>
                    <a:pt x="289560" y="78770"/>
                    <a:pt x="301625" y="73690"/>
                    <a:pt x="327660" y="59720"/>
                  </a:cubicBezTo>
                  <a:cubicBezTo>
                    <a:pt x="353695" y="45750"/>
                    <a:pt x="366395" y="35590"/>
                    <a:pt x="392430" y="29240"/>
                  </a:cubicBezTo>
                  <a:cubicBezTo>
                    <a:pt x="418465" y="22890"/>
                    <a:pt x="431165" y="26065"/>
                    <a:pt x="457200" y="29240"/>
                  </a:cubicBezTo>
                  <a:cubicBezTo>
                    <a:pt x="483235" y="32415"/>
                    <a:pt x="495935" y="30510"/>
                    <a:pt x="521970" y="44480"/>
                  </a:cubicBezTo>
                  <a:cubicBezTo>
                    <a:pt x="548005" y="58450"/>
                    <a:pt x="560705" y="93375"/>
                    <a:pt x="586740" y="97820"/>
                  </a:cubicBezTo>
                  <a:cubicBezTo>
                    <a:pt x="612775" y="102265"/>
                    <a:pt x="631190" y="86390"/>
                    <a:pt x="651510" y="67340"/>
                  </a:cubicBezTo>
                  <a:cubicBezTo>
                    <a:pt x="671830" y="48290"/>
                    <a:pt x="669290" y="10825"/>
                    <a:pt x="689610" y="2570"/>
                  </a:cubicBezTo>
                  <a:cubicBezTo>
                    <a:pt x="709930" y="-5685"/>
                    <a:pt x="735965" y="7015"/>
                    <a:pt x="754380" y="25430"/>
                  </a:cubicBezTo>
                  <a:cubicBezTo>
                    <a:pt x="772795" y="43845"/>
                    <a:pt x="773430" y="67340"/>
                    <a:pt x="781050" y="94010"/>
                  </a:cubicBezTo>
                  <a:cubicBezTo>
                    <a:pt x="788670" y="120680"/>
                    <a:pt x="782320" y="132745"/>
                    <a:pt x="792480" y="158780"/>
                  </a:cubicBezTo>
                  <a:cubicBezTo>
                    <a:pt x="802640" y="184815"/>
                    <a:pt x="819785" y="197515"/>
                    <a:pt x="830580" y="223550"/>
                  </a:cubicBezTo>
                  <a:cubicBezTo>
                    <a:pt x="841375" y="249585"/>
                    <a:pt x="841375" y="262285"/>
                    <a:pt x="845820" y="288320"/>
                  </a:cubicBezTo>
                  <a:cubicBezTo>
                    <a:pt x="850265" y="314355"/>
                    <a:pt x="857250" y="327055"/>
                    <a:pt x="853440" y="353090"/>
                  </a:cubicBezTo>
                  <a:cubicBezTo>
                    <a:pt x="849630" y="379125"/>
                    <a:pt x="837565" y="391825"/>
                    <a:pt x="826770" y="417860"/>
                  </a:cubicBezTo>
                  <a:cubicBezTo>
                    <a:pt x="815975" y="443895"/>
                    <a:pt x="816610" y="456595"/>
                    <a:pt x="800100" y="482630"/>
                  </a:cubicBezTo>
                  <a:cubicBezTo>
                    <a:pt x="783590" y="508665"/>
                    <a:pt x="767080" y="524540"/>
                    <a:pt x="742950" y="547400"/>
                  </a:cubicBezTo>
                  <a:cubicBezTo>
                    <a:pt x="718820" y="570260"/>
                    <a:pt x="694690" y="574070"/>
                    <a:pt x="678180" y="596930"/>
                  </a:cubicBezTo>
                  <a:cubicBezTo>
                    <a:pt x="661670" y="619790"/>
                    <a:pt x="662940" y="635665"/>
                    <a:pt x="659130" y="661700"/>
                  </a:cubicBezTo>
                  <a:cubicBezTo>
                    <a:pt x="655320" y="687735"/>
                    <a:pt x="645160" y="704880"/>
                    <a:pt x="659130" y="726470"/>
                  </a:cubicBezTo>
                  <a:cubicBezTo>
                    <a:pt x="673100" y="748060"/>
                    <a:pt x="701040" y="760125"/>
                    <a:pt x="727710" y="768380"/>
                  </a:cubicBezTo>
                  <a:cubicBezTo>
                    <a:pt x="754380" y="776635"/>
                    <a:pt x="768985" y="755680"/>
                    <a:pt x="792480" y="768380"/>
                  </a:cubicBezTo>
                  <a:cubicBezTo>
                    <a:pt x="815975" y="781080"/>
                    <a:pt x="831850" y="807115"/>
                    <a:pt x="845820" y="833150"/>
                  </a:cubicBezTo>
                  <a:cubicBezTo>
                    <a:pt x="859790" y="859185"/>
                    <a:pt x="848995" y="871885"/>
                    <a:pt x="861060" y="897920"/>
                  </a:cubicBezTo>
                  <a:cubicBezTo>
                    <a:pt x="873125" y="923955"/>
                    <a:pt x="884555" y="949990"/>
                    <a:pt x="906780" y="962690"/>
                  </a:cubicBezTo>
                  <a:cubicBezTo>
                    <a:pt x="929005" y="975390"/>
                    <a:pt x="956310" y="948720"/>
                    <a:pt x="971550" y="962690"/>
                  </a:cubicBezTo>
                  <a:cubicBezTo>
                    <a:pt x="986790" y="976660"/>
                    <a:pt x="989330" y="1004600"/>
                    <a:pt x="982980" y="1031270"/>
                  </a:cubicBezTo>
                  <a:cubicBezTo>
                    <a:pt x="976630" y="1057940"/>
                    <a:pt x="937895" y="1070005"/>
                    <a:pt x="941070" y="1096040"/>
                  </a:cubicBezTo>
                  <a:cubicBezTo>
                    <a:pt x="944245" y="1122075"/>
                    <a:pt x="974090" y="1144935"/>
                    <a:pt x="998220" y="1160810"/>
                  </a:cubicBezTo>
                  <a:cubicBezTo>
                    <a:pt x="1022350" y="1176685"/>
                    <a:pt x="1036955" y="1164620"/>
                    <a:pt x="1062990" y="1176050"/>
                  </a:cubicBezTo>
                  <a:cubicBezTo>
                    <a:pt x="1089025" y="1187480"/>
                    <a:pt x="1101725" y="1202085"/>
                    <a:pt x="1127760" y="1217960"/>
                  </a:cubicBezTo>
                  <a:cubicBezTo>
                    <a:pt x="1153795" y="1233835"/>
                    <a:pt x="1166495" y="1248440"/>
                    <a:pt x="1192530" y="1256060"/>
                  </a:cubicBezTo>
                  <a:cubicBezTo>
                    <a:pt x="1218565" y="1263680"/>
                    <a:pt x="1231265" y="1252250"/>
                    <a:pt x="1257300" y="1256060"/>
                  </a:cubicBezTo>
                  <a:cubicBezTo>
                    <a:pt x="1283335" y="1259870"/>
                    <a:pt x="1302385" y="1284000"/>
                    <a:pt x="1322070" y="1275110"/>
                  </a:cubicBezTo>
                  <a:cubicBezTo>
                    <a:pt x="1341755" y="1266220"/>
                    <a:pt x="1349375" y="1236375"/>
                    <a:pt x="1356360" y="1210340"/>
                  </a:cubicBezTo>
                  <a:cubicBezTo>
                    <a:pt x="1363345" y="1184305"/>
                    <a:pt x="1359535" y="1171605"/>
                    <a:pt x="1356360" y="1145570"/>
                  </a:cubicBezTo>
                  <a:cubicBezTo>
                    <a:pt x="1353185" y="1119535"/>
                    <a:pt x="1330960" y="1095405"/>
                    <a:pt x="1341120" y="1080800"/>
                  </a:cubicBezTo>
                  <a:cubicBezTo>
                    <a:pt x="1351280" y="1066195"/>
                    <a:pt x="1379855" y="1076990"/>
                    <a:pt x="1405890" y="1073180"/>
                  </a:cubicBezTo>
                  <a:cubicBezTo>
                    <a:pt x="1431925" y="1069370"/>
                    <a:pt x="1444625" y="1070640"/>
                    <a:pt x="1470660" y="1061750"/>
                  </a:cubicBezTo>
                  <a:cubicBezTo>
                    <a:pt x="1496695" y="1052860"/>
                    <a:pt x="1509395" y="1031905"/>
                    <a:pt x="1535430" y="1027460"/>
                  </a:cubicBezTo>
                  <a:cubicBezTo>
                    <a:pt x="1561465" y="1023015"/>
                    <a:pt x="1574165" y="1030635"/>
                    <a:pt x="1600200" y="1038890"/>
                  </a:cubicBezTo>
                  <a:cubicBezTo>
                    <a:pt x="1626235" y="1047145"/>
                    <a:pt x="1638935" y="1061750"/>
                    <a:pt x="1664970" y="1069370"/>
                  </a:cubicBezTo>
                  <a:cubicBezTo>
                    <a:pt x="1691005" y="1076990"/>
                    <a:pt x="1703705" y="1083975"/>
                    <a:pt x="1729740" y="1076990"/>
                  </a:cubicBezTo>
                  <a:cubicBezTo>
                    <a:pt x="1755775" y="1070005"/>
                    <a:pt x="1768475" y="1055400"/>
                    <a:pt x="1794510" y="1035080"/>
                  </a:cubicBezTo>
                  <a:cubicBezTo>
                    <a:pt x="1820545" y="1014760"/>
                    <a:pt x="1833245" y="993170"/>
                    <a:pt x="1859280" y="974120"/>
                  </a:cubicBezTo>
                  <a:cubicBezTo>
                    <a:pt x="1885315" y="955070"/>
                    <a:pt x="1898015" y="943005"/>
                    <a:pt x="1924050" y="939830"/>
                  </a:cubicBezTo>
                  <a:cubicBezTo>
                    <a:pt x="1950085" y="936655"/>
                    <a:pt x="1962785" y="951895"/>
                    <a:pt x="1988820" y="958880"/>
                  </a:cubicBezTo>
                  <a:cubicBezTo>
                    <a:pt x="2014855" y="965865"/>
                    <a:pt x="2027555" y="969040"/>
                    <a:pt x="2053590" y="974120"/>
                  </a:cubicBezTo>
                  <a:cubicBezTo>
                    <a:pt x="2079625" y="979200"/>
                    <a:pt x="2092325" y="970945"/>
                    <a:pt x="2118360" y="985550"/>
                  </a:cubicBezTo>
                  <a:cubicBezTo>
                    <a:pt x="2144395" y="1000155"/>
                    <a:pt x="2167890" y="1021110"/>
                    <a:pt x="2183130" y="1046510"/>
                  </a:cubicBezTo>
                  <a:cubicBezTo>
                    <a:pt x="2198370" y="1071910"/>
                    <a:pt x="2184400" y="1085245"/>
                    <a:pt x="2194560" y="1111280"/>
                  </a:cubicBezTo>
                  <a:cubicBezTo>
                    <a:pt x="2204720" y="1137315"/>
                    <a:pt x="2212340" y="1162080"/>
                    <a:pt x="2232660" y="1176050"/>
                  </a:cubicBezTo>
                  <a:cubicBezTo>
                    <a:pt x="2252980" y="1190020"/>
                    <a:pt x="2271395" y="1177320"/>
                    <a:pt x="2297430" y="1179860"/>
                  </a:cubicBezTo>
                  <a:cubicBezTo>
                    <a:pt x="2323465" y="1182400"/>
                    <a:pt x="2336165" y="1183670"/>
                    <a:pt x="2362200" y="1187480"/>
                  </a:cubicBezTo>
                  <a:cubicBezTo>
                    <a:pt x="2388235" y="1191290"/>
                    <a:pt x="2400935" y="1197640"/>
                    <a:pt x="2426970" y="1198910"/>
                  </a:cubicBezTo>
                  <a:cubicBezTo>
                    <a:pt x="2453005" y="1200180"/>
                    <a:pt x="2465070" y="1194465"/>
                    <a:pt x="2491740" y="1195100"/>
                  </a:cubicBezTo>
                  <a:cubicBezTo>
                    <a:pt x="2518410" y="1195735"/>
                    <a:pt x="2533650" y="1198910"/>
                    <a:pt x="2560320" y="1202720"/>
                  </a:cubicBezTo>
                  <a:cubicBezTo>
                    <a:pt x="2586990" y="1206530"/>
                    <a:pt x="2600960" y="1198910"/>
                    <a:pt x="2625090" y="1214150"/>
                  </a:cubicBezTo>
                  <a:cubicBezTo>
                    <a:pt x="2649220" y="1229390"/>
                    <a:pt x="2672080" y="1252885"/>
                    <a:pt x="2682240" y="1278920"/>
                  </a:cubicBezTo>
                  <a:cubicBezTo>
                    <a:pt x="2692400" y="1304955"/>
                    <a:pt x="2662555" y="1323370"/>
                    <a:pt x="2674620" y="1343690"/>
                  </a:cubicBezTo>
                  <a:cubicBezTo>
                    <a:pt x="2686685" y="1364010"/>
                    <a:pt x="2716530" y="1374170"/>
                    <a:pt x="2743200" y="1381790"/>
                  </a:cubicBezTo>
                  <a:cubicBezTo>
                    <a:pt x="2769870" y="1389410"/>
                    <a:pt x="2795270" y="1394490"/>
                    <a:pt x="2807970" y="1381790"/>
                  </a:cubicBezTo>
                  <a:cubicBezTo>
                    <a:pt x="2820670" y="1369090"/>
                    <a:pt x="2807970" y="1343690"/>
                    <a:pt x="2807970" y="1317020"/>
                  </a:cubicBezTo>
                  <a:cubicBezTo>
                    <a:pt x="2807970" y="1290350"/>
                    <a:pt x="2795270" y="1263045"/>
                    <a:pt x="2807970" y="1248440"/>
                  </a:cubicBezTo>
                  <a:cubicBezTo>
                    <a:pt x="2820670" y="1233835"/>
                    <a:pt x="2846705" y="1252250"/>
                    <a:pt x="2872740" y="1244630"/>
                  </a:cubicBezTo>
                  <a:cubicBezTo>
                    <a:pt x="2898775" y="1237010"/>
                    <a:pt x="2911475" y="1226215"/>
                    <a:pt x="2937510" y="1210340"/>
                  </a:cubicBezTo>
                  <a:cubicBezTo>
                    <a:pt x="2963545" y="1194465"/>
                    <a:pt x="2976245" y="1179225"/>
                    <a:pt x="3002280" y="1164620"/>
                  </a:cubicBezTo>
                  <a:cubicBezTo>
                    <a:pt x="3028315" y="1150015"/>
                    <a:pt x="3041015" y="1145570"/>
                    <a:pt x="3067050" y="1137950"/>
                  </a:cubicBezTo>
                  <a:cubicBezTo>
                    <a:pt x="3093085" y="1130330"/>
                    <a:pt x="3120390" y="1128425"/>
                    <a:pt x="3131820" y="11265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10310" y="10036"/>
              <a:ext cx="576" cy="513"/>
            </a:xfrm>
            <a:custGeom>
              <a:avLst/>
              <a:gdLst>
                <a:gd name="connisteX0" fmla="*/ 289436 w 365643"/>
                <a:gd name="connsiteY0" fmla="*/ 141 h 325825"/>
                <a:gd name="connisteX1" fmla="*/ 224666 w 365643"/>
                <a:gd name="connsiteY1" fmla="*/ 7761 h 325825"/>
                <a:gd name="connisteX2" fmla="*/ 159896 w 365643"/>
                <a:gd name="connsiteY2" fmla="*/ 26811 h 325825"/>
                <a:gd name="connisteX3" fmla="*/ 95126 w 365643"/>
                <a:gd name="connsiteY3" fmla="*/ 61101 h 325825"/>
                <a:gd name="connisteX4" fmla="*/ 41786 w 365643"/>
                <a:gd name="connsiteY4" fmla="*/ 125871 h 325825"/>
                <a:gd name="connisteX5" fmla="*/ 3686 w 365643"/>
                <a:gd name="connsiteY5" fmla="*/ 190641 h 325825"/>
                <a:gd name="connisteX6" fmla="*/ 3686 w 365643"/>
                <a:gd name="connsiteY6" fmla="*/ 255411 h 325825"/>
                <a:gd name="connisteX7" fmla="*/ 11306 w 365643"/>
                <a:gd name="connsiteY7" fmla="*/ 320181 h 325825"/>
                <a:gd name="connisteX8" fmla="*/ 76076 w 365643"/>
                <a:gd name="connsiteY8" fmla="*/ 320181 h 325825"/>
                <a:gd name="connisteX9" fmla="*/ 140846 w 365643"/>
                <a:gd name="connsiteY9" fmla="*/ 320181 h 325825"/>
                <a:gd name="connisteX10" fmla="*/ 205616 w 365643"/>
                <a:gd name="connsiteY10" fmla="*/ 320181 h 325825"/>
                <a:gd name="connisteX11" fmla="*/ 262766 w 365643"/>
                <a:gd name="connsiteY11" fmla="*/ 255411 h 325825"/>
                <a:gd name="connisteX12" fmla="*/ 274196 w 365643"/>
                <a:gd name="connsiteY12" fmla="*/ 186831 h 325825"/>
                <a:gd name="connisteX13" fmla="*/ 300866 w 365643"/>
                <a:gd name="connsiteY13" fmla="*/ 122061 h 325825"/>
                <a:gd name="connisteX14" fmla="*/ 365636 w 365643"/>
                <a:gd name="connsiteY14" fmla="*/ 76341 h 325825"/>
                <a:gd name="connisteX15" fmla="*/ 304676 w 365643"/>
                <a:gd name="connsiteY15" fmla="*/ 11571 h 325825"/>
                <a:gd name="connisteX16" fmla="*/ 289436 w 365643"/>
                <a:gd name="connsiteY16" fmla="*/ 141 h 3258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</a:cxnLst>
              <a:rect l="l" t="t" r="r" b="b"/>
              <a:pathLst>
                <a:path w="365643" h="325826">
                  <a:moveTo>
                    <a:pt x="289437" y="141"/>
                  </a:moveTo>
                  <a:cubicBezTo>
                    <a:pt x="273562" y="-494"/>
                    <a:pt x="250702" y="2681"/>
                    <a:pt x="224667" y="7761"/>
                  </a:cubicBezTo>
                  <a:cubicBezTo>
                    <a:pt x="198632" y="12841"/>
                    <a:pt x="185932" y="16016"/>
                    <a:pt x="159897" y="26811"/>
                  </a:cubicBezTo>
                  <a:cubicBezTo>
                    <a:pt x="133862" y="37606"/>
                    <a:pt x="118622" y="41416"/>
                    <a:pt x="95127" y="61101"/>
                  </a:cubicBezTo>
                  <a:cubicBezTo>
                    <a:pt x="71632" y="80786"/>
                    <a:pt x="60202" y="99836"/>
                    <a:pt x="41787" y="125871"/>
                  </a:cubicBezTo>
                  <a:cubicBezTo>
                    <a:pt x="23372" y="151906"/>
                    <a:pt x="11307" y="164606"/>
                    <a:pt x="3687" y="190641"/>
                  </a:cubicBezTo>
                  <a:cubicBezTo>
                    <a:pt x="-3933" y="216676"/>
                    <a:pt x="2417" y="229376"/>
                    <a:pt x="3687" y="255411"/>
                  </a:cubicBezTo>
                  <a:cubicBezTo>
                    <a:pt x="4957" y="281446"/>
                    <a:pt x="-3298" y="307481"/>
                    <a:pt x="11307" y="320181"/>
                  </a:cubicBezTo>
                  <a:cubicBezTo>
                    <a:pt x="25912" y="332881"/>
                    <a:pt x="50042" y="320181"/>
                    <a:pt x="76077" y="320181"/>
                  </a:cubicBezTo>
                  <a:cubicBezTo>
                    <a:pt x="102112" y="320181"/>
                    <a:pt x="114812" y="320181"/>
                    <a:pt x="140847" y="320181"/>
                  </a:cubicBezTo>
                  <a:cubicBezTo>
                    <a:pt x="166882" y="320181"/>
                    <a:pt x="181487" y="332881"/>
                    <a:pt x="205617" y="320181"/>
                  </a:cubicBezTo>
                  <a:cubicBezTo>
                    <a:pt x="229747" y="307481"/>
                    <a:pt x="248797" y="282081"/>
                    <a:pt x="262767" y="255411"/>
                  </a:cubicBezTo>
                  <a:cubicBezTo>
                    <a:pt x="276737" y="228741"/>
                    <a:pt x="266577" y="213501"/>
                    <a:pt x="274197" y="186831"/>
                  </a:cubicBezTo>
                  <a:cubicBezTo>
                    <a:pt x="281817" y="160161"/>
                    <a:pt x="282452" y="144286"/>
                    <a:pt x="300867" y="122061"/>
                  </a:cubicBezTo>
                  <a:cubicBezTo>
                    <a:pt x="319282" y="99836"/>
                    <a:pt x="365002" y="98566"/>
                    <a:pt x="365637" y="76341"/>
                  </a:cubicBezTo>
                  <a:cubicBezTo>
                    <a:pt x="366272" y="54116"/>
                    <a:pt x="319917" y="26811"/>
                    <a:pt x="304677" y="11571"/>
                  </a:cubicBezTo>
                  <a:cubicBezTo>
                    <a:pt x="289437" y="-3669"/>
                    <a:pt x="305312" y="776"/>
                    <a:pt x="289437" y="141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13093" y="8146"/>
              <a:ext cx="412" cy="1068"/>
            </a:xfrm>
            <a:custGeom>
              <a:avLst/>
              <a:gdLst>
                <a:gd name="connisteX0" fmla="*/ 202327 w 261392"/>
                <a:gd name="connsiteY0" fmla="*/ 7620 h 678186"/>
                <a:gd name="connisteX1" fmla="*/ 137557 w 261392"/>
                <a:gd name="connsiteY1" fmla="*/ 60960 h 678186"/>
                <a:gd name="connisteX2" fmla="*/ 84217 w 261392"/>
                <a:gd name="connsiteY2" fmla="*/ 125730 h 678186"/>
                <a:gd name="connisteX3" fmla="*/ 57547 w 261392"/>
                <a:gd name="connsiteY3" fmla="*/ 190500 h 678186"/>
                <a:gd name="connisteX4" fmla="*/ 38497 w 261392"/>
                <a:gd name="connsiteY4" fmla="*/ 255270 h 678186"/>
                <a:gd name="connisteX5" fmla="*/ 11827 w 261392"/>
                <a:gd name="connsiteY5" fmla="*/ 320040 h 678186"/>
                <a:gd name="connisteX6" fmla="*/ 397 w 261392"/>
                <a:gd name="connsiteY6" fmla="*/ 384810 h 678186"/>
                <a:gd name="connisteX7" fmla="*/ 4207 w 261392"/>
                <a:gd name="connsiteY7" fmla="*/ 449580 h 678186"/>
                <a:gd name="connisteX8" fmla="*/ 15637 w 261392"/>
                <a:gd name="connsiteY8" fmla="*/ 514350 h 678186"/>
                <a:gd name="connisteX9" fmla="*/ 53737 w 261392"/>
                <a:gd name="connsiteY9" fmla="*/ 579120 h 678186"/>
                <a:gd name="connisteX10" fmla="*/ 118507 w 261392"/>
                <a:gd name="connsiteY10" fmla="*/ 613410 h 678186"/>
                <a:gd name="connisteX11" fmla="*/ 137557 w 261392"/>
                <a:gd name="connsiteY11" fmla="*/ 678180 h 678186"/>
                <a:gd name="connisteX12" fmla="*/ 198517 w 261392"/>
                <a:gd name="connsiteY12" fmla="*/ 609600 h 678186"/>
                <a:gd name="connisteX13" fmla="*/ 198517 w 261392"/>
                <a:gd name="connsiteY13" fmla="*/ 544830 h 678186"/>
                <a:gd name="connisteX14" fmla="*/ 202327 w 261392"/>
                <a:gd name="connsiteY14" fmla="*/ 480060 h 678186"/>
                <a:gd name="connisteX15" fmla="*/ 221377 w 261392"/>
                <a:gd name="connsiteY15" fmla="*/ 415290 h 678186"/>
                <a:gd name="connisteX16" fmla="*/ 236617 w 261392"/>
                <a:gd name="connsiteY16" fmla="*/ 350520 h 678186"/>
                <a:gd name="connisteX17" fmla="*/ 248047 w 261392"/>
                <a:gd name="connsiteY17" fmla="*/ 285750 h 678186"/>
                <a:gd name="connisteX18" fmla="*/ 248047 w 261392"/>
                <a:gd name="connsiteY18" fmla="*/ 220980 h 678186"/>
                <a:gd name="connisteX19" fmla="*/ 248047 w 261392"/>
                <a:gd name="connsiteY19" fmla="*/ 156210 h 678186"/>
                <a:gd name="connisteX20" fmla="*/ 259477 w 261392"/>
                <a:gd name="connsiteY20" fmla="*/ 91440 h 678186"/>
                <a:gd name="connisteX21" fmla="*/ 251857 w 261392"/>
                <a:gd name="connsiteY21" fmla="*/ 26670 h 678186"/>
                <a:gd name="connisteX22" fmla="*/ 187087 w 261392"/>
                <a:gd name="connsiteY22" fmla="*/ 3810 h 678186"/>
                <a:gd name="connisteX23" fmla="*/ 202327 w 261392"/>
                <a:gd name="connsiteY23" fmla="*/ 7620 h 6781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</a:cxnLst>
              <a:rect l="l" t="t" r="r" b="b"/>
              <a:pathLst>
                <a:path w="261393" h="678187">
                  <a:moveTo>
                    <a:pt x="202328" y="7620"/>
                  </a:moveTo>
                  <a:cubicBezTo>
                    <a:pt x="192168" y="19050"/>
                    <a:pt x="161053" y="37465"/>
                    <a:pt x="137558" y="60960"/>
                  </a:cubicBezTo>
                  <a:cubicBezTo>
                    <a:pt x="114063" y="84455"/>
                    <a:pt x="100093" y="99695"/>
                    <a:pt x="84218" y="125730"/>
                  </a:cubicBezTo>
                  <a:cubicBezTo>
                    <a:pt x="68343" y="151765"/>
                    <a:pt x="66438" y="164465"/>
                    <a:pt x="57548" y="190500"/>
                  </a:cubicBezTo>
                  <a:cubicBezTo>
                    <a:pt x="48658" y="216535"/>
                    <a:pt x="47388" y="229235"/>
                    <a:pt x="38498" y="255270"/>
                  </a:cubicBezTo>
                  <a:cubicBezTo>
                    <a:pt x="29608" y="281305"/>
                    <a:pt x="19448" y="294005"/>
                    <a:pt x="11828" y="320040"/>
                  </a:cubicBezTo>
                  <a:cubicBezTo>
                    <a:pt x="4208" y="346075"/>
                    <a:pt x="1668" y="358775"/>
                    <a:pt x="398" y="384810"/>
                  </a:cubicBezTo>
                  <a:cubicBezTo>
                    <a:pt x="-872" y="410845"/>
                    <a:pt x="1033" y="423545"/>
                    <a:pt x="4208" y="449580"/>
                  </a:cubicBezTo>
                  <a:cubicBezTo>
                    <a:pt x="7383" y="475615"/>
                    <a:pt x="5478" y="488315"/>
                    <a:pt x="15638" y="514350"/>
                  </a:cubicBezTo>
                  <a:cubicBezTo>
                    <a:pt x="25798" y="540385"/>
                    <a:pt x="33418" y="559435"/>
                    <a:pt x="53738" y="579120"/>
                  </a:cubicBezTo>
                  <a:cubicBezTo>
                    <a:pt x="74058" y="598805"/>
                    <a:pt x="101998" y="593725"/>
                    <a:pt x="118508" y="613410"/>
                  </a:cubicBezTo>
                  <a:cubicBezTo>
                    <a:pt x="135018" y="633095"/>
                    <a:pt x="121683" y="678815"/>
                    <a:pt x="137558" y="678180"/>
                  </a:cubicBezTo>
                  <a:cubicBezTo>
                    <a:pt x="153433" y="677545"/>
                    <a:pt x="186453" y="636270"/>
                    <a:pt x="198518" y="609600"/>
                  </a:cubicBezTo>
                  <a:cubicBezTo>
                    <a:pt x="210583" y="582930"/>
                    <a:pt x="197883" y="570865"/>
                    <a:pt x="198518" y="544830"/>
                  </a:cubicBezTo>
                  <a:cubicBezTo>
                    <a:pt x="199153" y="518795"/>
                    <a:pt x="197883" y="506095"/>
                    <a:pt x="202328" y="480060"/>
                  </a:cubicBezTo>
                  <a:cubicBezTo>
                    <a:pt x="206773" y="454025"/>
                    <a:pt x="214393" y="441325"/>
                    <a:pt x="221378" y="415290"/>
                  </a:cubicBezTo>
                  <a:cubicBezTo>
                    <a:pt x="228363" y="389255"/>
                    <a:pt x="231538" y="376555"/>
                    <a:pt x="236618" y="350520"/>
                  </a:cubicBezTo>
                  <a:cubicBezTo>
                    <a:pt x="241698" y="324485"/>
                    <a:pt x="245508" y="311785"/>
                    <a:pt x="248048" y="285750"/>
                  </a:cubicBezTo>
                  <a:cubicBezTo>
                    <a:pt x="250588" y="259715"/>
                    <a:pt x="248048" y="247015"/>
                    <a:pt x="248048" y="220980"/>
                  </a:cubicBezTo>
                  <a:cubicBezTo>
                    <a:pt x="248048" y="194945"/>
                    <a:pt x="245508" y="182245"/>
                    <a:pt x="248048" y="156210"/>
                  </a:cubicBezTo>
                  <a:cubicBezTo>
                    <a:pt x="250588" y="130175"/>
                    <a:pt x="258843" y="117475"/>
                    <a:pt x="259478" y="91440"/>
                  </a:cubicBezTo>
                  <a:cubicBezTo>
                    <a:pt x="260113" y="65405"/>
                    <a:pt x="266463" y="44450"/>
                    <a:pt x="251858" y="26670"/>
                  </a:cubicBezTo>
                  <a:cubicBezTo>
                    <a:pt x="237253" y="8890"/>
                    <a:pt x="197248" y="7620"/>
                    <a:pt x="187088" y="3810"/>
                  </a:cubicBezTo>
                  <a:cubicBezTo>
                    <a:pt x="176928" y="0"/>
                    <a:pt x="212488" y="-3810"/>
                    <a:pt x="202328" y="762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11192" y="5883"/>
              <a:ext cx="2052" cy="3678"/>
            </a:xfrm>
            <a:custGeom>
              <a:avLst/>
              <a:gdLst>
                <a:gd name="connisteX0" fmla="*/ 0 w 1303068"/>
                <a:gd name="connsiteY0" fmla="*/ 2335530 h 2335530"/>
                <a:gd name="connisteX1" fmla="*/ 64770 w 1303068"/>
                <a:gd name="connsiteY1" fmla="*/ 2308860 h 2335530"/>
                <a:gd name="connisteX2" fmla="*/ 129540 w 1303068"/>
                <a:gd name="connsiteY2" fmla="*/ 2240280 h 2335530"/>
                <a:gd name="connisteX3" fmla="*/ 194310 w 1303068"/>
                <a:gd name="connsiteY3" fmla="*/ 2205990 h 2335530"/>
                <a:gd name="connisteX4" fmla="*/ 259080 w 1303068"/>
                <a:gd name="connsiteY4" fmla="*/ 2171700 h 2335530"/>
                <a:gd name="connisteX5" fmla="*/ 323850 w 1303068"/>
                <a:gd name="connsiteY5" fmla="*/ 2145030 h 2335530"/>
                <a:gd name="connisteX6" fmla="*/ 388620 w 1303068"/>
                <a:gd name="connsiteY6" fmla="*/ 2095500 h 2335530"/>
                <a:gd name="connisteX7" fmla="*/ 453390 w 1303068"/>
                <a:gd name="connsiteY7" fmla="*/ 2072640 h 2335530"/>
                <a:gd name="connisteX8" fmla="*/ 518160 w 1303068"/>
                <a:gd name="connsiteY8" fmla="*/ 2053590 h 2335530"/>
                <a:gd name="connisteX9" fmla="*/ 582930 w 1303068"/>
                <a:gd name="connsiteY9" fmla="*/ 2034540 h 2335530"/>
                <a:gd name="connisteX10" fmla="*/ 647700 w 1303068"/>
                <a:gd name="connsiteY10" fmla="*/ 2019300 h 2335530"/>
                <a:gd name="connisteX11" fmla="*/ 712470 w 1303068"/>
                <a:gd name="connsiteY11" fmla="*/ 1969770 h 2335530"/>
                <a:gd name="connisteX12" fmla="*/ 758190 w 1303068"/>
                <a:gd name="connsiteY12" fmla="*/ 1905000 h 2335530"/>
                <a:gd name="connisteX13" fmla="*/ 803910 w 1303068"/>
                <a:gd name="connsiteY13" fmla="*/ 1840230 h 2335530"/>
                <a:gd name="connisteX14" fmla="*/ 864870 w 1303068"/>
                <a:gd name="connsiteY14" fmla="*/ 1775460 h 2335530"/>
                <a:gd name="connisteX15" fmla="*/ 902970 w 1303068"/>
                <a:gd name="connsiteY15" fmla="*/ 1710690 h 2335530"/>
                <a:gd name="connisteX16" fmla="*/ 929640 w 1303068"/>
                <a:gd name="connsiteY16" fmla="*/ 1645920 h 2335530"/>
                <a:gd name="connisteX17" fmla="*/ 956310 w 1303068"/>
                <a:gd name="connsiteY17" fmla="*/ 1581150 h 2335530"/>
                <a:gd name="connisteX18" fmla="*/ 971550 w 1303068"/>
                <a:gd name="connsiteY18" fmla="*/ 1516380 h 2335530"/>
                <a:gd name="connisteX19" fmla="*/ 1005840 w 1303068"/>
                <a:gd name="connsiteY19" fmla="*/ 1451610 h 2335530"/>
                <a:gd name="connisteX20" fmla="*/ 1055370 w 1303068"/>
                <a:gd name="connsiteY20" fmla="*/ 1386840 h 2335530"/>
                <a:gd name="connisteX21" fmla="*/ 1085850 w 1303068"/>
                <a:gd name="connsiteY21" fmla="*/ 1322070 h 2335530"/>
                <a:gd name="connisteX22" fmla="*/ 1131570 w 1303068"/>
                <a:gd name="connsiteY22" fmla="*/ 1257300 h 2335530"/>
                <a:gd name="connisteX23" fmla="*/ 1169670 w 1303068"/>
                <a:gd name="connsiteY23" fmla="*/ 1192530 h 2335530"/>
                <a:gd name="connisteX24" fmla="*/ 1188720 w 1303068"/>
                <a:gd name="connsiteY24" fmla="*/ 1123950 h 2335530"/>
                <a:gd name="connisteX25" fmla="*/ 1188720 w 1303068"/>
                <a:gd name="connsiteY25" fmla="*/ 1059180 h 2335530"/>
                <a:gd name="connisteX26" fmla="*/ 1200150 w 1303068"/>
                <a:gd name="connsiteY26" fmla="*/ 994410 h 2335530"/>
                <a:gd name="connisteX27" fmla="*/ 1249680 w 1303068"/>
                <a:gd name="connsiteY27" fmla="*/ 929640 h 2335530"/>
                <a:gd name="connisteX28" fmla="*/ 1291590 w 1303068"/>
                <a:gd name="connsiteY28" fmla="*/ 864870 h 2335530"/>
                <a:gd name="connisteX29" fmla="*/ 1303020 w 1303068"/>
                <a:gd name="connsiteY29" fmla="*/ 800100 h 2335530"/>
                <a:gd name="connisteX30" fmla="*/ 1295400 w 1303068"/>
                <a:gd name="connsiteY30" fmla="*/ 735330 h 2335530"/>
                <a:gd name="connisteX31" fmla="*/ 1291590 w 1303068"/>
                <a:gd name="connsiteY31" fmla="*/ 670560 h 2335530"/>
                <a:gd name="connisteX32" fmla="*/ 1226820 w 1303068"/>
                <a:gd name="connsiteY32" fmla="*/ 628650 h 2335530"/>
                <a:gd name="connisteX33" fmla="*/ 1162050 w 1303068"/>
                <a:gd name="connsiteY33" fmla="*/ 628650 h 2335530"/>
                <a:gd name="connisteX34" fmla="*/ 1097280 w 1303068"/>
                <a:gd name="connsiteY34" fmla="*/ 628650 h 2335530"/>
                <a:gd name="connisteX35" fmla="*/ 1059180 w 1303068"/>
                <a:gd name="connsiteY35" fmla="*/ 563880 h 2335530"/>
                <a:gd name="connisteX36" fmla="*/ 1120140 w 1303068"/>
                <a:gd name="connsiteY36" fmla="*/ 495300 h 2335530"/>
                <a:gd name="connisteX37" fmla="*/ 1158240 w 1303068"/>
                <a:gd name="connsiteY37" fmla="*/ 430530 h 2335530"/>
                <a:gd name="connisteX38" fmla="*/ 1173480 w 1303068"/>
                <a:gd name="connsiteY38" fmla="*/ 365760 h 2335530"/>
                <a:gd name="connisteX39" fmla="*/ 1165860 w 1303068"/>
                <a:gd name="connsiteY39" fmla="*/ 300990 h 2335530"/>
                <a:gd name="connisteX40" fmla="*/ 1101090 w 1303068"/>
                <a:gd name="connsiteY40" fmla="*/ 259080 h 2335530"/>
                <a:gd name="connisteX41" fmla="*/ 1047750 w 1303068"/>
                <a:gd name="connsiteY41" fmla="*/ 194310 h 2335530"/>
                <a:gd name="connisteX42" fmla="*/ 1005840 w 1303068"/>
                <a:gd name="connsiteY42" fmla="*/ 129540 h 2335530"/>
                <a:gd name="connisteX43" fmla="*/ 975360 w 1303068"/>
                <a:gd name="connsiteY43" fmla="*/ 64770 h 2335530"/>
                <a:gd name="connisteX44" fmla="*/ 929640 w 1303068"/>
                <a:gd name="connsiteY44" fmla="*/ 0 h 23355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</a:cxnLst>
              <a:rect l="l" t="t" r="r" b="b"/>
              <a:pathLst>
                <a:path w="1303069" h="2335530">
                  <a:moveTo>
                    <a:pt x="0" y="2335530"/>
                  </a:moveTo>
                  <a:cubicBezTo>
                    <a:pt x="11430" y="2331720"/>
                    <a:pt x="38735" y="2327910"/>
                    <a:pt x="64770" y="2308860"/>
                  </a:cubicBezTo>
                  <a:cubicBezTo>
                    <a:pt x="90805" y="2289810"/>
                    <a:pt x="103505" y="2260600"/>
                    <a:pt x="129540" y="2240280"/>
                  </a:cubicBezTo>
                  <a:cubicBezTo>
                    <a:pt x="155575" y="2219960"/>
                    <a:pt x="168275" y="2219960"/>
                    <a:pt x="194310" y="2205990"/>
                  </a:cubicBezTo>
                  <a:cubicBezTo>
                    <a:pt x="220345" y="2192020"/>
                    <a:pt x="233045" y="2183765"/>
                    <a:pt x="259080" y="2171700"/>
                  </a:cubicBezTo>
                  <a:cubicBezTo>
                    <a:pt x="285115" y="2159635"/>
                    <a:pt x="297815" y="2160270"/>
                    <a:pt x="323850" y="2145030"/>
                  </a:cubicBezTo>
                  <a:cubicBezTo>
                    <a:pt x="349885" y="2129790"/>
                    <a:pt x="362585" y="2110105"/>
                    <a:pt x="388620" y="2095500"/>
                  </a:cubicBezTo>
                  <a:cubicBezTo>
                    <a:pt x="414655" y="2080895"/>
                    <a:pt x="427355" y="2080895"/>
                    <a:pt x="453390" y="2072640"/>
                  </a:cubicBezTo>
                  <a:cubicBezTo>
                    <a:pt x="479425" y="2064385"/>
                    <a:pt x="492125" y="2061210"/>
                    <a:pt x="518160" y="2053590"/>
                  </a:cubicBezTo>
                  <a:cubicBezTo>
                    <a:pt x="544195" y="2045970"/>
                    <a:pt x="556895" y="2041525"/>
                    <a:pt x="582930" y="2034540"/>
                  </a:cubicBezTo>
                  <a:cubicBezTo>
                    <a:pt x="608965" y="2027555"/>
                    <a:pt x="621665" y="2032000"/>
                    <a:pt x="647700" y="2019300"/>
                  </a:cubicBezTo>
                  <a:cubicBezTo>
                    <a:pt x="673735" y="2006600"/>
                    <a:pt x="690245" y="1992630"/>
                    <a:pt x="712470" y="1969770"/>
                  </a:cubicBezTo>
                  <a:cubicBezTo>
                    <a:pt x="734695" y="1946910"/>
                    <a:pt x="739775" y="1931035"/>
                    <a:pt x="758190" y="1905000"/>
                  </a:cubicBezTo>
                  <a:cubicBezTo>
                    <a:pt x="776605" y="1878965"/>
                    <a:pt x="782320" y="1866265"/>
                    <a:pt x="803910" y="1840230"/>
                  </a:cubicBezTo>
                  <a:cubicBezTo>
                    <a:pt x="825500" y="1814195"/>
                    <a:pt x="845185" y="1801495"/>
                    <a:pt x="864870" y="1775460"/>
                  </a:cubicBezTo>
                  <a:cubicBezTo>
                    <a:pt x="884555" y="1749425"/>
                    <a:pt x="890270" y="1736725"/>
                    <a:pt x="902970" y="1710690"/>
                  </a:cubicBezTo>
                  <a:cubicBezTo>
                    <a:pt x="915670" y="1684655"/>
                    <a:pt x="918845" y="1671955"/>
                    <a:pt x="929640" y="1645920"/>
                  </a:cubicBezTo>
                  <a:cubicBezTo>
                    <a:pt x="940435" y="1619885"/>
                    <a:pt x="948055" y="1607185"/>
                    <a:pt x="956310" y="1581150"/>
                  </a:cubicBezTo>
                  <a:cubicBezTo>
                    <a:pt x="964565" y="1555115"/>
                    <a:pt x="961390" y="1542415"/>
                    <a:pt x="971550" y="1516380"/>
                  </a:cubicBezTo>
                  <a:cubicBezTo>
                    <a:pt x="981710" y="1490345"/>
                    <a:pt x="989330" y="1477645"/>
                    <a:pt x="1005840" y="1451610"/>
                  </a:cubicBezTo>
                  <a:cubicBezTo>
                    <a:pt x="1022350" y="1425575"/>
                    <a:pt x="1039495" y="1412875"/>
                    <a:pt x="1055370" y="1386840"/>
                  </a:cubicBezTo>
                  <a:cubicBezTo>
                    <a:pt x="1071245" y="1360805"/>
                    <a:pt x="1070610" y="1348105"/>
                    <a:pt x="1085850" y="1322070"/>
                  </a:cubicBezTo>
                  <a:cubicBezTo>
                    <a:pt x="1101090" y="1296035"/>
                    <a:pt x="1115060" y="1283335"/>
                    <a:pt x="1131570" y="1257300"/>
                  </a:cubicBezTo>
                  <a:cubicBezTo>
                    <a:pt x="1148080" y="1231265"/>
                    <a:pt x="1158240" y="1219200"/>
                    <a:pt x="1169670" y="1192530"/>
                  </a:cubicBezTo>
                  <a:cubicBezTo>
                    <a:pt x="1181100" y="1165860"/>
                    <a:pt x="1184910" y="1150620"/>
                    <a:pt x="1188720" y="1123950"/>
                  </a:cubicBezTo>
                  <a:cubicBezTo>
                    <a:pt x="1192530" y="1097280"/>
                    <a:pt x="1186180" y="1085215"/>
                    <a:pt x="1188720" y="1059180"/>
                  </a:cubicBezTo>
                  <a:cubicBezTo>
                    <a:pt x="1191260" y="1033145"/>
                    <a:pt x="1188085" y="1020445"/>
                    <a:pt x="1200150" y="994410"/>
                  </a:cubicBezTo>
                  <a:cubicBezTo>
                    <a:pt x="1212215" y="968375"/>
                    <a:pt x="1231265" y="955675"/>
                    <a:pt x="1249680" y="929640"/>
                  </a:cubicBezTo>
                  <a:cubicBezTo>
                    <a:pt x="1268095" y="903605"/>
                    <a:pt x="1280795" y="890905"/>
                    <a:pt x="1291590" y="864870"/>
                  </a:cubicBezTo>
                  <a:cubicBezTo>
                    <a:pt x="1302385" y="838835"/>
                    <a:pt x="1302385" y="826135"/>
                    <a:pt x="1303020" y="800100"/>
                  </a:cubicBezTo>
                  <a:cubicBezTo>
                    <a:pt x="1303655" y="774065"/>
                    <a:pt x="1297940" y="761365"/>
                    <a:pt x="1295400" y="735330"/>
                  </a:cubicBezTo>
                  <a:cubicBezTo>
                    <a:pt x="1292860" y="709295"/>
                    <a:pt x="1305560" y="692150"/>
                    <a:pt x="1291590" y="670560"/>
                  </a:cubicBezTo>
                  <a:cubicBezTo>
                    <a:pt x="1277620" y="648970"/>
                    <a:pt x="1252855" y="636905"/>
                    <a:pt x="1226820" y="628650"/>
                  </a:cubicBezTo>
                  <a:cubicBezTo>
                    <a:pt x="1200785" y="620395"/>
                    <a:pt x="1188085" y="628650"/>
                    <a:pt x="1162050" y="628650"/>
                  </a:cubicBezTo>
                  <a:cubicBezTo>
                    <a:pt x="1136015" y="628650"/>
                    <a:pt x="1117600" y="641350"/>
                    <a:pt x="1097280" y="628650"/>
                  </a:cubicBezTo>
                  <a:cubicBezTo>
                    <a:pt x="1076960" y="615950"/>
                    <a:pt x="1054735" y="590550"/>
                    <a:pt x="1059180" y="563880"/>
                  </a:cubicBezTo>
                  <a:cubicBezTo>
                    <a:pt x="1063625" y="537210"/>
                    <a:pt x="1100455" y="521970"/>
                    <a:pt x="1120140" y="495300"/>
                  </a:cubicBezTo>
                  <a:cubicBezTo>
                    <a:pt x="1139825" y="468630"/>
                    <a:pt x="1147445" y="456565"/>
                    <a:pt x="1158240" y="430530"/>
                  </a:cubicBezTo>
                  <a:cubicBezTo>
                    <a:pt x="1169035" y="404495"/>
                    <a:pt x="1172210" y="391795"/>
                    <a:pt x="1173480" y="365760"/>
                  </a:cubicBezTo>
                  <a:cubicBezTo>
                    <a:pt x="1174750" y="339725"/>
                    <a:pt x="1180465" y="322580"/>
                    <a:pt x="1165860" y="300990"/>
                  </a:cubicBezTo>
                  <a:cubicBezTo>
                    <a:pt x="1151255" y="279400"/>
                    <a:pt x="1124585" y="280670"/>
                    <a:pt x="1101090" y="259080"/>
                  </a:cubicBezTo>
                  <a:cubicBezTo>
                    <a:pt x="1077595" y="237490"/>
                    <a:pt x="1066800" y="220345"/>
                    <a:pt x="1047750" y="194310"/>
                  </a:cubicBezTo>
                  <a:cubicBezTo>
                    <a:pt x="1028700" y="168275"/>
                    <a:pt x="1020445" y="155575"/>
                    <a:pt x="1005840" y="129540"/>
                  </a:cubicBezTo>
                  <a:cubicBezTo>
                    <a:pt x="991235" y="103505"/>
                    <a:pt x="990600" y="90805"/>
                    <a:pt x="975360" y="64770"/>
                  </a:cubicBezTo>
                  <a:cubicBezTo>
                    <a:pt x="960120" y="38735"/>
                    <a:pt x="937895" y="11430"/>
                    <a:pt x="92964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11746" y="2928"/>
              <a:ext cx="2404" cy="2958"/>
            </a:xfrm>
            <a:custGeom>
              <a:avLst/>
              <a:gdLst>
                <a:gd name="connisteX0" fmla="*/ 581375 w 1526255"/>
                <a:gd name="connsiteY0" fmla="*/ 1878330 h 1878330"/>
                <a:gd name="connisteX1" fmla="*/ 516605 w 1526255"/>
                <a:gd name="connsiteY1" fmla="*/ 1840230 h 1878330"/>
                <a:gd name="connisteX2" fmla="*/ 451835 w 1526255"/>
                <a:gd name="connsiteY2" fmla="*/ 1798320 h 1878330"/>
                <a:gd name="connisteX3" fmla="*/ 387065 w 1526255"/>
                <a:gd name="connsiteY3" fmla="*/ 1748790 h 1878330"/>
                <a:gd name="connisteX4" fmla="*/ 352775 w 1526255"/>
                <a:gd name="connsiteY4" fmla="*/ 1684020 h 1878330"/>
                <a:gd name="connisteX5" fmla="*/ 360395 w 1526255"/>
                <a:gd name="connsiteY5" fmla="*/ 1619250 h 1878330"/>
                <a:gd name="connisteX6" fmla="*/ 425165 w 1526255"/>
                <a:gd name="connsiteY6" fmla="*/ 1558290 h 1878330"/>
                <a:gd name="connisteX7" fmla="*/ 486125 w 1526255"/>
                <a:gd name="connsiteY7" fmla="*/ 1493520 h 1878330"/>
                <a:gd name="connisteX8" fmla="*/ 550895 w 1526255"/>
                <a:gd name="connsiteY8" fmla="*/ 1432560 h 1878330"/>
                <a:gd name="connisteX9" fmla="*/ 604235 w 1526255"/>
                <a:gd name="connsiteY9" fmla="*/ 1367790 h 1878330"/>
                <a:gd name="connisteX10" fmla="*/ 669005 w 1526255"/>
                <a:gd name="connsiteY10" fmla="*/ 1310640 h 1878330"/>
                <a:gd name="connisteX11" fmla="*/ 733775 w 1526255"/>
                <a:gd name="connsiteY11" fmla="*/ 1264920 h 1878330"/>
                <a:gd name="connisteX12" fmla="*/ 790925 w 1526255"/>
                <a:gd name="connsiteY12" fmla="*/ 1200150 h 1878330"/>
                <a:gd name="connisteX13" fmla="*/ 722345 w 1526255"/>
                <a:gd name="connsiteY13" fmla="*/ 1143000 h 1878330"/>
                <a:gd name="connisteX14" fmla="*/ 657575 w 1526255"/>
                <a:gd name="connsiteY14" fmla="*/ 1135380 h 1878330"/>
                <a:gd name="connisteX15" fmla="*/ 592805 w 1526255"/>
                <a:gd name="connsiteY15" fmla="*/ 1131570 h 1878330"/>
                <a:gd name="connisteX16" fmla="*/ 528035 w 1526255"/>
                <a:gd name="connsiteY16" fmla="*/ 1139190 h 1878330"/>
                <a:gd name="connisteX17" fmla="*/ 463265 w 1526255"/>
                <a:gd name="connsiteY17" fmla="*/ 1154430 h 1878330"/>
                <a:gd name="connisteX18" fmla="*/ 398495 w 1526255"/>
                <a:gd name="connsiteY18" fmla="*/ 1181100 h 1878330"/>
                <a:gd name="connisteX19" fmla="*/ 360395 w 1526255"/>
                <a:gd name="connsiteY19" fmla="*/ 1245870 h 1878330"/>
                <a:gd name="connisteX20" fmla="*/ 295625 w 1526255"/>
                <a:gd name="connsiteY20" fmla="*/ 1287780 h 1878330"/>
                <a:gd name="connisteX21" fmla="*/ 242285 w 1526255"/>
                <a:gd name="connsiteY21" fmla="*/ 1223010 h 1878330"/>
                <a:gd name="connisteX22" fmla="*/ 257525 w 1526255"/>
                <a:gd name="connsiteY22" fmla="*/ 1158240 h 1878330"/>
                <a:gd name="connisteX23" fmla="*/ 192755 w 1526255"/>
                <a:gd name="connsiteY23" fmla="*/ 1135380 h 1878330"/>
                <a:gd name="connisteX24" fmla="*/ 127985 w 1526255"/>
                <a:gd name="connsiteY24" fmla="*/ 1139190 h 1878330"/>
                <a:gd name="connisteX25" fmla="*/ 63215 w 1526255"/>
                <a:gd name="connsiteY25" fmla="*/ 1123950 h 1878330"/>
                <a:gd name="connisteX26" fmla="*/ 2255 w 1526255"/>
                <a:gd name="connsiteY26" fmla="*/ 1059180 h 1878330"/>
                <a:gd name="connisteX27" fmla="*/ 25115 w 1526255"/>
                <a:gd name="connsiteY27" fmla="*/ 994410 h 1878330"/>
                <a:gd name="connisteX28" fmla="*/ 89885 w 1526255"/>
                <a:gd name="connsiteY28" fmla="*/ 967740 h 1878330"/>
                <a:gd name="connisteX29" fmla="*/ 154655 w 1526255"/>
                <a:gd name="connsiteY29" fmla="*/ 944880 h 1878330"/>
                <a:gd name="connisteX30" fmla="*/ 219425 w 1526255"/>
                <a:gd name="connsiteY30" fmla="*/ 899160 h 1878330"/>
                <a:gd name="connisteX31" fmla="*/ 272765 w 1526255"/>
                <a:gd name="connsiteY31" fmla="*/ 834390 h 1878330"/>
                <a:gd name="connisteX32" fmla="*/ 310865 w 1526255"/>
                <a:gd name="connsiteY32" fmla="*/ 765810 h 1878330"/>
                <a:gd name="connisteX33" fmla="*/ 333725 w 1526255"/>
                <a:gd name="connsiteY33" fmla="*/ 701040 h 1878330"/>
                <a:gd name="connisteX34" fmla="*/ 371825 w 1526255"/>
                <a:gd name="connsiteY34" fmla="*/ 636270 h 1878330"/>
                <a:gd name="connisteX35" fmla="*/ 436595 w 1526255"/>
                <a:gd name="connsiteY35" fmla="*/ 605790 h 1878330"/>
                <a:gd name="connisteX36" fmla="*/ 501365 w 1526255"/>
                <a:gd name="connsiteY36" fmla="*/ 590550 h 1878330"/>
                <a:gd name="connisteX37" fmla="*/ 566135 w 1526255"/>
                <a:gd name="connsiteY37" fmla="*/ 640080 h 1878330"/>
                <a:gd name="connisteX38" fmla="*/ 550895 w 1526255"/>
                <a:gd name="connsiteY38" fmla="*/ 704850 h 1878330"/>
                <a:gd name="connisteX39" fmla="*/ 516605 w 1526255"/>
                <a:gd name="connsiteY39" fmla="*/ 769620 h 1878330"/>
                <a:gd name="connisteX40" fmla="*/ 493745 w 1526255"/>
                <a:gd name="connsiteY40" fmla="*/ 834390 h 1878330"/>
                <a:gd name="connisteX41" fmla="*/ 489935 w 1526255"/>
                <a:gd name="connsiteY41" fmla="*/ 899160 h 1878330"/>
                <a:gd name="connisteX42" fmla="*/ 554705 w 1526255"/>
                <a:gd name="connsiteY42" fmla="*/ 929640 h 1878330"/>
                <a:gd name="connisteX43" fmla="*/ 611855 w 1526255"/>
                <a:gd name="connsiteY43" fmla="*/ 864870 h 1878330"/>
                <a:gd name="connisteX44" fmla="*/ 653765 w 1526255"/>
                <a:gd name="connsiteY44" fmla="*/ 800100 h 1878330"/>
                <a:gd name="connisteX45" fmla="*/ 718535 w 1526255"/>
                <a:gd name="connsiteY45" fmla="*/ 746760 h 1878330"/>
                <a:gd name="connisteX46" fmla="*/ 783305 w 1526255"/>
                <a:gd name="connsiteY46" fmla="*/ 712470 h 1878330"/>
                <a:gd name="connisteX47" fmla="*/ 848075 w 1526255"/>
                <a:gd name="connsiteY47" fmla="*/ 674370 h 1878330"/>
                <a:gd name="connisteX48" fmla="*/ 912845 w 1526255"/>
                <a:gd name="connsiteY48" fmla="*/ 643890 h 1878330"/>
                <a:gd name="connisteX49" fmla="*/ 977615 w 1526255"/>
                <a:gd name="connsiteY49" fmla="*/ 598170 h 1878330"/>
                <a:gd name="connisteX50" fmla="*/ 1042385 w 1526255"/>
                <a:gd name="connsiteY50" fmla="*/ 544830 h 1878330"/>
                <a:gd name="connisteX51" fmla="*/ 1072865 w 1526255"/>
                <a:gd name="connsiteY51" fmla="*/ 480060 h 1878330"/>
                <a:gd name="connisteX52" fmla="*/ 1076675 w 1526255"/>
                <a:gd name="connsiteY52" fmla="*/ 415290 h 1878330"/>
                <a:gd name="connisteX53" fmla="*/ 1076675 w 1526255"/>
                <a:gd name="connsiteY53" fmla="*/ 350520 h 1878330"/>
                <a:gd name="connisteX54" fmla="*/ 1141445 w 1526255"/>
                <a:gd name="connsiteY54" fmla="*/ 297180 h 1878330"/>
                <a:gd name="connisteX55" fmla="*/ 1206215 w 1526255"/>
                <a:gd name="connsiteY55" fmla="*/ 297180 h 1878330"/>
                <a:gd name="connisteX56" fmla="*/ 1270985 w 1526255"/>
                <a:gd name="connsiteY56" fmla="*/ 297180 h 1878330"/>
                <a:gd name="connisteX57" fmla="*/ 1331945 w 1526255"/>
                <a:gd name="connsiteY57" fmla="*/ 232410 h 1878330"/>
                <a:gd name="connisteX58" fmla="*/ 1331945 w 1526255"/>
                <a:gd name="connsiteY58" fmla="*/ 167640 h 1878330"/>
                <a:gd name="connisteX59" fmla="*/ 1396715 w 1526255"/>
                <a:gd name="connsiteY59" fmla="*/ 110490 h 1878330"/>
                <a:gd name="connisteX60" fmla="*/ 1461485 w 1526255"/>
                <a:gd name="connsiteY60" fmla="*/ 53340 h 1878330"/>
                <a:gd name="connisteX61" fmla="*/ 1526255 w 1526255"/>
                <a:gd name="connsiteY61" fmla="*/ 0 h 18783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</a:cxnLst>
              <a:rect l="l" t="t" r="r" b="b"/>
              <a:pathLst>
                <a:path w="1526256" h="1878330">
                  <a:moveTo>
                    <a:pt x="581376" y="1878330"/>
                  </a:moveTo>
                  <a:cubicBezTo>
                    <a:pt x="569946" y="1871345"/>
                    <a:pt x="542641" y="1856105"/>
                    <a:pt x="516606" y="1840230"/>
                  </a:cubicBezTo>
                  <a:cubicBezTo>
                    <a:pt x="490571" y="1824355"/>
                    <a:pt x="477871" y="1816735"/>
                    <a:pt x="451836" y="1798320"/>
                  </a:cubicBezTo>
                  <a:cubicBezTo>
                    <a:pt x="425801" y="1779905"/>
                    <a:pt x="406751" y="1771650"/>
                    <a:pt x="387066" y="1748790"/>
                  </a:cubicBezTo>
                  <a:cubicBezTo>
                    <a:pt x="367381" y="1725930"/>
                    <a:pt x="357856" y="1710055"/>
                    <a:pt x="352776" y="1684020"/>
                  </a:cubicBezTo>
                  <a:cubicBezTo>
                    <a:pt x="347696" y="1657985"/>
                    <a:pt x="345791" y="1644650"/>
                    <a:pt x="360396" y="1619250"/>
                  </a:cubicBezTo>
                  <a:cubicBezTo>
                    <a:pt x="375001" y="1593850"/>
                    <a:pt x="399766" y="1583690"/>
                    <a:pt x="425166" y="1558290"/>
                  </a:cubicBezTo>
                  <a:cubicBezTo>
                    <a:pt x="450566" y="1532890"/>
                    <a:pt x="460726" y="1518920"/>
                    <a:pt x="486126" y="1493520"/>
                  </a:cubicBezTo>
                  <a:cubicBezTo>
                    <a:pt x="511526" y="1468120"/>
                    <a:pt x="527401" y="1457960"/>
                    <a:pt x="550896" y="1432560"/>
                  </a:cubicBezTo>
                  <a:cubicBezTo>
                    <a:pt x="574391" y="1407160"/>
                    <a:pt x="580741" y="1391920"/>
                    <a:pt x="604236" y="1367790"/>
                  </a:cubicBezTo>
                  <a:cubicBezTo>
                    <a:pt x="627731" y="1343660"/>
                    <a:pt x="642971" y="1330960"/>
                    <a:pt x="669006" y="1310640"/>
                  </a:cubicBezTo>
                  <a:cubicBezTo>
                    <a:pt x="695041" y="1290320"/>
                    <a:pt x="709646" y="1287145"/>
                    <a:pt x="733776" y="1264920"/>
                  </a:cubicBezTo>
                  <a:cubicBezTo>
                    <a:pt x="757906" y="1242695"/>
                    <a:pt x="793466" y="1224280"/>
                    <a:pt x="790926" y="1200150"/>
                  </a:cubicBezTo>
                  <a:cubicBezTo>
                    <a:pt x="788386" y="1176020"/>
                    <a:pt x="749016" y="1155700"/>
                    <a:pt x="722346" y="1143000"/>
                  </a:cubicBezTo>
                  <a:cubicBezTo>
                    <a:pt x="695676" y="1130300"/>
                    <a:pt x="683611" y="1137920"/>
                    <a:pt x="657576" y="1135380"/>
                  </a:cubicBezTo>
                  <a:cubicBezTo>
                    <a:pt x="631541" y="1132840"/>
                    <a:pt x="618841" y="1130935"/>
                    <a:pt x="592806" y="1131570"/>
                  </a:cubicBezTo>
                  <a:cubicBezTo>
                    <a:pt x="566771" y="1132205"/>
                    <a:pt x="554071" y="1134745"/>
                    <a:pt x="528036" y="1139190"/>
                  </a:cubicBezTo>
                  <a:cubicBezTo>
                    <a:pt x="502001" y="1143635"/>
                    <a:pt x="489301" y="1146175"/>
                    <a:pt x="463266" y="1154430"/>
                  </a:cubicBezTo>
                  <a:cubicBezTo>
                    <a:pt x="437231" y="1162685"/>
                    <a:pt x="418816" y="1162685"/>
                    <a:pt x="398496" y="1181100"/>
                  </a:cubicBezTo>
                  <a:cubicBezTo>
                    <a:pt x="378176" y="1199515"/>
                    <a:pt x="380716" y="1224280"/>
                    <a:pt x="360396" y="1245870"/>
                  </a:cubicBezTo>
                  <a:cubicBezTo>
                    <a:pt x="340076" y="1267460"/>
                    <a:pt x="319121" y="1292225"/>
                    <a:pt x="295626" y="1287780"/>
                  </a:cubicBezTo>
                  <a:cubicBezTo>
                    <a:pt x="272131" y="1283335"/>
                    <a:pt x="249906" y="1249045"/>
                    <a:pt x="242286" y="1223010"/>
                  </a:cubicBezTo>
                  <a:cubicBezTo>
                    <a:pt x="234666" y="1196975"/>
                    <a:pt x="267686" y="1176020"/>
                    <a:pt x="257526" y="1158240"/>
                  </a:cubicBezTo>
                  <a:cubicBezTo>
                    <a:pt x="247366" y="1140460"/>
                    <a:pt x="218791" y="1139190"/>
                    <a:pt x="192756" y="1135380"/>
                  </a:cubicBezTo>
                  <a:cubicBezTo>
                    <a:pt x="166721" y="1131570"/>
                    <a:pt x="154021" y="1141730"/>
                    <a:pt x="127986" y="1139190"/>
                  </a:cubicBezTo>
                  <a:cubicBezTo>
                    <a:pt x="101951" y="1136650"/>
                    <a:pt x="88616" y="1139825"/>
                    <a:pt x="63216" y="1123950"/>
                  </a:cubicBezTo>
                  <a:cubicBezTo>
                    <a:pt x="37816" y="1108075"/>
                    <a:pt x="9876" y="1085215"/>
                    <a:pt x="2256" y="1059180"/>
                  </a:cubicBezTo>
                  <a:cubicBezTo>
                    <a:pt x="-5364" y="1033145"/>
                    <a:pt x="7336" y="1012825"/>
                    <a:pt x="25116" y="994410"/>
                  </a:cubicBezTo>
                  <a:cubicBezTo>
                    <a:pt x="42896" y="975995"/>
                    <a:pt x="63851" y="977900"/>
                    <a:pt x="89886" y="967740"/>
                  </a:cubicBezTo>
                  <a:cubicBezTo>
                    <a:pt x="115921" y="957580"/>
                    <a:pt x="128621" y="958850"/>
                    <a:pt x="154656" y="944880"/>
                  </a:cubicBezTo>
                  <a:cubicBezTo>
                    <a:pt x="180691" y="930910"/>
                    <a:pt x="195931" y="921385"/>
                    <a:pt x="219426" y="899160"/>
                  </a:cubicBezTo>
                  <a:cubicBezTo>
                    <a:pt x="242921" y="876935"/>
                    <a:pt x="254351" y="861060"/>
                    <a:pt x="272766" y="834390"/>
                  </a:cubicBezTo>
                  <a:cubicBezTo>
                    <a:pt x="291181" y="807720"/>
                    <a:pt x="298801" y="792480"/>
                    <a:pt x="310866" y="765810"/>
                  </a:cubicBezTo>
                  <a:cubicBezTo>
                    <a:pt x="322931" y="739140"/>
                    <a:pt x="321661" y="727075"/>
                    <a:pt x="333726" y="701040"/>
                  </a:cubicBezTo>
                  <a:cubicBezTo>
                    <a:pt x="345791" y="675005"/>
                    <a:pt x="351506" y="655320"/>
                    <a:pt x="371826" y="636270"/>
                  </a:cubicBezTo>
                  <a:cubicBezTo>
                    <a:pt x="392146" y="617220"/>
                    <a:pt x="410561" y="614680"/>
                    <a:pt x="436596" y="605790"/>
                  </a:cubicBezTo>
                  <a:cubicBezTo>
                    <a:pt x="462631" y="596900"/>
                    <a:pt x="475331" y="583565"/>
                    <a:pt x="501366" y="590550"/>
                  </a:cubicBezTo>
                  <a:cubicBezTo>
                    <a:pt x="527401" y="597535"/>
                    <a:pt x="555976" y="617220"/>
                    <a:pt x="566136" y="640080"/>
                  </a:cubicBezTo>
                  <a:cubicBezTo>
                    <a:pt x="576296" y="662940"/>
                    <a:pt x="561056" y="678815"/>
                    <a:pt x="550896" y="704850"/>
                  </a:cubicBezTo>
                  <a:cubicBezTo>
                    <a:pt x="540736" y="730885"/>
                    <a:pt x="528036" y="743585"/>
                    <a:pt x="516606" y="769620"/>
                  </a:cubicBezTo>
                  <a:cubicBezTo>
                    <a:pt x="505176" y="795655"/>
                    <a:pt x="498826" y="808355"/>
                    <a:pt x="493746" y="834390"/>
                  </a:cubicBezTo>
                  <a:cubicBezTo>
                    <a:pt x="488666" y="860425"/>
                    <a:pt x="477871" y="880110"/>
                    <a:pt x="489936" y="899160"/>
                  </a:cubicBezTo>
                  <a:cubicBezTo>
                    <a:pt x="502001" y="918210"/>
                    <a:pt x="530576" y="936625"/>
                    <a:pt x="554706" y="929640"/>
                  </a:cubicBezTo>
                  <a:cubicBezTo>
                    <a:pt x="578836" y="922655"/>
                    <a:pt x="592171" y="890905"/>
                    <a:pt x="611856" y="864870"/>
                  </a:cubicBezTo>
                  <a:cubicBezTo>
                    <a:pt x="631541" y="838835"/>
                    <a:pt x="632176" y="823595"/>
                    <a:pt x="653766" y="800100"/>
                  </a:cubicBezTo>
                  <a:cubicBezTo>
                    <a:pt x="675356" y="776605"/>
                    <a:pt x="692501" y="764540"/>
                    <a:pt x="718536" y="746760"/>
                  </a:cubicBezTo>
                  <a:cubicBezTo>
                    <a:pt x="744571" y="728980"/>
                    <a:pt x="757271" y="727075"/>
                    <a:pt x="783306" y="712470"/>
                  </a:cubicBezTo>
                  <a:cubicBezTo>
                    <a:pt x="809341" y="697865"/>
                    <a:pt x="822041" y="688340"/>
                    <a:pt x="848076" y="674370"/>
                  </a:cubicBezTo>
                  <a:cubicBezTo>
                    <a:pt x="874111" y="660400"/>
                    <a:pt x="886811" y="659130"/>
                    <a:pt x="912846" y="643890"/>
                  </a:cubicBezTo>
                  <a:cubicBezTo>
                    <a:pt x="938881" y="628650"/>
                    <a:pt x="951581" y="617855"/>
                    <a:pt x="977616" y="598170"/>
                  </a:cubicBezTo>
                  <a:cubicBezTo>
                    <a:pt x="1003651" y="578485"/>
                    <a:pt x="1023336" y="568325"/>
                    <a:pt x="1042386" y="544830"/>
                  </a:cubicBezTo>
                  <a:cubicBezTo>
                    <a:pt x="1061436" y="521335"/>
                    <a:pt x="1065881" y="506095"/>
                    <a:pt x="1072866" y="480060"/>
                  </a:cubicBezTo>
                  <a:cubicBezTo>
                    <a:pt x="1079851" y="454025"/>
                    <a:pt x="1076041" y="441325"/>
                    <a:pt x="1076676" y="415290"/>
                  </a:cubicBezTo>
                  <a:cubicBezTo>
                    <a:pt x="1077311" y="389255"/>
                    <a:pt x="1063976" y="374015"/>
                    <a:pt x="1076676" y="350520"/>
                  </a:cubicBezTo>
                  <a:cubicBezTo>
                    <a:pt x="1089376" y="327025"/>
                    <a:pt x="1115411" y="307975"/>
                    <a:pt x="1141446" y="297180"/>
                  </a:cubicBezTo>
                  <a:cubicBezTo>
                    <a:pt x="1167481" y="286385"/>
                    <a:pt x="1180181" y="297180"/>
                    <a:pt x="1206216" y="297180"/>
                  </a:cubicBezTo>
                  <a:cubicBezTo>
                    <a:pt x="1232251" y="297180"/>
                    <a:pt x="1245586" y="309880"/>
                    <a:pt x="1270986" y="297180"/>
                  </a:cubicBezTo>
                  <a:cubicBezTo>
                    <a:pt x="1296386" y="284480"/>
                    <a:pt x="1319881" y="258445"/>
                    <a:pt x="1331946" y="232410"/>
                  </a:cubicBezTo>
                  <a:cubicBezTo>
                    <a:pt x="1344011" y="206375"/>
                    <a:pt x="1319246" y="191770"/>
                    <a:pt x="1331946" y="167640"/>
                  </a:cubicBezTo>
                  <a:cubicBezTo>
                    <a:pt x="1344646" y="143510"/>
                    <a:pt x="1370681" y="133350"/>
                    <a:pt x="1396716" y="110490"/>
                  </a:cubicBezTo>
                  <a:cubicBezTo>
                    <a:pt x="1422751" y="87630"/>
                    <a:pt x="1435451" y="75565"/>
                    <a:pt x="1461486" y="53340"/>
                  </a:cubicBezTo>
                  <a:cubicBezTo>
                    <a:pt x="1487521" y="31115"/>
                    <a:pt x="1514826" y="9525"/>
                    <a:pt x="1526256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11552" y="395"/>
              <a:ext cx="2892" cy="2529"/>
            </a:xfrm>
            <a:custGeom>
              <a:avLst/>
              <a:gdLst>
                <a:gd name="connisteX0" fmla="*/ 0 w 1836451"/>
                <a:gd name="connsiteY0" fmla="*/ 47695 h 1605985"/>
                <a:gd name="connisteX1" fmla="*/ 64770 w 1836451"/>
                <a:gd name="connsiteY1" fmla="*/ 28645 h 1605985"/>
                <a:gd name="connisteX2" fmla="*/ 133350 w 1836451"/>
                <a:gd name="connsiteY2" fmla="*/ 21025 h 1605985"/>
                <a:gd name="connisteX3" fmla="*/ 198120 w 1836451"/>
                <a:gd name="connsiteY3" fmla="*/ 9595 h 1605985"/>
                <a:gd name="connisteX4" fmla="*/ 262890 w 1836451"/>
                <a:gd name="connsiteY4" fmla="*/ 1975 h 1605985"/>
                <a:gd name="connisteX5" fmla="*/ 327660 w 1836451"/>
                <a:gd name="connsiteY5" fmla="*/ 1975 h 1605985"/>
                <a:gd name="connisteX6" fmla="*/ 392430 w 1836451"/>
                <a:gd name="connsiteY6" fmla="*/ 1975 h 1605985"/>
                <a:gd name="connisteX7" fmla="*/ 457200 w 1836451"/>
                <a:gd name="connsiteY7" fmla="*/ 24835 h 1605985"/>
                <a:gd name="connisteX8" fmla="*/ 521970 w 1836451"/>
                <a:gd name="connsiteY8" fmla="*/ 55315 h 1605985"/>
                <a:gd name="connisteX9" fmla="*/ 582930 w 1836451"/>
                <a:gd name="connsiteY9" fmla="*/ 120085 h 1605985"/>
                <a:gd name="connisteX10" fmla="*/ 636270 w 1836451"/>
                <a:gd name="connsiteY10" fmla="*/ 184855 h 1605985"/>
                <a:gd name="connisteX11" fmla="*/ 701040 w 1836451"/>
                <a:gd name="connsiteY11" fmla="*/ 245815 h 1605985"/>
                <a:gd name="connisteX12" fmla="*/ 765810 w 1836451"/>
                <a:gd name="connsiteY12" fmla="*/ 306775 h 1605985"/>
                <a:gd name="connisteX13" fmla="*/ 815340 w 1836451"/>
                <a:gd name="connsiteY13" fmla="*/ 371545 h 1605985"/>
                <a:gd name="connisteX14" fmla="*/ 872490 w 1836451"/>
                <a:gd name="connsiteY14" fmla="*/ 436315 h 1605985"/>
                <a:gd name="connisteX15" fmla="*/ 937260 w 1836451"/>
                <a:gd name="connsiteY15" fmla="*/ 478225 h 1605985"/>
                <a:gd name="connisteX16" fmla="*/ 1005840 w 1836451"/>
                <a:gd name="connsiteY16" fmla="*/ 501085 h 1605985"/>
                <a:gd name="connisteX17" fmla="*/ 1070610 w 1836451"/>
                <a:gd name="connsiteY17" fmla="*/ 497275 h 1605985"/>
                <a:gd name="connisteX18" fmla="*/ 1135380 w 1836451"/>
                <a:gd name="connsiteY18" fmla="*/ 504895 h 1605985"/>
                <a:gd name="connisteX19" fmla="*/ 1200150 w 1836451"/>
                <a:gd name="connsiteY19" fmla="*/ 539185 h 1605985"/>
                <a:gd name="connisteX20" fmla="*/ 1249680 w 1836451"/>
                <a:gd name="connsiteY20" fmla="*/ 603955 h 1605985"/>
                <a:gd name="connisteX21" fmla="*/ 1314450 w 1836451"/>
                <a:gd name="connsiteY21" fmla="*/ 653485 h 1605985"/>
                <a:gd name="connisteX22" fmla="*/ 1379220 w 1836451"/>
                <a:gd name="connsiteY22" fmla="*/ 683965 h 1605985"/>
                <a:gd name="connisteX23" fmla="*/ 1443990 w 1836451"/>
                <a:gd name="connsiteY23" fmla="*/ 706825 h 1605985"/>
                <a:gd name="connisteX24" fmla="*/ 1508760 w 1836451"/>
                <a:gd name="connsiteY24" fmla="*/ 710635 h 1605985"/>
                <a:gd name="connisteX25" fmla="*/ 1573530 w 1836451"/>
                <a:gd name="connsiteY25" fmla="*/ 683965 h 1605985"/>
                <a:gd name="connisteX26" fmla="*/ 1611630 w 1836451"/>
                <a:gd name="connsiteY26" fmla="*/ 619195 h 1605985"/>
                <a:gd name="connisteX27" fmla="*/ 1634490 w 1836451"/>
                <a:gd name="connsiteY27" fmla="*/ 554425 h 1605985"/>
                <a:gd name="connisteX28" fmla="*/ 1699260 w 1836451"/>
                <a:gd name="connsiteY28" fmla="*/ 497275 h 1605985"/>
                <a:gd name="connisteX29" fmla="*/ 1764030 w 1836451"/>
                <a:gd name="connsiteY29" fmla="*/ 466795 h 1605985"/>
                <a:gd name="connisteX30" fmla="*/ 1828800 w 1836451"/>
                <a:gd name="connsiteY30" fmla="*/ 440125 h 1605985"/>
                <a:gd name="connisteX31" fmla="*/ 1821180 w 1836451"/>
                <a:gd name="connsiteY31" fmla="*/ 504895 h 1605985"/>
                <a:gd name="connisteX32" fmla="*/ 1813560 w 1836451"/>
                <a:gd name="connsiteY32" fmla="*/ 569665 h 1605985"/>
                <a:gd name="connisteX33" fmla="*/ 1817370 w 1836451"/>
                <a:gd name="connsiteY33" fmla="*/ 634435 h 1605985"/>
                <a:gd name="connisteX34" fmla="*/ 1821180 w 1836451"/>
                <a:gd name="connsiteY34" fmla="*/ 699205 h 1605985"/>
                <a:gd name="connisteX35" fmla="*/ 1828800 w 1836451"/>
                <a:gd name="connsiteY35" fmla="*/ 763975 h 1605985"/>
                <a:gd name="connisteX36" fmla="*/ 1824990 w 1836451"/>
                <a:gd name="connsiteY36" fmla="*/ 832555 h 1605985"/>
                <a:gd name="connisteX37" fmla="*/ 1832610 w 1836451"/>
                <a:gd name="connsiteY37" fmla="*/ 897325 h 1605985"/>
                <a:gd name="connisteX38" fmla="*/ 1836420 w 1836451"/>
                <a:gd name="connsiteY38" fmla="*/ 962095 h 1605985"/>
                <a:gd name="connisteX39" fmla="*/ 1832610 w 1836451"/>
                <a:gd name="connsiteY39" fmla="*/ 1026865 h 1605985"/>
                <a:gd name="connisteX40" fmla="*/ 1813560 w 1836451"/>
                <a:gd name="connsiteY40" fmla="*/ 1091635 h 1605985"/>
                <a:gd name="connisteX41" fmla="*/ 1748790 w 1836451"/>
                <a:gd name="connsiteY41" fmla="*/ 1133545 h 1605985"/>
                <a:gd name="connisteX42" fmla="*/ 1684020 w 1836451"/>
                <a:gd name="connsiteY42" fmla="*/ 1133545 h 1605985"/>
                <a:gd name="connisteX43" fmla="*/ 1619250 w 1836451"/>
                <a:gd name="connsiteY43" fmla="*/ 1148785 h 1605985"/>
                <a:gd name="connisteX44" fmla="*/ 1592580 w 1836451"/>
                <a:gd name="connsiteY44" fmla="*/ 1217365 h 1605985"/>
                <a:gd name="connisteX45" fmla="*/ 1623060 w 1836451"/>
                <a:gd name="connsiteY45" fmla="*/ 1282135 h 1605985"/>
                <a:gd name="connisteX46" fmla="*/ 1649730 w 1836451"/>
                <a:gd name="connsiteY46" fmla="*/ 1346905 h 1605985"/>
                <a:gd name="connisteX47" fmla="*/ 1691640 w 1836451"/>
                <a:gd name="connsiteY47" fmla="*/ 1411675 h 1605985"/>
                <a:gd name="connisteX48" fmla="*/ 1699260 w 1836451"/>
                <a:gd name="connsiteY48" fmla="*/ 1476445 h 1605985"/>
                <a:gd name="connisteX49" fmla="*/ 1684020 w 1836451"/>
                <a:gd name="connsiteY49" fmla="*/ 1541215 h 1605985"/>
                <a:gd name="connisteX50" fmla="*/ 1645920 w 1836451"/>
                <a:gd name="connsiteY50" fmla="*/ 1605985 h 16059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</a:cxnLst>
              <a:rect l="l" t="t" r="r" b="b"/>
              <a:pathLst>
                <a:path w="1836451" h="1605986">
                  <a:moveTo>
                    <a:pt x="0" y="47696"/>
                  </a:moveTo>
                  <a:cubicBezTo>
                    <a:pt x="11430" y="43886"/>
                    <a:pt x="38100" y="33726"/>
                    <a:pt x="64770" y="28646"/>
                  </a:cubicBezTo>
                  <a:cubicBezTo>
                    <a:pt x="91440" y="23566"/>
                    <a:pt x="106680" y="24836"/>
                    <a:pt x="133350" y="21026"/>
                  </a:cubicBezTo>
                  <a:cubicBezTo>
                    <a:pt x="160020" y="17216"/>
                    <a:pt x="172085" y="13406"/>
                    <a:pt x="198120" y="9596"/>
                  </a:cubicBezTo>
                  <a:cubicBezTo>
                    <a:pt x="224155" y="5786"/>
                    <a:pt x="236855" y="3246"/>
                    <a:pt x="262890" y="1976"/>
                  </a:cubicBezTo>
                  <a:cubicBezTo>
                    <a:pt x="288925" y="706"/>
                    <a:pt x="301625" y="1976"/>
                    <a:pt x="327660" y="1976"/>
                  </a:cubicBezTo>
                  <a:cubicBezTo>
                    <a:pt x="353695" y="1976"/>
                    <a:pt x="366395" y="-2469"/>
                    <a:pt x="392430" y="1976"/>
                  </a:cubicBezTo>
                  <a:cubicBezTo>
                    <a:pt x="418465" y="6421"/>
                    <a:pt x="431165" y="14041"/>
                    <a:pt x="457200" y="24836"/>
                  </a:cubicBezTo>
                  <a:cubicBezTo>
                    <a:pt x="483235" y="35631"/>
                    <a:pt x="496570" y="36266"/>
                    <a:pt x="521970" y="55316"/>
                  </a:cubicBezTo>
                  <a:cubicBezTo>
                    <a:pt x="547370" y="74366"/>
                    <a:pt x="560070" y="94051"/>
                    <a:pt x="582930" y="120086"/>
                  </a:cubicBezTo>
                  <a:cubicBezTo>
                    <a:pt x="605790" y="146121"/>
                    <a:pt x="612775" y="159456"/>
                    <a:pt x="636270" y="184856"/>
                  </a:cubicBezTo>
                  <a:cubicBezTo>
                    <a:pt x="659765" y="210256"/>
                    <a:pt x="675005" y="221686"/>
                    <a:pt x="701040" y="245816"/>
                  </a:cubicBezTo>
                  <a:cubicBezTo>
                    <a:pt x="727075" y="269946"/>
                    <a:pt x="742950" y="281376"/>
                    <a:pt x="765810" y="306776"/>
                  </a:cubicBezTo>
                  <a:cubicBezTo>
                    <a:pt x="788670" y="332176"/>
                    <a:pt x="793750" y="345511"/>
                    <a:pt x="815340" y="371546"/>
                  </a:cubicBezTo>
                  <a:cubicBezTo>
                    <a:pt x="836930" y="397581"/>
                    <a:pt x="848360" y="414726"/>
                    <a:pt x="872490" y="436316"/>
                  </a:cubicBezTo>
                  <a:cubicBezTo>
                    <a:pt x="896620" y="457906"/>
                    <a:pt x="910590" y="465526"/>
                    <a:pt x="937260" y="478226"/>
                  </a:cubicBezTo>
                  <a:cubicBezTo>
                    <a:pt x="963930" y="490926"/>
                    <a:pt x="979170" y="497276"/>
                    <a:pt x="1005840" y="501086"/>
                  </a:cubicBezTo>
                  <a:cubicBezTo>
                    <a:pt x="1032510" y="504896"/>
                    <a:pt x="1044575" y="496641"/>
                    <a:pt x="1070610" y="497276"/>
                  </a:cubicBezTo>
                  <a:cubicBezTo>
                    <a:pt x="1096645" y="497911"/>
                    <a:pt x="1109345" y="496641"/>
                    <a:pt x="1135380" y="504896"/>
                  </a:cubicBezTo>
                  <a:cubicBezTo>
                    <a:pt x="1161415" y="513151"/>
                    <a:pt x="1177290" y="519501"/>
                    <a:pt x="1200150" y="539186"/>
                  </a:cubicBezTo>
                  <a:cubicBezTo>
                    <a:pt x="1223010" y="558871"/>
                    <a:pt x="1226820" y="581096"/>
                    <a:pt x="1249680" y="603956"/>
                  </a:cubicBezTo>
                  <a:cubicBezTo>
                    <a:pt x="1272540" y="626816"/>
                    <a:pt x="1288415" y="637611"/>
                    <a:pt x="1314450" y="653486"/>
                  </a:cubicBezTo>
                  <a:cubicBezTo>
                    <a:pt x="1340485" y="669361"/>
                    <a:pt x="1353185" y="673171"/>
                    <a:pt x="1379220" y="683966"/>
                  </a:cubicBezTo>
                  <a:cubicBezTo>
                    <a:pt x="1405255" y="694761"/>
                    <a:pt x="1417955" y="701746"/>
                    <a:pt x="1443990" y="706826"/>
                  </a:cubicBezTo>
                  <a:cubicBezTo>
                    <a:pt x="1470025" y="711906"/>
                    <a:pt x="1482725" y="715081"/>
                    <a:pt x="1508760" y="710636"/>
                  </a:cubicBezTo>
                  <a:cubicBezTo>
                    <a:pt x="1534795" y="706191"/>
                    <a:pt x="1553210" y="702381"/>
                    <a:pt x="1573530" y="683966"/>
                  </a:cubicBezTo>
                  <a:cubicBezTo>
                    <a:pt x="1593850" y="665551"/>
                    <a:pt x="1599565" y="645231"/>
                    <a:pt x="1611630" y="619196"/>
                  </a:cubicBezTo>
                  <a:cubicBezTo>
                    <a:pt x="1623695" y="593161"/>
                    <a:pt x="1616710" y="578556"/>
                    <a:pt x="1634490" y="554426"/>
                  </a:cubicBezTo>
                  <a:cubicBezTo>
                    <a:pt x="1652270" y="530296"/>
                    <a:pt x="1673225" y="515056"/>
                    <a:pt x="1699260" y="497276"/>
                  </a:cubicBezTo>
                  <a:cubicBezTo>
                    <a:pt x="1725295" y="479496"/>
                    <a:pt x="1737995" y="478226"/>
                    <a:pt x="1764030" y="466796"/>
                  </a:cubicBezTo>
                  <a:cubicBezTo>
                    <a:pt x="1790065" y="455366"/>
                    <a:pt x="1817370" y="432506"/>
                    <a:pt x="1828800" y="440126"/>
                  </a:cubicBezTo>
                  <a:cubicBezTo>
                    <a:pt x="1840230" y="447746"/>
                    <a:pt x="1824355" y="478861"/>
                    <a:pt x="1821180" y="504896"/>
                  </a:cubicBezTo>
                  <a:cubicBezTo>
                    <a:pt x="1818005" y="530931"/>
                    <a:pt x="1814195" y="543631"/>
                    <a:pt x="1813560" y="569666"/>
                  </a:cubicBezTo>
                  <a:cubicBezTo>
                    <a:pt x="1812925" y="595701"/>
                    <a:pt x="1816100" y="608401"/>
                    <a:pt x="1817370" y="634436"/>
                  </a:cubicBezTo>
                  <a:cubicBezTo>
                    <a:pt x="1818640" y="660471"/>
                    <a:pt x="1818640" y="673171"/>
                    <a:pt x="1821180" y="699206"/>
                  </a:cubicBezTo>
                  <a:cubicBezTo>
                    <a:pt x="1823720" y="725241"/>
                    <a:pt x="1828165" y="737306"/>
                    <a:pt x="1828800" y="763976"/>
                  </a:cubicBezTo>
                  <a:cubicBezTo>
                    <a:pt x="1829435" y="790646"/>
                    <a:pt x="1824355" y="805886"/>
                    <a:pt x="1824990" y="832556"/>
                  </a:cubicBezTo>
                  <a:cubicBezTo>
                    <a:pt x="1825625" y="859226"/>
                    <a:pt x="1830070" y="871291"/>
                    <a:pt x="1832610" y="897326"/>
                  </a:cubicBezTo>
                  <a:cubicBezTo>
                    <a:pt x="1835150" y="923361"/>
                    <a:pt x="1836420" y="936061"/>
                    <a:pt x="1836420" y="962096"/>
                  </a:cubicBezTo>
                  <a:cubicBezTo>
                    <a:pt x="1836420" y="988131"/>
                    <a:pt x="1837055" y="1000831"/>
                    <a:pt x="1832610" y="1026866"/>
                  </a:cubicBezTo>
                  <a:cubicBezTo>
                    <a:pt x="1828165" y="1052901"/>
                    <a:pt x="1830070" y="1070046"/>
                    <a:pt x="1813560" y="1091636"/>
                  </a:cubicBezTo>
                  <a:cubicBezTo>
                    <a:pt x="1797050" y="1113226"/>
                    <a:pt x="1774825" y="1125291"/>
                    <a:pt x="1748790" y="1133546"/>
                  </a:cubicBezTo>
                  <a:cubicBezTo>
                    <a:pt x="1722755" y="1141801"/>
                    <a:pt x="1710055" y="1130371"/>
                    <a:pt x="1684020" y="1133546"/>
                  </a:cubicBezTo>
                  <a:cubicBezTo>
                    <a:pt x="1657985" y="1136721"/>
                    <a:pt x="1637665" y="1132276"/>
                    <a:pt x="1619250" y="1148786"/>
                  </a:cubicBezTo>
                  <a:cubicBezTo>
                    <a:pt x="1600835" y="1165296"/>
                    <a:pt x="1591945" y="1190696"/>
                    <a:pt x="1592580" y="1217366"/>
                  </a:cubicBezTo>
                  <a:cubicBezTo>
                    <a:pt x="1593215" y="1244036"/>
                    <a:pt x="1611630" y="1256101"/>
                    <a:pt x="1623060" y="1282136"/>
                  </a:cubicBezTo>
                  <a:cubicBezTo>
                    <a:pt x="1634490" y="1308171"/>
                    <a:pt x="1635760" y="1320871"/>
                    <a:pt x="1649730" y="1346906"/>
                  </a:cubicBezTo>
                  <a:cubicBezTo>
                    <a:pt x="1663700" y="1372941"/>
                    <a:pt x="1681480" y="1385641"/>
                    <a:pt x="1691640" y="1411676"/>
                  </a:cubicBezTo>
                  <a:cubicBezTo>
                    <a:pt x="1701800" y="1437711"/>
                    <a:pt x="1700530" y="1450411"/>
                    <a:pt x="1699260" y="1476446"/>
                  </a:cubicBezTo>
                  <a:cubicBezTo>
                    <a:pt x="1697990" y="1502481"/>
                    <a:pt x="1694815" y="1515181"/>
                    <a:pt x="1684020" y="1541216"/>
                  </a:cubicBezTo>
                  <a:cubicBezTo>
                    <a:pt x="1673225" y="1567251"/>
                    <a:pt x="1653540" y="1594556"/>
                    <a:pt x="1645920" y="16059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rot="0">
            <a:off x="-1429385" y="3432175"/>
            <a:ext cx="6439535" cy="2369820"/>
            <a:chOff x="6240" y="6080"/>
            <a:chExt cx="6762" cy="2486"/>
          </a:xfrm>
        </p:grpSpPr>
        <p:sp>
          <p:nvSpPr>
            <p:cNvPr id="23" name="任意多边形 22"/>
            <p:cNvSpPr/>
            <p:nvPr/>
          </p:nvSpPr>
          <p:spPr>
            <a:xfrm>
              <a:off x="6240" y="6080"/>
              <a:ext cx="5160" cy="2486"/>
            </a:xfrm>
            <a:custGeom>
              <a:avLst/>
              <a:gdLst>
                <a:gd name="connsiteX0" fmla="*/ 0 w 5160"/>
                <a:gd name="connsiteY0" fmla="*/ 122 h 2485"/>
                <a:gd name="connsiteX1" fmla="*/ 108 w 5160"/>
                <a:gd name="connsiteY1" fmla="*/ 122 h 2485"/>
                <a:gd name="connsiteX2" fmla="*/ 210 w 5160"/>
                <a:gd name="connsiteY2" fmla="*/ 104 h 2485"/>
                <a:gd name="connsiteX3" fmla="*/ 312 w 5160"/>
                <a:gd name="connsiteY3" fmla="*/ 80 h 2485"/>
                <a:gd name="connsiteX4" fmla="*/ 414 w 5160"/>
                <a:gd name="connsiteY4" fmla="*/ 44 h 2485"/>
                <a:gd name="connsiteX5" fmla="*/ 516 w 5160"/>
                <a:gd name="connsiteY5" fmla="*/ 2 h 2485"/>
                <a:gd name="connsiteX6" fmla="*/ 618 w 5160"/>
                <a:gd name="connsiteY6" fmla="*/ 92 h 2485"/>
                <a:gd name="connsiteX7" fmla="*/ 720 w 5160"/>
                <a:gd name="connsiteY7" fmla="*/ 194 h 2485"/>
                <a:gd name="connsiteX8" fmla="*/ 822 w 5160"/>
                <a:gd name="connsiteY8" fmla="*/ 272 h 2485"/>
                <a:gd name="connsiteX9" fmla="*/ 924 w 5160"/>
                <a:gd name="connsiteY9" fmla="*/ 296 h 2485"/>
                <a:gd name="connsiteX10" fmla="*/ 1002 w 5160"/>
                <a:gd name="connsiteY10" fmla="*/ 398 h 2485"/>
                <a:gd name="connsiteX11" fmla="*/ 1080 w 5160"/>
                <a:gd name="connsiteY11" fmla="*/ 500 h 2485"/>
                <a:gd name="connsiteX12" fmla="*/ 1146 w 5160"/>
                <a:gd name="connsiteY12" fmla="*/ 602 h 2485"/>
                <a:gd name="connsiteX13" fmla="*/ 1260 w 5160"/>
                <a:gd name="connsiteY13" fmla="*/ 704 h 2485"/>
                <a:gd name="connsiteX14" fmla="*/ 1344 w 5160"/>
                <a:gd name="connsiteY14" fmla="*/ 806 h 2485"/>
                <a:gd name="connsiteX15" fmla="*/ 1398 w 5160"/>
                <a:gd name="connsiteY15" fmla="*/ 908 h 2485"/>
                <a:gd name="connsiteX16" fmla="*/ 1368 w 5160"/>
                <a:gd name="connsiteY16" fmla="*/ 1010 h 2485"/>
                <a:gd name="connsiteX17" fmla="*/ 1422 w 5160"/>
                <a:gd name="connsiteY17" fmla="*/ 1112 h 2485"/>
                <a:gd name="connsiteX18" fmla="*/ 1464 w 5160"/>
                <a:gd name="connsiteY18" fmla="*/ 1214 h 2485"/>
                <a:gd name="connsiteX19" fmla="*/ 1482 w 5160"/>
                <a:gd name="connsiteY19" fmla="*/ 1322 h 2485"/>
                <a:gd name="connsiteX20" fmla="*/ 1482 w 5160"/>
                <a:gd name="connsiteY20" fmla="*/ 1430 h 2485"/>
                <a:gd name="connsiteX21" fmla="*/ 1482 w 5160"/>
                <a:gd name="connsiteY21" fmla="*/ 1532 h 2485"/>
                <a:gd name="connsiteX22" fmla="*/ 1488 w 5160"/>
                <a:gd name="connsiteY22" fmla="*/ 1634 h 2485"/>
                <a:gd name="connsiteX23" fmla="*/ 1500 w 5160"/>
                <a:gd name="connsiteY23" fmla="*/ 1736 h 2485"/>
                <a:gd name="connsiteX24" fmla="*/ 1512 w 5160"/>
                <a:gd name="connsiteY24" fmla="*/ 1838 h 2485"/>
                <a:gd name="connsiteX25" fmla="*/ 1530 w 5160"/>
                <a:gd name="connsiteY25" fmla="*/ 1940 h 2485"/>
                <a:gd name="connsiteX26" fmla="*/ 1560 w 5160"/>
                <a:gd name="connsiteY26" fmla="*/ 2042 h 2485"/>
                <a:gd name="connsiteX27" fmla="*/ 1620 w 5160"/>
                <a:gd name="connsiteY27" fmla="*/ 2144 h 2485"/>
                <a:gd name="connsiteX28" fmla="*/ 1674 w 5160"/>
                <a:gd name="connsiteY28" fmla="*/ 2252 h 2485"/>
                <a:gd name="connsiteX29" fmla="*/ 1722 w 5160"/>
                <a:gd name="connsiteY29" fmla="*/ 2150 h 2485"/>
                <a:gd name="connsiteX30" fmla="*/ 1722 w 5160"/>
                <a:gd name="connsiteY30" fmla="*/ 2048 h 2485"/>
                <a:gd name="connsiteX31" fmla="*/ 1824 w 5160"/>
                <a:gd name="connsiteY31" fmla="*/ 2054 h 2485"/>
                <a:gd name="connsiteX32" fmla="*/ 1830 w 5160"/>
                <a:gd name="connsiteY32" fmla="*/ 2156 h 2485"/>
                <a:gd name="connsiteX33" fmla="*/ 1794 w 5160"/>
                <a:gd name="connsiteY33" fmla="*/ 2258 h 2485"/>
                <a:gd name="connsiteX34" fmla="*/ 1788 w 5160"/>
                <a:gd name="connsiteY34" fmla="*/ 2360 h 2485"/>
                <a:gd name="connsiteX35" fmla="*/ 1890 w 5160"/>
                <a:gd name="connsiteY35" fmla="*/ 2420 h 2485"/>
                <a:gd name="connsiteX36" fmla="*/ 1992 w 5160"/>
                <a:gd name="connsiteY36" fmla="*/ 2438 h 2485"/>
                <a:gd name="connsiteX37" fmla="*/ 2088 w 5160"/>
                <a:gd name="connsiteY37" fmla="*/ 2330 h 2485"/>
                <a:gd name="connsiteX38" fmla="*/ 2154 w 5160"/>
                <a:gd name="connsiteY38" fmla="*/ 2438 h 2485"/>
                <a:gd name="connsiteX39" fmla="*/ 2256 w 5160"/>
                <a:gd name="connsiteY39" fmla="*/ 2486 h 2485"/>
                <a:gd name="connsiteX40" fmla="*/ 2358 w 5160"/>
                <a:gd name="connsiteY40" fmla="*/ 2432 h 2485"/>
                <a:gd name="connsiteX41" fmla="*/ 2460 w 5160"/>
                <a:gd name="connsiteY41" fmla="*/ 2330 h 2485"/>
                <a:gd name="connsiteX42" fmla="*/ 2448 w 5160"/>
                <a:gd name="connsiteY42" fmla="*/ 2228 h 2485"/>
                <a:gd name="connsiteX43" fmla="*/ 2436 w 5160"/>
                <a:gd name="connsiteY43" fmla="*/ 2126 h 2485"/>
                <a:gd name="connsiteX44" fmla="*/ 2538 w 5160"/>
                <a:gd name="connsiteY44" fmla="*/ 2036 h 2485"/>
                <a:gd name="connsiteX45" fmla="*/ 2580 w 5160"/>
                <a:gd name="connsiteY45" fmla="*/ 1928 h 2485"/>
                <a:gd name="connsiteX46" fmla="*/ 2598 w 5160"/>
                <a:gd name="connsiteY46" fmla="*/ 1826 h 2485"/>
                <a:gd name="connsiteX47" fmla="*/ 2700 w 5160"/>
                <a:gd name="connsiteY47" fmla="*/ 1778 h 2485"/>
                <a:gd name="connsiteX48" fmla="*/ 2802 w 5160"/>
                <a:gd name="connsiteY48" fmla="*/ 1712 h 2485"/>
                <a:gd name="connsiteX49" fmla="*/ 2904 w 5160"/>
                <a:gd name="connsiteY49" fmla="*/ 1676 h 2485"/>
                <a:gd name="connsiteX50" fmla="*/ 3006 w 5160"/>
                <a:gd name="connsiteY50" fmla="*/ 1652 h 2485"/>
                <a:gd name="connsiteX51" fmla="*/ 3108 w 5160"/>
                <a:gd name="connsiteY51" fmla="*/ 1616 h 2485"/>
                <a:gd name="connsiteX52" fmla="*/ 3222 w 5160"/>
                <a:gd name="connsiteY52" fmla="*/ 1538 h 2485"/>
                <a:gd name="connsiteX53" fmla="*/ 3288 w 5160"/>
                <a:gd name="connsiteY53" fmla="*/ 1436 h 2485"/>
                <a:gd name="connsiteX54" fmla="*/ 3390 w 5160"/>
                <a:gd name="connsiteY54" fmla="*/ 1400 h 2485"/>
                <a:gd name="connsiteX55" fmla="*/ 3492 w 5160"/>
                <a:gd name="connsiteY55" fmla="*/ 1370 h 2485"/>
                <a:gd name="connsiteX56" fmla="*/ 3588 w 5160"/>
                <a:gd name="connsiteY56" fmla="*/ 1268 h 2485"/>
                <a:gd name="connsiteX57" fmla="*/ 3606 w 5160"/>
                <a:gd name="connsiteY57" fmla="*/ 1160 h 2485"/>
                <a:gd name="connsiteX58" fmla="*/ 3690 w 5160"/>
                <a:gd name="connsiteY58" fmla="*/ 1058 h 2485"/>
                <a:gd name="connsiteX59" fmla="*/ 3792 w 5160"/>
                <a:gd name="connsiteY59" fmla="*/ 998 h 2485"/>
                <a:gd name="connsiteX60" fmla="*/ 3894 w 5160"/>
                <a:gd name="connsiteY60" fmla="*/ 992 h 2485"/>
                <a:gd name="connsiteX61" fmla="*/ 3996 w 5160"/>
                <a:gd name="connsiteY61" fmla="*/ 986 h 2485"/>
                <a:gd name="connsiteX62" fmla="*/ 4098 w 5160"/>
                <a:gd name="connsiteY62" fmla="*/ 956 h 2485"/>
                <a:gd name="connsiteX63" fmla="*/ 4200 w 5160"/>
                <a:gd name="connsiteY63" fmla="*/ 950 h 2485"/>
                <a:gd name="connsiteX64" fmla="*/ 4308 w 5160"/>
                <a:gd name="connsiteY64" fmla="*/ 968 h 2485"/>
                <a:gd name="connsiteX65" fmla="*/ 4410 w 5160"/>
                <a:gd name="connsiteY65" fmla="*/ 1004 h 2485"/>
                <a:gd name="connsiteX66" fmla="*/ 4512 w 5160"/>
                <a:gd name="connsiteY66" fmla="*/ 1052 h 2485"/>
                <a:gd name="connsiteX67" fmla="*/ 4614 w 5160"/>
                <a:gd name="connsiteY67" fmla="*/ 1106 h 2485"/>
                <a:gd name="connsiteX68" fmla="*/ 4716 w 5160"/>
                <a:gd name="connsiteY68" fmla="*/ 1184 h 2485"/>
                <a:gd name="connsiteX69" fmla="*/ 4818 w 5160"/>
                <a:gd name="connsiteY69" fmla="*/ 1214 h 2485"/>
                <a:gd name="connsiteX70" fmla="*/ 4920 w 5160"/>
                <a:gd name="connsiteY70" fmla="*/ 1190 h 2485"/>
                <a:gd name="connsiteX71" fmla="*/ 5022 w 5160"/>
                <a:gd name="connsiteY71" fmla="*/ 1088 h 2485"/>
                <a:gd name="connsiteX72" fmla="*/ 5058 w 5160"/>
                <a:gd name="connsiteY72" fmla="*/ 986 h 2485"/>
                <a:gd name="connsiteX73" fmla="*/ 5160 w 5160"/>
                <a:gd name="connsiteY73" fmla="*/ 950 h 2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60" h="2486">
                  <a:moveTo>
                    <a:pt x="0" y="122"/>
                  </a:moveTo>
                  <a:cubicBezTo>
                    <a:pt x="20" y="122"/>
                    <a:pt x="66" y="126"/>
                    <a:pt x="108" y="122"/>
                  </a:cubicBezTo>
                  <a:cubicBezTo>
                    <a:pt x="150" y="118"/>
                    <a:pt x="169" y="112"/>
                    <a:pt x="210" y="104"/>
                  </a:cubicBezTo>
                  <a:cubicBezTo>
                    <a:pt x="251" y="96"/>
                    <a:pt x="271" y="92"/>
                    <a:pt x="312" y="80"/>
                  </a:cubicBezTo>
                  <a:cubicBezTo>
                    <a:pt x="353" y="68"/>
                    <a:pt x="373" y="60"/>
                    <a:pt x="414" y="44"/>
                  </a:cubicBezTo>
                  <a:cubicBezTo>
                    <a:pt x="455" y="28"/>
                    <a:pt x="475" y="-8"/>
                    <a:pt x="516" y="2"/>
                  </a:cubicBezTo>
                  <a:cubicBezTo>
                    <a:pt x="557" y="12"/>
                    <a:pt x="577" y="54"/>
                    <a:pt x="618" y="92"/>
                  </a:cubicBezTo>
                  <a:cubicBezTo>
                    <a:pt x="659" y="130"/>
                    <a:pt x="679" y="158"/>
                    <a:pt x="720" y="194"/>
                  </a:cubicBezTo>
                  <a:cubicBezTo>
                    <a:pt x="761" y="230"/>
                    <a:pt x="781" y="252"/>
                    <a:pt x="822" y="272"/>
                  </a:cubicBezTo>
                  <a:cubicBezTo>
                    <a:pt x="863" y="292"/>
                    <a:pt x="888" y="271"/>
                    <a:pt x="924" y="296"/>
                  </a:cubicBezTo>
                  <a:cubicBezTo>
                    <a:pt x="960" y="321"/>
                    <a:pt x="971" y="357"/>
                    <a:pt x="1002" y="398"/>
                  </a:cubicBezTo>
                  <a:cubicBezTo>
                    <a:pt x="1033" y="439"/>
                    <a:pt x="1051" y="459"/>
                    <a:pt x="1080" y="500"/>
                  </a:cubicBezTo>
                  <a:cubicBezTo>
                    <a:pt x="1109" y="541"/>
                    <a:pt x="1110" y="561"/>
                    <a:pt x="1146" y="602"/>
                  </a:cubicBezTo>
                  <a:cubicBezTo>
                    <a:pt x="1182" y="643"/>
                    <a:pt x="1220" y="663"/>
                    <a:pt x="1260" y="704"/>
                  </a:cubicBezTo>
                  <a:cubicBezTo>
                    <a:pt x="1300" y="745"/>
                    <a:pt x="1316" y="765"/>
                    <a:pt x="1344" y="806"/>
                  </a:cubicBezTo>
                  <a:cubicBezTo>
                    <a:pt x="1372" y="847"/>
                    <a:pt x="1393" y="867"/>
                    <a:pt x="1398" y="908"/>
                  </a:cubicBezTo>
                  <a:cubicBezTo>
                    <a:pt x="1403" y="949"/>
                    <a:pt x="1363" y="969"/>
                    <a:pt x="1368" y="1010"/>
                  </a:cubicBezTo>
                  <a:cubicBezTo>
                    <a:pt x="1373" y="1051"/>
                    <a:pt x="1403" y="1071"/>
                    <a:pt x="1422" y="1112"/>
                  </a:cubicBezTo>
                  <a:cubicBezTo>
                    <a:pt x="1441" y="1153"/>
                    <a:pt x="1452" y="1172"/>
                    <a:pt x="1464" y="1214"/>
                  </a:cubicBezTo>
                  <a:cubicBezTo>
                    <a:pt x="1476" y="1256"/>
                    <a:pt x="1478" y="1279"/>
                    <a:pt x="1482" y="1322"/>
                  </a:cubicBezTo>
                  <a:cubicBezTo>
                    <a:pt x="1486" y="1365"/>
                    <a:pt x="1482" y="1388"/>
                    <a:pt x="1482" y="1430"/>
                  </a:cubicBezTo>
                  <a:cubicBezTo>
                    <a:pt x="1482" y="1472"/>
                    <a:pt x="1481" y="1491"/>
                    <a:pt x="1482" y="1532"/>
                  </a:cubicBezTo>
                  <a:cubicBezTo>
                    <a:pt x="1483" y="1573"/>
                    <a:pt x="1484" y="1593"/>
                    <a:pt x="1488" y="1634"/>
                  </a:cubicBezTo>
                  <a:cubicBezTo>
                    <a:pt x="1492" y="1675"/>
                    <a:pt x="1495" y="1695"/>
                    <a:pt x="1500" y="1736"/>
                  </a:cubicBezTo>
                  <a:cubicBezTo>
                    <a:pt x="1505" y="1777"/>
                    <a:pt x="1506" y="1797"/>
                    <a:pt x="1512" y="1838"/>
                  </a:cubicBezTo>
                  <a:cubicBezTo>
                    <a:pt x="1518" y="1879"/>
                    <a:pt x="1520" y="1899"/>
                    <a:pt x="1530" y="1940"/>
                  </a:cubicBezTo>
                  <a:cubicBezTo>
                    <a:pt x="1540" y="1981"/>
                    <a:pt x="1542" y="2001"/>
                    <a:pt x="1560" y="2042"/>
                  </a:cubicBezTo>
                  <a:cubicBezTo>
                    <a:pt x="1578" y="2083"/>
                    <a:pt x="1597" y="2102"/>
                    <a:pt x="1620" y="2144"/>
                  </a:cubicBezTo>
                  <a:cubicBezTo>
                    <a:pt x="1643" y="2186"/>
                    <a:pt x="1654" y="2251"/>
                    <a:pt x="1674" y="2252"/>
                  </a:cubicBezTo>
                  <a:cubicBezTo>
                    <a:pt x="1694" y="2253"/>
                    <a:pt x="1712" y="2191"/>
                    <a:pt x="1722" y="2150"/>
                  </a:cubicBezTo>
                  <a:cubicBezTo>
                    <a:pt x="1732" y="2109"/>
                    <a:pt x="1702" y="2067"/>
                    <a:pt x="1722" y="2048"/>
                  </a:cubicBezTo>
                  <a:cubicBezTo>
                    <a:pt x="1742" y="2029"/>
                    <a:pt x="1802" y="2032"/>
                    <a:pt x="1824" y="2054"/>
                  </a:cubicBezTo>
                  <a:cubicBezTo>
                    <a:pt x="1846" y="2076"/>
                    <a:pt x="1836" y="2115"/>
                    <a:pt x="1830" y="2156"/>
                  </a:cubicBezTo>
                  <a:cubicBezTo>
                    <a:pt x="1824" y="2197"/>
                    <a:pt x="1802" y="2217"/>
                    <a:pt x="1794" y="2258"/>
                  </a:cubicBezTo>
                  <a:cubicBezTo>
                    <a:pt x="1786" y="2299"/>
                    <a:pt x="1769" y="2328"/>
                    <a:pt x="1788" y="2360"/>
                  </a:cubicBezTo>
                  <a:cubicBezTo>
                    <a:pt x="1807" y="2392"/>
                    <a:pt x="1849" y="2404"/>
                    <a:pt x="1890" y="2420"/>
                  </a:cubicBezTo>
                  <a:cubicBezTo>
                    <a:pt x="1931" y="2436"/>
                    <a:pt x="1952" y="2456"/>
                    <a:pt x="1992" y="2438"/>
                  </a:cubicBezTo>
                  <a:cubicBezTo>
                    <a:pt x="2032" y="2420"/>
                    <a:pt x="2056" y="2330"/>
                    <a:pt x="2088" y="2330"/>
                  </a:cubicBezTo>
                  <a:cubicBezTo>
                    <a:pt x="2120" y="2330"/>
                    <a:pt x="2120" y="2407"/>
                    <a:pt x="2154" y="2438"/>
                  </a:cubicBezTo>
                  <a:cubicBezTo>
                    <a:pt x="2188" y="2469"/>
                    <a:pt x="2215" y="2487"/>
                    <a:pt x="2256" y="2486"/>
                  </a:cubicBezTo>
                  <a:cubicBezTo>
                    <a:pt x="2297" y="2485"/>
                    <a:pt x="2317" y="2463"/>
                    <a:pt x="2358" y="2432"/>
                  </a:cubicBezTo>
                  <a:cubicBezTo>
                    <a:pt x="2399" y="2401"/>
                    <a:pt x="2442" y="2371"/>
                    <a:pt x="2460" y="2330"/>
                  </a:cubicBezTo>
                  <a:cubicBezTo>
                    <a:pt x="2478" y="2289"/>
                    <a:pt x="2453" y="2269"/>
                    <a:pt x="2448" y="2228"/>
                  </a:cubicBezTo>
                  <a:cubicBezTo>
                    <a:pt x="2443" y="2187"/>
                    <a:pt x="2418" y="2164"/>
                    <a:pt x="2436" y="2126"/>
                  </a:cubicBezTo>
                  <a:cubicBezTo>
                    <a:pt x="2454" y="2088"/>
                    <a:pt x="2509" y="2076"/>
                    <a:pt x="2538" y="2036"/>
                  </a:cubicBezTo>
                  <a:cubicBezTo>
                    <a:pt x="2567" y="1996"/>
                    <a:pt x="2568" y="1970"/>
                    <a:pt x="2580" y="1928"/>
                  </a:cubicBezTo>
                  <a:cubicBezTo>
                    <a:pt x="2592" y="1886"/>
                    <a:pt x="2574" y="1856"/>
                    <a:pt x="2598" y="1826"/>
                  </a:cubicBezTo>
                  <a:cubicBezTo>
                    <a:pt x="2622" y="1796"/>
                    <a:pt x="2659" y="1801"/>
                    <a:pt x="2700" y="1778"/>
                  </a:cubicBezTo>
                  <a:cubicBezTo>
                    <a:pt x="2741" y="1755"/>
                    <a:pt x="2761" y="1732"/>
                    <a:pt x="2802" y="1712"/>
                  </a:cubicBezTo>
                  <a:cubicBezTo>
                    <a:pt x="2843" y="1692"/>
                    <a:pt x="2863" y="1688"/>
                    <a:pt x="2904" y="1676"/>
                  </a:cubicBezTo>
                  <a:cubicBezTo>
                    <a:pt x="2945" y="1664"/>
                    <a:pt x="2965" y="1664"/>
                    <a:pt x="3006" y="1652"/>
                  </a:cubicBezTo>
                  <a:cubicBezTo>
                    <a:pt x="3047" y="1640"/>
                    <a:pt x="3065" y="1639"/>
                    <a:pt x="3108" y="1616"/>
                  </a:cubicBezTo>
                  <a:cubicBezTo>
                    <a:pt x="3151" y="1593"/>
                    <a:pt x="3186" y="1574"/>
                    <a:pt x="3222" y="1538"/>
                  </a:cubicBezTo>
                  <a:cubicBezTo>
                    <a:pt x="3258" y="1502"/>
                    <a:pt x="3254" y="1464"/>
                    <a:pt x="3288" y="1436"/>
                  </a:cubicBezTo>
                  <a:cubicBezTo>
                    <a:pt x="3322" y="1408"/>
                    <a:pt x="3349" y="1413"/>
                    <a:pt x="3390" y="1400"/>
                  </a:cubicBezTo>
                  <a:cubicBezTo>
                    <a:pt x="3431" y="1387"/>
                    <a:pt x="3452" y="1396"/>
                    <a:pt x="3492" y="1370"/>
                  </a:cubicBezTo>
                  <a:cubicBezTo>
                    <a:pt x="3532" y="1344"/>
                    <a:pt x="3565" y="1310"/>
                    <a:pt x="3588" y="1268"/>
                  </a:cubicBezTo>
                  <a:cubicBezTo>
                    <a:pt x="3611" y="1226"/>
                    <a:pt x="3586" y="1202"/>
                    <a:pt x="3606" y="1160"/>
                  </a:cubicBezTo>
                  <a:cubicBezTo>
                    <a:pt x="3626" y="1118"/>
                    <a:pt x="3653" y="1090"/>
                    <a:pt x="3690" y="1058"/>
                  </a:cubicBezTo>
                  <a:cubicBezTo>
                    <a:pt x="3727" y="1026"/>
                    <a:pt x="3751" y="1011"/>
                    <a:pt x="3792" y="998"/>
                  </a:cubicBezTo>
                  <a:cubicBezTo>
                    <a:pt x="3833" y="985"/>
                    <a:pt x="3853" y="994"/>
                    <a:pt x="3894" y="992"/>
                  </a:cubicBezTo>
                  <a:cubicBezTo>
                    <a:pt x="3935" y="990"/>
                    <a:pt x="3955" y="993"/>
                    <a:pt x="3996" y="986"/>
                  </a:cubicBezTo>
                  <a:cubicBezTo>
                    <a:pt x="4037" y="979"/>
                    <a:pt x="4057" y="963"/>
                    <a:pt x="4098" y="956"/>
                  </a:cubicBezTo>
                  <a:cubicBezTo>
                    <a:pt x="4139" y="949"/>
                    <a:pt x="4158" y="948"/>
                    <a:pt x="4200" y="950"/>
                  </a:cubicBezTo>
                  <a:cubicBezTo>
                    <a:pt x="4242" y="952"/>
                    <a:pt x="4266" y="957"/>
                    <a:pt x="4308" y="968"/>
                  </a:cubicBezTo>
                  <a:cubicBezTo>
                    <a:pt x="4350" y="979"/>
                    <a:pt x="4369" y="987"/>
                    <a:pt x="4410" y="1004"/>
                  </a:cubicBezTo>
                  <a:cubicBezTo>
                    <a:pt x="4451" y="1021"/>
                    <a:pt x="4471" y="1032"/>
                    <a:pt x="4512" y="1052"/>
                  </a:cubicBezTo>
                  <a:cubicBezTo>
                    <a:pt x="4553" y="1072"/>
                    <a:pt x="4573" y="1080"/>
                    <a:pt x="4614" y="1106"/>
                  </a:cubicBezTo>
                  <a:cubicBezTo>
                    <a:pt x="4655" y="1132"/>
                    <a:pt x="4675" y="1162"/>
                    <a:pt x="4716" y="1184"/>
                  </a:cubicBezTo>
                  <a:cubicBezTo>
                    <a:pt x="4757" y="1206"/>
                    <a:pt x="4777" y="1213"/>
                    <a:pt x="4818" y="1214"/>
                  </a:cubicBezTo>
                  <a:cubicBezTo>
                    <a:pt x="4859" y="1215"/>
                    <a:pt x="4879" y="1215"/>
                    <a:pt x="4920" y="1190"/>
                  </a:cubicBezTo>
                  <a:cubicBezTo>
                    <a:pt x="4961" y="1165"/>
                    <a:pt x="4994" y="1129"/>
                    <a:pt x="5022" y="1088"/>
                  </a:cubicBezTo>
                  <a:cubicBezTo>
                    <a:pt x="5050" y="1047"/>
                    <a:pt x="5030" y="1014"/>
                    <a:pt x="5058" y="986"/>
                  </a:cubicBezTo>
                  <a:cubicBezTo>
                    <a:pt x="5086" y="958"/>
                    <a:pt x="5119" y="954"/>
                    <a:pt x="5160" y="95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1370" y="6379"/>
              <a:ext cx="1632" cy="845"/>
            </a:xfrm>
            <a:custGeom>
              <a:avLst/>
              <a:gdLst>
                <a:gd name="connsiteX0" fmla="*/ 0 w 1632"/>
                <a:gd name="connsiteY0" fmla="*/ 661 h 844"/>
                <a:gd name="connsiteX1" fmla="*/ 102 w 1632"/>
                <a:gd name="connsiteY1" fmla="*/ 643 h 844"/>
                <a:gd name="connsiteX2" fmla="*/ 204 w 1632"/>
                <a:gd name="connsiteY2" fmla="*/ 739 h 844"/>
                <a:gd name="connsiteX3" fmla="*/ 306 w 1632"/>
                <a:gd name="connsiteY3" fmla="*/ 823 h 844"/>
                <a:gd name="connsiteX4" fmla="*/ 408 w 1632"/>
                <a:gd name="connsiteY4" fmla="*/ 841 h 844"/>
                <a:gd name="connsiteX5" fmla="*/ 516 w 1632"/>
                <a:gd name="connsiteY5" fmla="*/ 781 h 844"/>
                <a:gd name="connsiteX6" fmla="*/ 588 w 1632"/>
                <a:gd name="connsiteY6" fmla="*/ 673 h 844"/>
                <a:gd name="connsiteX7" fmla="*/ 642 w 1632"/>
                <a:gd name="connsiteY7" fmla="*/ 570 h 844"/>
                <a:gd name="connsiteX8" fmla="*/ 744 w 1632"/>
                <a:gd name="connsiteY8" fmla="*/ 468 h 844"/>
                <a:gd name="connsiteX9" fmla="*/ 840 w 1632"/>
                <a:gd name="connsiteY9" fmla="*/ 366 h 844"/>
                <a:gd name="connsiteX10" fmla="*/ 882 w 1632"/>
                <a:gd name="connsiteY10" fmla="*/ 264 h 844"/>
                <a:gd name="connsiteX11" fmla="*/ 900 w 1632"/>
                <a:gd name="connsiteY11" fmla="*/ 162 h 844"/>
                <a:gd name="connsiteX12" fmla="*/ 900 w 1632"/>
                <a:gd name="connsiteY12" fmla="*/ 60 h 844"/>
                <a:gd name="connsiteX13" fmla="*/ 1002 w 1632"/>
                <a:gd name="connsiteY13" fmla="*/ 12 h 844"/>
                <a:gd name="connsiteX14" fmla="*/ 1104 w 1632"/>
                <a:gd name="connsiteY14" fmla="*/ 0 h 844"/>
                <a:gd name="connsiteX15" fmla="*/ 1206 w 1632"/>
                <a:gd name="connsiteY15" fmla="*/ 31 h 844"/>
                <a:gd name="connsiteX16" fmla="*/ 1320 w 1632"/>
                <a:gd name="connsiteY16" fmla="*/ 85 h 844"/>
                <a:gd name="connsiteX17" fmla="*/ 1404 w 1632"/>
                <a:gd name="connsiteY17" fmla="*/ 127 h 844"/>
                <a:gd name="connsiteX18" fmla="*/ 1536 w 1632"/>
                <a:gd name="connsiteY18" fmla="*/ 156 h 844"/>
                <a:gd name="connsiteX19" fmla="*/ 1632 w 1632"/>
                <a:gd name="connsiteY19" fmla="*/ 211 h 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32" h="845">
                  <a:moveTo>
                    <a:pt x="0" y="661"/>
                  </a:moveTo>
                  <a:cubicBezTo>
                    <a:pt x="18" y="655"/>
                    <a:pt x="61" y="626"/>
                    <a:pt x="102" y="643"/>
                  </a:cubicBezTo>
                  <a:cubicBezTo>
                    <a:pt x="143" y="659"/>
                    <a:pt x="163" y="703"/>
                    <a:pt x="204" y="739"/>
                  </a:cubicBezTo>
                  <a:cubicBezTo>
                    <a:pt x="245" y="775"/>
                    <a:pt x="265" y="803"/>
                    <a:pt x="306" y="823"/>
                  </a:cubicBezTo>
                  <a:cubicBezTo>
                    <a:pt x="347" y="843"/>
                    <a:pt x="366" y="849"/>
                    <a:pt x="408" y="841"/>
                  </a:cubicBezTo>
                  <a:cubicBezTo>
                    <a:pt x="450" y="833"/>
                    <a:pt x="480" y="815"/>
                    <a:pt x="516" y="781"/>
                  </a:cubicBezTo>
                  <a:cubicBezTo>
                    <a:pt x="552" y="747"/>
                    <a:pt x="563" y="715"/>
                    <a:pt x="588" y="673"/>
                  </a:cubicBezTo>
                  <a:cubicBezTo>
                    <a:pt x="613" y="631"/>
                    <a:pt x="611" y="611"/>
                    <a:pt x="642" y="570"/>
                  </a:cubicBezTo>
                  <a:cubicBezTo>
                    <a:pt x="673" y="529"/>
                    <a:pt x="704" y="509"/>
                    <a:pt x="744" y="468"/>
                  </a:cubicBezTo>
                  <a:cubicBezTo>
                    <a:pt x="784" y="427"/>
                    <a:pt x="812" y="407"/>
                    <a:pt x="840" y="366"/>
                  </a:cubicBezTo>
                  <a:cubicBezTo>
                    <a:pt x="868" y="325"/>
                    <a:pt x="870" y="305"/>
                    <a:pt x="882" y="264"/>
                  </a:cubicBezTo>
                  <a:cubicBezTo>
                    <a:pt x="894" y="223"/>
                    <a:pt x="896" y="203"/>
                    <a:pt x="900" y="162"/>
                  </a:cubicBezTo>
                  <a:cubicBezTo>
                    <a:pt x="904" y="121"/>
                    <a:pt x="880" y="90"/>
                    <a:pt x="900" y="60"/>
                  </a:cubicBezTo>
                  <a:cubicBezTo>
                    <a:pt x="920" y="30"/>
                    <a:pt x="961" y="24"/>
                    <a:pt x="1002" y="12"/>
                  </a:cubicBezTo>
                  <a:cubicBezTo>
                    <a:pt x="1043" y="0"/>
                    <a:pt x="1063" y="-1"/>
                    <a:pt x="1104" y="0"/>
                  </a:cubicBezTo>
                  <a:cubicBezTo>
                    <a:pt x="1145" y="1"/>
                    <a:pt x="1165" y="25"/>
                    <a:pt x="1206" y="31"/>
                  </a:cubicBezTo>
                  <a:cubicBezTo>
                    <a:pt x="1247" y="37"/>
                    <a:pt x="1278" y="79"/>
                    <a:pt x="1320" y="85"/>
                  </a:cubicBezTo>
                  <a:cubicBezTo>
                    <a:pt x="1362" y="91"/>
                    <a:pt x="1362" y="122"/>
                    <a:pt x="1404" y="127"/>
                  </a:cubicBezTo>
                  <a:cubicBezTo>
                    <a:pt x="1446" y="132"/>
                    <a:pt x="1495" y="150"/>
                    <a:pt x="1536" y="156"/>
                  </a:cubicBezTo>
                  <a:cubicBezTo>
                    <a:pt x="1577" y="162"/>
                    <a:pt x="1614" y="206"/>
                    <a:pt x="1632" y="211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 rot="0">
            <a:off x="-626745" y="1696085"/>
            <a:ext cx="4784090" cy="2116455"/>
            <a:chOff x="7128" y="4257"/>
            <a:chExt cx="5024" cy="2220"/>
          </a:xfrm>
        </p:grpSpPr>
        <p:sp>
          <p:nvSpPr>
            <p:cNvPr id="26" name="任意多边形 25"/>
            <p:cNvSpPr/>
            <p:nvPr/>
          </p:nvSpPr>
          <p:spPr>
            <a:xfrm>
              <a:off x="7128" y="5667"/>
              <a:ext cx="1768" cy="811"/>
            </a:xfrm>
            <a:custGeom>
              <a:avLst/>
              <a:gdLst>
                <a:gd name="connsiteX0" fmla="*/ 0 w 1768"/>
                <a:gd name="connsiteY0" fmla="*/ 280 h 811"/>
                <a:gd name="connsiteX1" fmla="*/ 104 w 1768"/>
                <a:gd name="connsiteY1" fmla="*/ 284 h 811"/>
                <a:gd name="connsiteX2" fmla="*/ 208 w 1768"/>
                <a:gd name="connsiteY2" fmla="*/ 320 h 811"/>
                <a:gd name="connsiteX3" fmla="*/ 316 w 1768"/>
                <a:gd name="connsiteY3" fmla="*/ 364 h 811"/>
                <a:gd name="connsiteX4" fmla="*/ 420 w 1768"/>
                <a:gd name="connsiteY4" fmla="*/ 336 h 811"/>
                <a:gd name="connsiteX5" fmla="*/ 508 w 1768"/>
                <a:gd name="connsiteY5" fmla="*/ 440 h 811"/>
                <a:gd name="connsiteX6" fmla="*/ 612 w 1768"/>
                <a:gd name="connsiteY6" fmla="*/ 528 h 811"/>
                <a:gd name="connsiteX7" fmla="*/ 680 w 1768"/>
                <a:gd name="connsiteY7" fmla="*/ 632 h 811"/>
                <a:gd name="connsiteX8" fmla="*/ 784 w 1768"/>
                <a:gd name="connsiteY8" fmla="*/ 696 h 811"/>
                <a:gd name="connsiteX9" fmla="*/ 892 w 1768"/>
                <a:gd name="connsiteY9" fmla="*/ 692 h 811"/>
                <a:gd name="connsiteX10" fmla="*/ 1000 w 1768"/>
                <a:gd name="connsiteY10" fmla="*/ 712 h 811"/>
                <a:gd name="connsiteX11" fmla="*/ 1108 w 1768"/>
                <a:gd name="connsiteY11" fmla="*/ 704 h 811"/>
                <a:gd name="connsiteX12" fmla="*/ 1216 w 1768"/>
                <a:gd name="connsiteY12" fmla="*/ 744 h 811"/>
                <a:gd name="connsiteX13" fmla="*/ 1324 w 1768"/>
                <a:gd name="connsiteY13" fmla="*/ 808 h 811"/>
                <a:gd name="connsiteX14" fmla="*/ 1432 w 1768"/>
                <a:gd name="connsiteY14" fmla="*/ 784 h 811"/>
                <a:gd name="connsiteX15" fmla="*/ 1412 w 1768"/>
                <a:gd name="connsiteY15" fmla="*/ 680 h 811"/>
                <a:gd name="connsiteX16" fmla="*/ 1308 w 1768"/>
                <a:gd name="connsiteY16" fmla="*/ 592 h 811"/>
                <a:gd name="connsiteX17" fmla="*/ 1200 w 1768"/>
                <a:gd name="connsiteY17" fmla="*/ 544 h 811"/>
                <a:gd name="connsiteX18" fmla="*/ 1092 w 1768"/>
                <a:gd name="connsiteY18" fmla="*/ 480 h 811"/>
                <a:gd name="connsiteX19" fmla="*/ 984 w 1768"/>
                <a:gd name="connsiteY19" fmla="*/ 408 h 811"/>
                <a:gd name="connsiteX20" fmla="*/ 928 w 1768"/>
                <a:gd name="connsiteY20" fmla="*/ 304 h 811"/>
                <a:gd name="connsiteX21" fmla="*/ 916 w 1768"/>
                <a:gd name="connsiteY21" fmla="*/ 196 h 811"/>
                <a:gd name="connsiteX22" fmla="*/ 972 w 1768"/>
                <a:gd name="connsiteY22" fmla="*/ 92 h 811"/>
                <a:gd name="connsiteX23" fmla="*/ 1088 w 1768"/>
                <a:gd name="connsiteY23" fmla="*/ 24 h 811"/>
                <a:gd name="connsiteX24" fmla="*/ 1288 w 1768"/>
                <a:gd name="connsiteY24" fmla="*/ 32 h 811"/>
                <a:gd name="connsiteX25" fmla="*/ 1356 w 1768"/>
                <a:gd name="connsiteY25" fmla="*/ 60 h 811"/>
                <a:gd name="connsiteX26" fmla="*/ 1444 w 1768"/>
                <a:gd name="connsiteY26" fmla="*/ 96 h 811"/>
                <a:gd name="connsiteX27" fmla="*/ 1552 w 1768"/>
                <a:gd name="connsiteY27" fmla="*/ 80 h 811"/>
                <a:gd name="connsiteX28" fmla="*/ 1660 w 1768"/>
                <a:gd name="connsiteY28" fmla="*/ 60 h 811"/>
                <a:gd name="connsiteX29" fmla="*/ 1768 w 1768"/>
                <a:gd name="connsiteY29" fmla="*/ 0 h 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8" h="811">
                  <a:moveTo>
                    <a:pt x="0" y="280"/>
                  </a:moveTo>
                  <a:cubicBezTo>
                    <a:pt x="19" y="280"/>
                    <a:pt x="62" y="276"/>
                    <a:pt x="104" y="284"/>
                  </a:cubicBezTo>
                  <a:cubicBezTo>
                    <a:pt x="146" y="292"/>
                    <a:pt x="166" y="304"/>
                    <a:pt x="208" y="320"/>
                  </a:cubicBezTo>
                  <a:cubicBezTo>
                    <a:pt x="250" y="336"/>
                    <a:pt x="274" y="361"/>
                    <a:pt x="316" y="364"/>
                  </a:cubicBezTo>
                  <a:cubicBezTo>
                    <a:pt x="358" y="367"/>
                    <a:pt x="382" y="321"/>
                    <a:pt x="420" y="336"/>
                  </a:cubicBezTo>
                  <a:cubicBezTo>
                    <a:pt x="458" y="351"/>
                    <a:pt x="470" y="402"/>
                    <a:pt x="508" y="440"/>
                  </a:cubicBezTo>
                  <a:cubicBezTo>
                    <a:pt x="546" y="478"/>
                    <a:pt x="578" y="490"/>
                    <a:pt x="612" y="528"/>
                  </a:cubicBezTo>
                  <a:cubicBezTo>
                    <a:pt x="646" y="566"/>
                    <a:pt x="646" y="598"/>
                    <a:pt x="680" y="632"/>
                  </a:cubicBezTo>
                  <a:cubicBezTo>
                    <a:pt x="714" y="666"/>
                    <a:pt x="742" y="684"/>
                    <a:pt x="784" y="696"/>
                  </a:cubicBezTo>
                  <a:cubicBezTo>
                    <a:pt x="826" y="708"/>
                    <a:pt x="849" y="689"/>
                    <a:pt x="892" y="692"/>
                  </a:cubicBezTo>
                  <a:cubicBezTo>
                    <a:pt x="935" y="695"/>
                    <a:pt x="957" y="710"/>
                    <a:pt x="1000" y="712"/>
                  </a:cubicBezTo>
                  <a:cubicBezTo>
                    <a:pt x="1043" y="714"/>
                    <a:pt x="1065" y="698"/>
                    <a:pt x="1108" y="704"/>
                  </a:cubicBezTo>
                  <a:cubicBezTo>
                    <a:pt x="1151" y="710"/>
                    <a:pt x="1173" y="723"/>
                    <a:pt x="1216" y="744"/>
                  </a:cubicBezTo>
                  <a:cubicBezTo>
                    <a:pt x="1259" y="765"/>
                    <a:pt x="1281" y="800"/>
                    <a:pt x="1324" y="808"/>
                  </a:cubicBezTo>
                  <a:cubicBezTo>
                    <a:pt x="1367" y="816"/>
                    <a:pt x="1414" y="810"/>
                    <a:pt x="1432" y="784"/>
                  </a:cubicBezTo>
                  <a:cubicBezTo>
                    <a:pt x="1450" y="758"/>
                    <a:pt x="1437" y="718"/>
                    <a:pt x="1412" y="680"/>
                  </a:cubicBezTo>
                  <a:cubicBezTo>
                    <a:pt x="1387" y="642"/>
                    <a:pt x="1350" y="619"/>
                    <a:pt x="1308" y="592"/>
                  </a:cubicBezTo>
                  <a:cubicBezTo>
                    <a:pt x="1266" y="565"/>
                    <a:pt x="1243" y="566"/>
                    <a:pt x="1200" y="544"/>
                  </a:cubicBezTo>
                  <a:cubicBezTo>
                    <a:pt x="1157" y="522"/>
                    <a:pt x="1135" y="507"/>
                    <a:pt x="1092" y="480"/>
                  </a:cubicBezTo>
                  <a:cubicBezTo>
                    <a:pt x="1049" y="453"/>
                    <a:pt x="1017" y="443"/>
                    <a:pt x="984" y="408"/>
                  </a:cubicBezTo>
                  <a:cubicBezTo>
                    <a:pt x="951" y="373"/>
                    <a:pt x="942" y="346"/>
                    <a:pt x="928" y="304"/>
                  </a:cubicBezTo>
                  <a:cubicBezTo>
                    <a:pt x="914" y="262"/>
                    <a:pt x="898" y="237"/>
                    <a:pt x="916" y="196"/>
                  </a:cubicBezTo>
                  <a:cubicBezTo>
                    <a:pt x="934" y="155"/>
                    <a:pt x="930" y="118"/>
                    <a:pt x="972" y="92"/>
                  </a:cubicBezTo>
                  <a:cubicBezTo>
                    <a:pt x="1014" y="66"/>
                    <a:pt x="1046" y="34"/>
                    <a:pt x="1088" y="24"/>
                  </a:cubicBezTo>
                  <a:cubicBezTo>
                    <a:pt x="1130" y="14"/>
                    <a:pt x="1246" y="30"/>
                    <a:pt x="1288" y="32"/>
                  </a:cubicBezTo>
                  <a:cubicBezTo>
                    <a:pt x="1330" y="34"/>
                    <a:pt x="1314" y="51"/>
                    <a:pt x="1356" y="60"/>
                  </a:cubicBezTo>
                  <a:cubicBezTo>
                    <a:pt x="1398" y="69"/>
                    <a:pt x="1401" y="96"/>
                    <a:pt x="1444" y="96"/>
                  </a:cubicBezTo>
                  <a:cubicBezTo>
                    <a:pt x="1487" y="96"/>
                    <a:pt x="1509" y="87"/>
                    <a:pt x="1552" y="80"/>
                  </a:cubicBezTo>
                  <a:cubicBezTo>
                    <a:pt x="1595" y="73"/>
                    <a:pt x="1617" y="76"/>
                    <a:pt x="1660" y="60"/>
                  </a:cubicBezTo>
                  <a:cubicBezTo>
                    <a:pt x="1703" y="44"/>
                    <a:pt x="1749" y="12"/>
                    <a:pt x="1768" y="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8848" y="4257"/>
              <a:ext cx="3304" cy="1757"/>
            </a:xfrm>
            <a:custGeom>
              <a:avLst/>
              <a:gdLst>
                <a:gd name="connsiteX0" fmla="*/ 0 w 3304"/>
                <a:gd name="connsiteY0" fmla="*/ 1442 h 1756"/>
                <a:gd name="connsiteX1" fmla="*/ 104 w 3304"/>
                <a:gd name="connsiteY1" fmla="*/ 1362 h 1756"/>
                <a:gd name="connsiteX2" fmla="*/ 208 w 3304"/>
                <a:gd name="connsiteY2" fmla="*/ 1282 h 1756"/>
                <a:gd name="connsiteX3" fmla="*/ 264 w 3304"/>
                <a:gd name="connsiteY3" fmla="*/ 1174 h 1756"/>
                <a:gd name="connsiteX4" fmla="*/ 328 w 3304"/>
                <a:gd name="connsiteY4" fmla="*/ 1066 h 1756"/>
                <a:gd name="connsiteX5" fmla="*/ 392 w 3304"/>
                <a:gd name="connsiteY5" fmla="*/ 958 h 1756"/>
                <a:gd name="connsiteX6" fmla="*/ 452 w 3304"/>
                <a:gd name="connsiteY6" fmla="*/ 846 h 1756"/>
                <a:gd name="connsiteX7" fmla="*/ 504 w 3304"/>
                <a:gd name="connsiteY7" fmla="*/ 742 h 1756"/>
                <a:gd name="connsiteX8" fmla="*/ 560 w 3304"/>
                <a:gd name="connsiteY8" fmla="*/ 634 h 1756"/>
                <a:gd name="connsiteX9" fmla="*/ 596 w 3304"/>
                <a:gd name="connsiteY9" fmla="*/ 530 h 1756"/>
                <a:gd name="connsiteX10" fmla="*/ 624 w 3304"/>
                <a:gd name="connsiteY10" fmla="*/ 422 h 1756"/>
                <a:gd name="connsiteX11" fmla="*/ 628 w 3304"/>
                <a:gd name="connsiteY11" fmla="*/ 314 h 1756"/>
                <a:gd name="connsiteX12" fmla="*/ 628 w 3304"/>
                <a:gd name="connsiteY12" fmla="*/ 206 h 1756"/>
                <a:gd name="connsiteX13" fmla="*/ 692 w 3304"/>
                <a:gd name="connsiteY13" fmla="*/ 98 h 1756"/>
                <a:gd name="connsiteX14" fmla="*/ 800 w 3304"/>
                <a:gd name="connsiteY14" fmla="*/ 18 h 1756"/>
                <a:gd name="connsiteX15" fmla="*/ 904 w 3304"/>
                <a:gd name="connsiteY15" fmla="*/ 2 h 1756"/>
                <a:gd name="connsiteX16" fmla="*/ 1012 w 3304"/>
                <a:gd name="connsiteY16" fmla="*/ 38 h 1756"/>
                <a:gd name="connsiteX17" fmla="*/ 1128 w 3304"/>
                <a:gd name="connsiteY17" fmla="*/ 86 h 1756"/>
                <a:gd name="connsiteX18" fmla="*/ 1232 w 3304"/>
                <a:gd name="connsiteY18" fmla="*/ 70 h 1756"/>
                <a:gd name="connsiteX19" fmla="*/ 1336 w 3304"/>
                <a:gd name="connsiteY19" fmla="*/ 78 h 1756"/>
                <a:gd name="connsiteX20" fmla="*/ 1444 w 3304"/>
                <a:gd name="connsiteY20" fmla="*/ 122 h 1756"/>
                <a:gd name="connsiteX21" fmla="*/ 1552 w 3304"/>
                <a:gd name="connsiteY21" fmla="*/ 194 h 1756"/>
                <a:gd name="connsiteX22" fmla="*/ 1584 w 3304"/>
                <a:gd name="connsiteY22" fmla="*/ 302 h 1756"/>
                <a:gd name="connsiteX23" fmla="*/ 1536 w 3304"/>
                <a:gd name="connsiteY23" fmla="*/ 410 h 1756"/>
                <a:gd name="connsiteX24" fmla="*/ 1480 w 3304"/>
                <a:gd name="connsiteY24" fmla="*/ 518 h 1756"/>
                <a:gd name="connsiteX25" fmla="*/ 1468 w 3304"/>
                <a:gd name="connsiteY25" fmla="*/ 626 h 1756"/>
                <a:gd name="connsiteX26" fmla="*/ 1476 w 3304"/>
                <a:gd name="connsiteY26" fmla="*/ 734 h 1756"/>
                <a:gd name="connsiteX27" fmla="*/ 1476 w 3304"/>
                <a:gd name="connsiteY27" fmla="*/ 842 h 1756"/>
                <a:gd name="connsiteX28" fmla="*/ 1484 w 3304"/>
                <a:gd name="connsiteY28" fmla="*/ 974 h 1756"/>
                <a:gd name="connsiteX29" fmla="*/ 1452 w 3304"/>
                <a:gd name="connsiteY29" fmla="*/ 1062 h 1756"/>
                <a:gd name="connsiteX30" fmla="*/ 1464 w 3304"/>
                <a:gd name="connsiteY30" fmla="*/ 1166 h 1756"/>
                <a:gd name="connsiteX31" fmla="*/ 1484 w 3304"/>
                <a:gd name="connsiteY31" fmla="*/ 1274 h 1756"/>
                <a:gd name="connsiteX32" fmla="*/ 1516 w 3304"/>
                <a:gd name="connsiteY32" fmla="*/ 1382 h 1756"/>
                <a:gd name="connsiteX33" fmla="*/ 1516 w 3304"/>
                <a:gd name="connsiteY33" fmla="*/ 1502 h 1756"/>
                <a:gd name="connsiteX34" fmla="*/ 1496 w 3304"/>
                <a:gd name="connsiteY34" fmla="*/ 1598 h 1756"/>
                <a:gd name="connsiteX35" fmla="*/ 1488 w 3304"/>
                <a:gd name="connsiteY35" fmla="*/ 1706 h 1756"/>
                <a:gd name="connsiteX36" fmla="*/ 1592 w 3304"/>
                <a:gd name="connsiteY36" fmla="*/ 1754 h 1756"/>
                <a:gd name="connsiteX37" fmla="*/ 1692 w 3304"/>
                <a:gd name="connsiteY37" fmla="*/ 1646 h 1756"/>
                <a:gd name="connsiteX38" fmla="*/ 1796 w 3304"/>
                <a:gd name="connsiteY38" fmla="*/ 1626 h 1756"/>
                <a:gd name="connsiteX39" fmla="*/ 1904 w 3304"/>
                <a:gd name="connsiteY39" fmla="*/ 1582 h 1756"/>
                <a:gd name="connsiteX40" fmla="*/ 2012 w 3304"/>
                <a:gd name="connsiteY40" fmla="*/ 1622 h 1756"/>
                <a:gd name="connsiteX41" fmla="*/ 2120 w 3304"/>
                <a:gd name="connsiteY41" fmla="*/ 1634 h 1756"/>
                <a:gd name="connsiteX42" fmla="*/ 2228 w 3304"/>
                <a:gd name="connsiteY42" fmla="*/ 1578 h 1756"/>
                <a:gd name="connsiteX43" fmla="*/ 2336 w 3304"/>
                <a:gd name="connsiteY43" fmla="*/ 1562 h 1756"/>
                <a:gd name="connsiteX44" fmla="*/ 2440 w 3304"/>
                <a:gd name="connsiteY44" fmla="*/ 1562 h 1756"/>
                <a:gd name="connsiteX45" fmla="*/ 2548 w 3304"/>
                <a:gd name="connsiteY45" fmla="*/ 1498 h 1756"/>
                <a:gd name="connsiteX46" fmla="*/ 2568 w 3304"/>
                <a:gd name="connsiteY46" fmla="*/ 1390 h 1756"/>
                <a:gd name="connsiteX47" fmla="*/ 2608 w 3304"/>
                <a:gd name="connsiteY47" fmla="*/ 1282 h 1756"/>
                <a:gd name="connsiteX48" fmla="*/ 2712 w 3304"/>
                <a:gd name="connsiteY48" fmla="*/ 1198 h 1756"/>
                <a:gd name="connsiteX49" fmla="*/ 2784 w 3304"/>
                <a:gd name="connsiteY49" fmla="*/ 1094 h 1756"/>
                <a:gd name="connsiteX50" fmla="*/ 2832 w 3304"/>
                <a:gd name="connsiteY50" fmla="*/ 986 h 1756"/>
                <a:gd name="connsiteX51" fmla="*/ 2928 w 3304"/>
                <a:gd name="connsiteY51" fmla="*/ 885 h 1756"/>
                <a:gd name="connsiteX52" fmla="*/ 2996 w 3304"/>
                <a:gd name="connsiteY52" fmla="*/ 777 h 1756"/>
                <a:gd name="connsiteX53" fmla="*/ 3116 w 3304"/>
                <a:gd name="connsiteY53" fmla="*/ 701 h 1756"/>
                <a:gd name="connsiteX54" fmla="*/ 3200 w 3304"/>
                <a:gd name="connsiteY54" fmla="*/ 606 h 1756"/>
                <a:gd name="connsiteX55" fmla="*/ 3304 w 3304"/>
                <a:gd name="connsiteY55" fmla="*/ 526 h 1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04" h="1757">
                  <a:moveTo>
                    <a:pt x="0" y="1442"/>
                  </a:moveTo>
                  <a:cubicBezTo>
                    <a:pt x="19" y="1428"/>
                    <a:pt x="62" y="1394"/>
                    <a:pt x="104" y="1362"/>
                  </a:cubicBezTo>
                  <a:cubicBezTo>
                    <a:pt x="146" y="1330"/>
                    <a:pt x="176" y="1320"/>
                    <a:pt x="208" y="1282"/>
                  </a:cubicBezTo>
                  <a:cubicBezTo>
                    <a:pt x="240" y="1244"/>
                    <a:pt x="240" y="1217"/>
                    <a:pt x="264" y="1174"/>
                  </a:cubicBezTo>
                  <a:cubicBezTo>
                    <a:pt x="288" y="1131"/>
                    <a:pt x="302" y="1109"/>
                    <a:pt x="328" y="1066"/>
                  </a:cubicBezTo>
                  <a:cubicBezTo>
                    <a:pt x="354" y="1023"/>
                    <a:pt x="367" y="1002"/>
                    <a:pt x="392" y="958"/>
                  </a:cubicBezTo>
                  <a:cubicBezTo>
                    <a:pt x="417" y="914"/>
                    <a:pt x="430" y="889"/>
                    <a:pt x="452" y="846"/>
                  </a:cubicBezTo>
                  <a:cubicBezTo>
                    <a:pt x="474" y="803"/>
                    <a:pt x="482" y="784"/>
                    <a:pt x="504" y="742"/>
                  </a:cubicBezTo>
                  <a:cubicBezTo>
                    <a:pt x="526" y="700"/>
                    <a:pt x="542" y="676"/>
                    <a:pt x="560" y="634"/>
                  </a:cubicBezTo>
                  <a:cubicBezTo>
                    <a:pt x="578" y="592"/>
                    <a:pt x="583" y="572"/>
                    <a:pt x="596" y="530"/>
                  </a:cubicBezTo>
                  <a:cubicBezTo>
                    <a:pt x="609" y="488"/>
                    <a:pt x="618" y="465"/>
                    <a:pt x="624" y="422"/>
                  </a:cubicBezTo>
                  <a:cubicBezTo>
                    <a:pt x="630" y="379"/>
                    <a:pt x="627" y="357"/>
                    <a:pt x="628" y="314"/>
                  </a:cubicBezTo>
                  <a:cubicBezTo>
                    <a:pt x="629" y="271"/>
                    <a:pt x="615" y="249"/>
                    <a:pt x="628" y="206"/>
                  </a:cubicBezTo>
                  <a:cubicBezTo>
                    <a:pt x="641" y="163"/>
                    <a:pt x="658" y="136"/>
                    <a:pt x="692" y="98"/>
                  </a:cubicBezTo>
                  <a:cubicBezTo>
                    <a:pt x="726" y="60"/>
                    <a:pt x="758" y="37"/>
                    <a:pt x="800" y="18"/>
                  </a:cubicBezTo>
                  <a:cubicBezTo>
                    <a:pt x="842" y="-1"/>
                    <a:pt x="862" y="-2"/>
                    <a:pt x="904" y="2"/>
                  </a:cubicBezTo>
                  <a:cubicBezTo>
                    <a:pt x="946" y="6"/>
                    <a:pt x="967" y="21"/>
                    <a:pt x="1012" y="38"/>
                  </a:cubicBezTo>
                  <a:cubicBezTo>
                    <a:pt x="1057" y="55"/>
                    <a:pt x="1084" y="80"/>
                    <a:pt x="1128" y="86"/>
                  </a:cubicBezTo>
                  <a:cubicBezTo>
                    <a:pt x="1172" y="92"/>
                    <a:pt x="1190" y="72"/>
                    <a:pt x="1232" y="70"/>
                  </a:cubicBezTo>
                  <a:cubicBezTo>
                    <a:pt x="1274" y="68"/>
                    <a:pt x="1294" y="68"/>
                    <a:pt x="1336" y="78"/>
                  </a:cubicBezTo>
                  <a:cubicBezTo>
                    <a:pt x="1378" y="88"/>
                    <a:pt x="1401" y="99"/>
                    <a:pt x="1444" y="122"/>
                  </a:cubicBezTo>
                  <a:cubicBezTo>
                    <a:pt x="1487" y="145"/>
                    <a:pt x="1524" y="158"/>
                    <a:pt x="1552" y="194"/>
                  </a:cubicBezTo>
                  <a:cubicBezTo>
                    <a:pt x="1580" y="230"/>
                    <a:pt x="1587" y="259"/>
                    <a:pt x="1584" y="302"/>
                  </a:cubicBezTo>
                  <a:cubicBezTo>
                    <a:pt x="1581" y="345"/>
                    <a:pt x="1557" y="367"/>
                    <a:pt x="1536" y="410"/>
                  </a:cubicBezTo>
                  <a:cubicBezTo>
                    <a:pt x="1515" y="453"/>
                    <a:pt x="1494" y="475"/>
                    <a:pt x="1480" y="518"/>
                  </a:cubicBezTo>
                  <a:cubicBezTo>
                    <a:pt x="1466" y="561"/>
                    <a:pt x="1469" y="583"/>
                    <a:pt x="1468" y="626"/>
                  </a:cubicBezTo>
                  <a:cubicBezTo>
                    <a:pt x="1467" y="669"/>
                    <a:pt x="1474" y="691"/>
                    <a:pt x="1476" y="734"/>
                  </a:cubicBezTo>
                  <a:cubicBezTo>
                    <a:pt x="1478" y="777"/>
                    <a:pt x="1480" y="799"/>
                    <a:pt x="1476" y="842"/>
                  </a:cubicBezTo>
                  <a:cubicBezTo>
                    <a:pt x="1472" y="885"/>
                    <a:pt x="1489" y="930"/>
                    <a:pt x="1484" y="974"/>
                  </a:cubicBezTo>
                  <a:cubicBezTo>
                    <a:pt x="1479" y="1018"/>
                    <a:pt x="1456" y="1019"/>
                    <a:pt x="1452" y="1062"/>
                  </a:cubicBezTo>
                  <a:cubicBezTo>
                    <a:pt x="1448" y="1105"/>
                    <a:pt x="1469" y="1124"/>
                    <a:pt x="1464" y="1166"/>
                  </a:cubicBezTo>
                  <a:cubicBezTo>
                    <a:pt x="1459" y="1208"/>
                    <a:pt x="1484" y="1231"/>
                    <a:pt x="1484" y="1274"/>
                  </a:cubicBezTo>
                  <a:cubicBezTo>
                    <a:pt x="1484" y="1317"/>
                    <a:pt x="1511" y="1339"/>
                    <a:pt x="1516" y="1382"/>
                  </a:cubicBezTo>
                  <a:cubicBezTo>
                    <a:pt x="1521" y="1425"/>
                    <a:pt x="1511" y="1459"/>
                    <a:pt x="1516" y="1502"/>
                  </a:cubicBezTo>
                  <a:cubicBezTo>
                    <a:pt x="1521" y="1545"/>
                    <a:pt x="1489" y="1555"/>
                    <a:pt x="1496" y="1598"/>
                  </a:cubicBezTo>
                  <a:cubicBezTo>
                    <a:pt x="1503" y="1641"/>
                    <a:pt x="1462" y="1675"/>
                    <a:pt x="1488" y="1706"/>
                  </a:cubicBezTo>
                  <a:cubicBezTo>
                    <a:pt x="1514" y="1737"/>
                    <a:pt x="1551" y="1766"/>
                    <a:pt x="1592" y="1754"/>
                  </a:cubicBezTo>
                  <a:cubicBezTo>
                    <a:pt x="1633" y="1742"/>
                    <a:pt x="1651" y="1672"/>
                    <a:pt x="1692" y="1646"/>
                  </a:cubicBezTo>
                  <a:cubicBezTo>
                    <a:pt x="1733" y="1620"/>
                    <a:pt x="1754" y="1639"/>
                    <a:pt x="1796" y="1626"/>
                  </a:cubicBezTo>
                  <a:cubicBezTo>
                    <a:pt x="1838" y="1613"/>
                    <a:pt x="1861" y="1583"/>
                    <a:pt x="1904" y="1582"/>
                  </a:cubicBezTo>
                  <a:cubicBezTo>
                    <a:pt x="1947" y="1581"/>
                    <a:pt x="1969" y="1612"/>
                    <a:pt x="2012" y="1622"/>
                  </a:cubicBezTo>
                  <a:cubicBezTo>
                    <a:pt x="2055" y="1632"/>
                    <a:pt x="2077" y="1643"/>
                    <a:pt x="2120" y="1634"/>
                  </a:cubicBezTo>
                  <a:cubicBezTo>
                    <a:pt x="2163" y="1625"/>
                    <a:pt x="2185" y="1592"/>
                    <a:pt x="2228" y="1578"/>
                  </a:cubicBezTo>
                  <a:cubicBezTo>
                    <a:pt x="2271" y="1564"/>
                    <a:pt x="2294" y="1565"/>
                    <a:pt x="2336" y="1562"/>
                  </a:cubicBezTo>
                  <a:cubicBezTo>
                    <a:pt x="2378" y="1559"/>
                    <a:pt x="2398" y="1575"/>
                    <a:pt x="2440" y="1562"/>
                  </a:cubicBezTo>
                  <a:cubicBezTo>
                    <a:pt x="2482" y="1549"/>
                    <a:pt x="2522" y="1532"/>
                    <a:pt x="2548" y="1498"/>
                  </a:cubicBezTo>
                  <a:cubicBezTo>
                    <a:pt x="2574" y="1464"/>
                    <a:pt x="2556" y="1433"/>
                    <a:pt x="2568" y="1390"/>
                  </a:cubicBezTo>
                  <a:cubicBezTo>
                    <a:pt x="2580" y="1347"/>
                    <a:pt x="2579" y="1320"/>
                    <a:pt x="2608" y="1282"/>
                  </a:cubicBezTo>
                  <a:cubicBezTo>
                    <a:pt x="2637" y="1244"/>
                    <a:pt x="2677" y="1236"/>
                    <a:pt x="2712" y="1198"/>
                  </a:cubicBezTo>
                  <a:cubicBezTo>
                    <a:pt x="2747" y="1160"/>
                    <a:pt x="2760" y="1136"/>
                    <a:pt x="2784" y="1094"/>
                  </a:cubicBezTo>
                  <a:cubicBezTo>
                    <a:pt x="2808" y="1052"/>
                    <a:pt x="2801" y="1027"/>
                    <a:pt x="2832" y="986"/>
                  </a:cubicBezTo>
                  <a:cubicBezTo>
                    <a:pt x="2863" y="945"/>
                    <a:pt x="2890" y="925"/>
                    <a:pt x="2928" y="885"/>
                  </a:cubicBezTo>
                  <a:cubicBezTo>
                    <a:pt x="2966" y="845"/>
                    <a:pt x="2958" y="813"/>
                    <a:pt x="2996" y="777"/>
                  </a:cubicBezTo>
                  <a:cubicBezTo>
                    <a:pt x="3034" y="741"/>
                    <a:pt x="3080" y="737"/>
                    <a:pt x="3116" y="701"/>
                  </a:cubicBezTo>
                  <a:cubicBezTo>
                    <a:pt x="3152" y="665"/>
                    <a:pt x="3165" y="643"/>
                    <a:pt x="3200" y="606"/>
                  </a:cubicBezTo>
                  <a:cubicBezTo>
                    <a:pt x="3235" y="569"/>
                    <a:pt x="3285" y="540"/>
                    <a:pt x="3304" y="526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任意多边形 3"/>
          <p:cNvSpPr/>
          <p:nvPr/>
        </p:nvSpPr>
        <p:spPr>
          <a:xfrm>
            <a:off x="3472180" y="1744345"/>
            <a:ext cx="1523365" cy="2127885"/>
          </a:xfrm>
          <a:custGeom>
            <a:avLst/>
            <a:gdLst>
              <a:gd name="connsiteX0" fmla="*/ 0 w 1600"/>
              <a:gd name="connsiteY0" fmla="*/ 0 h 2232"/>
              <a:gd name="connsiteX1" fmla="*/ 104 w 1600"/>
              <a:gd name="connsiteY1" fmla="*/ 80 h 2232"/>
              <a:gd name="connsiteX2" fmla="*/ 160 w 1600"/>
              <a:gd name="connsiteY2" fmla="*/ 184 h 2232"/>
              <a:gd name="connsiteX3" fmla="*/ 240 w 1600"/>
              <a:gd name="connsiteY3" fmla="*/ 288 h 2232"/>
              <a:gd name="connsiteX4" fmla="*/ 256 w 1600"/>
              <a:gd name="connsiteY4" fmla="*/ 392 h 2232"/>
              <a:gd name="connsiteX5" fmla="*/ 216 w 1600"/>
              <a:gd name="connsiteY5" fmla="*/ 496 h 2232"/>
              <a:gd name="connsiteX6" fmla="*/ 168 w 1600"/>
              <a:gd name="connsiteY6" fmla="*/ 608 h 2232"/>
              <a:gd name="connsiteX7" fmla="*/ 160 w 1600"/>
              <a:gd name="connsiteY7" fmla="*/ 712 h 2232"/>
              <a:gd name="connsiteX8" fmla="*/ 176 w 1600"/>
              <a:gd name="connsiteY8" fmla="*/ 824 h 2232"/>
              <a:gd name="connsiteX9" fmla="*/ 280 w 1600"/>
              <a:gd name="connsiteY9" fmla="*/ 864 h 2232"/>
              <a:gd name="connsiteX10" fmla="*/ 392 w 1600"/>
              <a:gd name="connsiteY10" fmla="*/ 936 h 2232"/>
              <a:gd name="connsiteX11" fmla="*/ 400 w 1600"/>
              <a:gd name="connsiteY11" fmla="*/ 1040 h 2232"/>
              <a:gd name="connsiteX12" fmla="*/ 400 w 1600"/>
              <a:gd name="connsiteY12" fmla="*/ 1144 h 2232"/>
              <a:gd name="connsiteX13" fmla="*/ 424 w 1600"/>
              <a:gd name="connsiteY13" fmla="*/ 1256 h 2232"/>
              <a:gd name="connsiteX14" fmla="*/ 528 w 1600"/>
              <a:gd name="connsiteY14" fmla="*/ 1280 h 2232"/>
              <a:gd name="connsiteX15" fmla="*/ 632 w 1600"/>
              <a:gd name="connsiteY15" fmla="*/ 1344 h 2232"/>
              <a:gd name="connsiteX16" fmla="*/ 624 w 1600"/>
              <a:gd name="connsiteY16" fmla="*/ 1448 h 2232"/>
              <a:gd name="connsiteX17" fmla="*/ 592 w 1600"/>
              <a:gd name="connsiteY17" fmla="*/ 1552 h 2232"/>
              <a:gd name="connsiteX18" fmla="*/ 560 w 1600"/>
              <a:gd name="connsiteY18" fmla="*/ 1656 h 2232"/>
              <a:gd name="connsiteX19" fmla="*/ 536 w 1600"/>
              <a:gd name="connsiteY19" fmla="*/ 1768 h 2232"/>
              <a:gd name="connsiteX20" fmla="*/ 536 w 1600"/>
              <a:gd name="connsiteY20" fmla="*/ 1872 h 2232"/>
              <a:gd name="connsiteX21" fmla="*/ 589 w 1600"/>
              <a:gd name="connsiteY21" fmla="*/ 1972 h 2232"/>
              <a:gd name="connsiteX22" fmla="*/ 661 w 1600"/>
              <a:gd name="connsiteY22" fmla="*/ 1984 h 2232"/>
              <a:gd name="connsiteX23" fmla="*/ 751 w 1600"/>
              <a:gd name="connsiteY23" fmla="*/ 2005 h 2232"/>
              <a:gd name="connsiteX24" fmla="*/ 835 w 1600"/>
              <a:gd name="connsiteY24" fmla="*/ 2005 h 2232"/>
              <a:gd name="connsiteX25" fmla="*/ 967 w 1600"/>
              <a:gd name="connsiteY25" fmla="*/ 2011 h 2232"/>
              <a:gd name="connsiteX26" fmla="*/ 1108 w 1600"/>
              <a:gd name="connsiteY26" fmla="*/ 2029 h 2232"/>
              <a:gd name="connsiteX27" fmla="*/ 1231 w 1600"/>
              <a:gd name="connsiteY27" fmla="*/ 2068 h 2232"/>
              <a:gd name="connsiteX28" fmla="*/ 1363 w 1600"/>
              <a:gd name="connsiteY28" fmla="*/ 2113 h 2232"/>
              <a:gd name="connsiteX29" fmla="*/ 1468 w 1600"/>
              <a:gd name="connsiteY29" fmla="*/ 2152 h 2232"/>
              <a:gd name="connsiteX30" fmla="*/ 1531 w 1600"/>
              <a:gd name="connsiteY30" fmla="*/ 2173 h 2232"/>
              <a:gd name="connsiteX31" fmla="*/ 1600 w 1600"/>
              <a:gd name="connsiteY31" fmla="*/ 2232 h 2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" h="2232">
                <a:moveTo>
                  <a:pt x="0" y="0"/>
                </a:moveTo>
                <a:cubicBezTo>
                  <a:pt x="20" y="14"/>
                  <a:pt x="72" y="43"/>
                  <a:pt x="104" y="80"/>
                </a:cubicBezTo>
                <a:cubicBezTo>
                  <a:pt x="136" y="117"/>
                  <a:pt x="133" y="142"/>
                  <a:pt x="160" y="184"/>
                </a:cubicBezTo>
                <a:cubicBezTo>
                  <a:pt x="187" y="226"/>
                  <a:pt x="221" y="246"/>
                  <a:pt x="240" y="288"/>
                </a:cubicBezTo>
                <a:cubicBezTo>
                  <a:pt x="259" y="330"/>
                  <a:pt x="261" y="350"/>
                  <a:pt x="256" y="392"/>
                </a:cubicBezTo>
                <a:cubicBezTo>
                  <a:pt x="251" y="434"/>
                  <a:pt x="234" y="453"/>
                  <a:pt x="216" y="496"/>
                </a:cubicBezTo>
                <a:cubicBezTo>
                  <a:pt x="198" y="539"/>
                  <a:pt x="179" y="565"/>
                  <a:pt x="168" y="608"/>
                </a:cubicBezTo>
                <a:cubicBezTo>
                  <a:pt x="157" y="651"/>
                  <a:pt x="158" y="669"/>
                  <a:pt x="160" y="712"/>
                </a:cubicBezTo>
                <a:cubicBezTo>
                  <a:pt x="162" y="755"/>
                  <a:pt x="152" y="794"/>
                  <a:pt x="176" y="824"/>
                </a:cubicBezTo>
                <a:cubicBezTo>
                  <a:pt x="200" y="854"/>
                  <a:pt x="237" y="842"/>
                  <a:pt x="280" y="864"/>
                </a:cubicBezTo>
                <a:cubicBezTo>
                  <a:pt x="323" y="886"/>
                  <a:pt x="368" y="901"/>
                  <a:pt x="392" y="936"/>
                </a:cubicBezTo>
                <a:cubicBezTo>
                  <a:pt x="416" y="971"/>
                  <a:pt x="398" y="998"/>
                  <a:pt x="400" y="1040"/>
                </a:cubicBezTo>
                <a:cubicBezTo>
                  <a:pt x="402" y="1082"/>
                  <a:pt x="395" y="1101"/>
                  <a:pt x="400" y="1144"/>
                </a:cubicBezTo>
                <a:cubicBezTo>
                  <a:pt x="405" y="1187"/>
                  <a:pt x="398" y="1229"/>
                  <a:pt x="424" y="1256"/>
                </a:cubicBezTo>
                <a:cubicBezTo>
                  <a:pt x="450" y="1283"/>
                  <a:pt x="486" y="1262"/>
                  <a:pt x="528" y="1280"/>
                </a:cubicBezTo>
                <a:cubicBezTo>
                  <a:pt x="570" y="1298"/>
                  <a:pt x="613" y="1310"/>
                  <a:pt x="632" y="1344"/>
                </a:cubicBezTo>
                <a:cubicBezTo>
                  <a:pt x="651" y="1378"/>
                  <a:pt x="632" y="1406"/>
                  <a:pt x="624" y="1448"/>
                </a:cubicBezTo>
                <a:cubicBezTo>
                  <a:pt x="616" y="1490"/>
                  <a:pt x="605" y="1510"/>
                  <a:pt x="592" y="1552"/>
                </a:cubicBezTo>
                <a:cubicBezTo>
                  <a:pt x="579" y="1594"/>
                  <a:pt x="571" y="1613"/>
                  <a:pt x="560" y="1656"/>
                </a:cubicBezTo>
                <a:cubicBezTo>
                  <a:pt x="549" y="1699"/>
                  <a:pt x="541" y="1725"/>
                  <a:pt x="536" y="1768"/>
                </a:cubicBezTo>
                <a:cubicBezTo>
                  <a:pt x="531" y="1811"/>
                  <a:pt x="536" y="1829"/>
                  <a:pt x="536" y="1872"/>
                </a:cubicBezTo>
                <a:cubicBezTo>
                  <a:pt x="536" y="1915"/>
                  <a:pt x="568" y="1943"/>
                  <a:pt x="589" y="1972"/>
                </a:cubicBezTo>
                <a:cubicBezTo>
                  <a:pt x="610" y="2001"/>
                  <a:pt x="619" y="1973"/>
                  <a:pt x="661" y="1984"/>
                </a:cubicBezTo>
                <a:cubicBezTo>
                  <a:pt x="703" y="1995"/>
                  <a:pt x="709" y="2000"/>
                  <a:pt x="751" y="2005"/>
                </a:cubicBezTo>
                <a:cubicBezTo>
                  <a:pt x="793" y="2010"/>
                  <a:pt x="792" y="2000"/>
                  <a:pt x="835" y="2005"/>
                </a:cubicBezTo>
                <a:cubicBezTo>
                  <a:pt x="878" y="2010"/>
                  <a:pt x="924" y="2000"/>
                  <a:pt x="967" y="2011"/>
                </a:cubicBezTo>
                <a:cubicBezTo>
                  <a:pt x="1010" y="2022"/>
                  <a:pt x="1066" y="2013"/>
                  <a:pt x="1108" y="2029"/>
                </a:cubicBezTo>
                <a:cubicBezTo>
                  <a:pt x="1150" y="2045"/>
                  <a:pt x="1188" y="2052"/>
                  <a:pt x="1231" y="2068"/>
                </a:cubicBezTo>
                <a:cubicBezTo>
                  <a:pt x="1274" y="2084"/>
                  <a:pt x="1320" y="2105"/>
                  <a:pt x="1363" y="2113"/>
                </a:cubicBezTo>
                <a:cubicBezTo>
                  <a:pt x="1406" y="2121"/>
                  <a:pt x="1425" y="2146"/>
                  <a:pt x="1468" y="2152"/>
                </a:cubicBezTo>
                <a:cubicBezTo>
                  <a:pt x="1511" y="2158"/>
                  <a:pt x="1488" y="2163"/>
                  <a:pt x="1531" y="2173"/>
                </a:cubicBezTo>
                <a:cubicBezTo>
                  <a:pt x="1574" y="2183"/>
                  <a:pt x="1581" y="2228"/>
                  <a:pt x="1600" y="223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3479165" y="-180340"/>
            <a:ext cx="1685290" cy="1945005"/>
          </a:xfrm>
          <a:custGeom>
            <a:avLst/>
            <a:gdLst>
              <a:gd name="connisteX0" fmla="*/ 0 w 1123950"/>
              <a:gd name="connsiteY0" fmla="*/ 1295400 h 1295400"/>
              <a:gd name="connisteX1" fmla="*/ 64770 w 1123950"/>
              <a:gd name="connsiteY1" fmla="*/ 1280160 h 1295400"/>
              <a:gd name="connisteX2" fmla="*/ 129540 w 1123950"/>
              <a:gd name="connsiteY2" fmla="*/ 1272540 h 1295400"/>
              <a:gd name="connisteX3" fmla="*/ 194310 w 1123950"/>
              <a:gd name="connsiteY3" fmla="*/ 1272540 h 1295400"/>
              <a:gd name="connisteX4" fmla="*/ 259080 w 1123950"/>
              <a:gd name="connsiteY4" fmla="*/ 1272540 h 1295400"/>
              <a:gd name="connisteX5" fmla="*/ 327660 w 1123950"/>
              <a:gd name="connsiteY5" fmla="*/ 1257300 h 1295400"/>
              <a:gd name="connisteX6" fmla="*/ 392430 w 1123950"/>
              <a:gd name="connsiteY6" fmla="*/ 1219200 h 1295400"/>
              <a:gd name="connisteX7" fmla="*/ 457200 w 1123950"/>
              <a:gd name="connsiteY7" fmla="*/ 1158240 h 1295400"/>
              <a:gd name="connisteX8" fmla="*/ 502920 w 1123950"/>
              <a:gd name="connsiteY8" fmla="*/ 1093470 h 1295400"/>
              <a:gd name="connisteX9" fmla="*/ 560070 w 1123950"/>
              <a:gd name="connsiteY9" fmla="*/ 1028700 h 1295400"/>
              <a:gd name="connisteX10" fmla="*/ 586740 w 1123950"/>
              <a:gd name="connsiteY10" fmla="*/ 963930 h 1295400"/>
              <a:gd name="connisteX11" fmla="*/ 628650 w 1123950"/>
              <a:gd name="connsiteY11" fmla="*/ 899160 h 1295400"/>
              <a:gd name="connisteX12" fmla="*/ 693420 w 1123950"/>
              <a:gd name="connsiteY12" fmla="*/ 845820 h 1295400"/>
              <a:gd name="connisteX13" fmla="*/ 758190 w 1123950"/>
              <a:gd name="connsiteY13" fmla="*/ 807720 h 1295400"/>
              <a:gd name="connisteX14" fmla="*/ 822960 w 1123950"/>
              <a:gd name="connsiteY14" fmla="*/ 765810 h 1295400"/>
              <a:gd name="connisteX15" fmla="*/ 857250 w 1123950"/>
              <a:gd name="connsiteY15" fmla="*/ 701040 h 1295400"/>
              <a:gd name="connisteX16" fmla="*/ 872490 w 1123950"/>
              <a:gd name="connsiteY16" fmla="*/ 636270 h 1295400"/>
              <a:gd name="connisteX17" fmla="*/ 880110 w 1123950"/>
              <a:gd name="connsiteY17" fmla="*/ 567690 h 1295400"/>
              <a:gd name="connisteX18" fmla="*/ 887730 w 1123950"/>
              <a:gd name="connsiteY18" fmla="*/ 502920 h 1295400"/>
              <a:gd name="connisteX19" fmla="*/ 910590 w 1123950"/>
              <a:gd name="connsiteY19" fmla="*/ 438150 h 1295400"/>
              <a:gd name="connisteX20" fmla="*/ 937260 w 1123950"/>
              <a:gd name="connsiteY20" fmla="*/ 373380 h 1295400"/>
              <a:gd name="connisteX21" fmla="*/ 963930 w 1123950"/>
              <a:gd name="connsiteY21" fmla="*/ 308610 h 1295400"/>
              <a:gd name="connisteX22" fmla="*/ 982980 w 1123950"/>
              <a:gd name="connsiteY22" fmla="*/ 243840 h 1295400"/>
              <a:gd name="connisteX23" fmla="*/ 1002030 w 1123950"/>
              <a:gd name="connsiteY23" fmla="*/ 179070 h 1295400"/>
              <a:gd name="connisteX24" fmla="*/ 1028700 w 1123950"/>
              <a:gd name="connsiteY24" fmla="*/ 114300 h 1295400"/>
              <a:gd name="connisteX25" fmla="*/ 1059180 w 1123950"/>
              <a:gd name="connsiteY25" fmla="*/ 49530 h 1295400"/>
              <a:gd name="connisteX26" fmla="*/ 1123950 w 1123950"/>
              <a:gd name="connsiteY26" fmla="*/ 0 h 1295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1123950" h="1295400">
                <a:moveTo>
                  <a:pt x="0" y="1295400"/>
                </a:moveTo>
                <a:cubicBezTo>
                  <a:pt x="11430" y="1292225"/>
                  <a:pt x="38735" y="1284605"/>
                  <a:pt x="64770" y="1280160"/>
                </a:cubicBezTo>
                <a:cubicBezTo>
                  <a:pt x="90805" y="1275715"/>
                  <a:pt x="103505" y="1273810"/>
                  <a:pt x="129540" y="1272540"/>
                </a:cubicBezTo>
                <a:cubicBezTo>
                  <a:pt x="155575" y="1271270"/>
                  <a:pt x="168275" y="1272540"/>
                  <a:pt x="194310" y="1272540"/>
                </a:cubicBezTo>
                <a:cubicBezTo>
                  <a:pt x="220345" y="1272540"/>
                  <a:pt x="232410" y="1275715"/>
                  <a:pt x="259080" y="1272540"/>
                </a:cubicBezTo>
                <a:cubicBezTo>
                  <a:pt x="285750" y="1269365"/>
                  <a:pt x="300990" y="1268095"/>
                  <a:pt x="327660" y="1257300"/>
                </a:cubicBezTo>
                <a:cubicBezTo>
                  <a:pt x="354330" y="1246505"/>
                  <a:pt x="366395" y="1238885"/>
                  <a:pt x="392430" y="1219200"/>
                </a:cubicBezTo>
                <a:cubicBezTo>
                  <a:pt x="418465" y="1199515"/>
                  <a:pt x="434975" y="1183640"/>
                  <a:pt x="457200" y="1158240"/>
                </a:cubicBezTo>
                <a:cubicBezTo>
                  <a:pt x="479425" y="1132840"/>
                  <a:pt x="482600" y="1119505"/>
                  <a:pt x="502920" y="1093470"/>
                </a:cubicBezTo>
                <a:cubicBezTo>
                  <a:pt x="523240" y="1067435"/>
                  <a:pt x="543560" y="1054735"/>
                  <a:pt x="560070" y="1028700"/>
                </a:cubicBezTo>
                <a:cubicBezTo>
                  <a:pt x="576580" y="1002665"/>
                  <a:pt x="572770" y="989965"/>
                  <a:pt x="586740" y="963930"/>
                </a:cubicBezTo>
                <a:cubicBezTo>
                  <a:pt x="600710" y="937895"/>
                  <a:pt x="607060" y="922655"/>
                  <a:pt x="628650" y="899160"/>
                </a:cubicBezTo>
                <a:cubicBezTo>
                  <a:pt x="650240" y="875665"/>
                  <a:pt x="667385" y="864235"/>
                  <a:pt x="693420" y="845820"/>
                </a:cubicBezTo>
                <a:cubicBezTo>
                  <a:pt x="719455" y="827405"/>
                  <a:pt x="732155" y="823595"/>
                  <a:pt x="758190" y="807720"/>
                </a:cubicBezTo>
                <a:cubicBezTo>
                  <a:pt x="784225" y="791845"/>
                  <a:pt x="803275" y="787400"/>
                  <a:pt x="822960" y="765810"/>
                </a:cubicBezTo>
                <a:cubicBezTo>
                  <a:pt x="842645" y="744220"/>
                  <a:pt x="847090" y="727075"/>
                  <a:pt x="857250" y="701040"/>
                </a:cubicBezTo>
                <a:cubicBezTo>
                  <a:pt x="867410" y="675005"/>
                  <a:pt x="868045" y="662940"/>
                  <a:pt x="872490" y="636270"/>
                </a:cubicBezTo>
                <a:cubicBezTo>
                  <a:pt x="876935" y="609600"/>
                  <a:pt x="876935" y="594360"/>
                  <a:pt x="880110" y="567690"/>
                </a:cubicBezTo>
                <a:cubicBezTo>
                  <a:pt x="883285" y="541020"/>
                  <a:pt x="881380" y="528955"/>
                  <a:pt x="887730" y="502920"/>
                </a:cubicBezTo>
                <a:cubicBezTo>
                  <a:pt x="894080" y="476885"/>
                  <a:pt x="900430" y="464185"/>
                  <a:pt x="910590" y="438150"/>
                </a:cubicBezTo>
                <a:cubicBezTo>
                  <a:pt x="920750" y="412115"/>
                  <a:pt x="926465" y="399415"/>
                  <a:pt x="937260" y="373380"/>
                </a:cubicBezTo>
                <a:cubicBezTo>
                  <a:pt x="948055" y="347345"/>
                  <a:pt x="955040" y="334645"/>
                  <a:pt x="963930" y="308610"/>
                </a:cubicBezTo>
                <a:cubicBezTo>
                  <a:pt x="972820" y="282575"/>
                  <a:pt x="975360" y="269875"/>
                  <a:pt x="982980" y="243840"/>
                </a:cubicBezTo>
                <a:cubicBezTo>
                  <a:pt x="990600" y="217805"/>
                  <a:pt x="993140" y="205105"/>
                  <a:pt x="1002030" y="179070"/>
                </a:cubicBezTo>
                <a:cubicBezTo>
                  <a:pt x="1010920" y="153035"/>
                  <a:pt x="1017270" y="140335"/>
                  <a:pt x="1028700" y="114300"/>
                </a:cubicBezTo>
                <a:cubicBezTo>
                  <a:pt x="1040130" y="88265"/>
                  <a:pt x="1040130" y="72390"/>
                  <a:pt x="1059180" y="49530"/>
                </a:cubicBezTo>
                <a:cubicBezTo>
                  <a:pt x="1078230" y="26670"/>
                  <a:pt x="1111885" y="8890"/>
                  <a:pt x="112395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3483610" y="1762125"/>
            <a:ext cx="383540" cy="3060700"/>
          </a:xfrm>
          <a:custGeom>
            <a:avLst/>
            <a:gdLst>
              <a:gd name="connsiteX0" fmla="*/ 2 w 402"/>
              <a:gd name="connsiteY0" fmla="*/ 0 h 3210"/>
              <a:gd name="connsiteX1" fmla="*/ 2 w 402"/>
              <a:gd name="connsiteY1" fmla="*/ 102 h 3210"/>
              <a:gd name="connsiteX2" fmla="*/ 20 w 402"/>
              <a:gd name="connsiteY2" fmla="*/ 210 h 3210"/>
              <a:gd name="connsiteX3" fmla="*/ 20 w 402"/>
              <a:gd name="connsiteY3" fmla="*/ 312 h 3210"/>
              <a:gd name="connsiteX4" fmla="*/ 8 w 402"/>
              <a:gd name="connsiteY4" fmla="*/ 414 h 3210"/>
              <a:gd name="connsiteX5" fmla="*/ 2 w 402"/>
              <a:gd name="connsiteY5" fmla="*/ 516 h 3210"/>
              <a:gd name="connsiteX6" fmla="*/ 2 w 402"/>
              <a:gd name="connsiteY6" fmla="*/ 618 h 3210"/>
              <a:gd name="connsiteX7" fmla="*/ 2 w 402"/>
              <a:gd name="connsiteY7" fmla="*/ 720 h 3210"/>
              <a:gd name="connsiteX8" fmla="*/ 20 w 402"/>
              <a:gd name="connsiteY8" fmla="*/ 822 h 3210"/>
              <a:gd name="connsiteX9" fmla="*/ 50 w 402"/>
              <a:gd name="connsiteY9" fmla="*/ 924 h 3210"/>
              <a:gd name="connsiteX10" fmla="*/ 62 w 402"/>
              <a:gd name="connsiteY10" fmla="*/ 1026 h 3210"/>
              <a:gd name="connsiteX11" fmla="*/ 74 w 402"/>
              <a:gd name="connsiteY11" fmla="*/ 1128 h 3210"/>
              <a:gd name="connsiteX12" fmla="*/ 92 w 402"/>
              <a:gd name="connsiteY12" fmla="*/ 1230 h 3210"/>
              <a:gd name="connsiteX13" fmla="*/ 92 w 402"/>
              <a:gd name="connsiteY13" fmla="*/ 1332 h 3210"/>
              <a:gd name="connsiteX14" fmla="*/ 98 w 402"/>
              <a:gd name="connsiteY14" fmla="*/ 1434 h 3210"/>
              <a:gd name="connsiteX15" fmla="*/ 116 w 402"/>
              <a:gd name="connsiteY15" fmla="*/ 1536 h 3210"/>
              <a:gd name="connsiteX16" fmla="*/ 140 w 402"/>
              <a:gd name="connsiteY16" fmla="*/ 1638 h 3210"/>
              <a:gd name="connsiteX17" fmla="*/ 140 w 402"/>
              <a:gd name="connsiteY17" fmla="*/ 1746 h 3210"/>
              <a:gd name="connsiteX18" fmla="*/ 140 w 402"/>
              <a:gd name="connsiteY18" fmla="*/ 1848 h 3210"/>
              <a:gd name="connsiteX19" fmla="*/ 140 w 402"/>
              <a:gd name="connsiteY19" fmla="*/ 1950 h 3210"/>
              <a:gd name="connsiteX20" fmla="*/ 140 w 402"/>
              <a:gd name="connsiteY20" fmla="*/ 2052 h 3210"/>
              <a:gd name="connsiteX21" fmla="*/ 128 w 402"/>
              <a:gd name="connsiteY21" fmla="*/ 2154 h 3210"/>
              <a:gd name="connsiteX22" fmla="*/ 98 w 402"/>
              <a:gd name="connsiteY22" fmla="*/ 2256 h 3210"/>
              <a:gd name="connsiteX23" fmla="*/ 68 w 402"/>
              <a:gd name="connsiteY23" fmla="*/ 2358 h 3210"/>
              <a:gd name="connsiteX24" fmla="*/ 62 w 402"/>
              <a:gd name="connsiteY24" fmla="*/ 2460 h 3210"/>
              <a:gd name="connsiteX25" fmla="*/ 116 w 402"/>
              <a:gd name="connsiteY25" fmla="*/ 2562 h 3210"/>
              <a:gd name="connsiteX26" fmla="*/ 182 w 402"/>
              <a:gd name="connsiteY26" fmla="*/ 2664 h 3210"/>
              <a:gd name="connsiteX27" fmla="*/ 236 w 402"/>
              <a:gd name="connsiteY27" fmla="*/ 2766 h 3210"/>
              <a:gd name="connsiteX28" fmla="*/ 362 w 402"/>
              <a:gd name="connsiteY28" fmla="*/ 2886 h 3210"/>
              <a:gd name="connsiteX29" fmla="*/ 386 w 402"/>
              <a:gd name="connsiteY29" fmla="*/ 2994 h 3210"/>
              <a:gd name="connsiteX30" fmla="*/ 398 w 402"/>
              <a:gd name="connsiteY30" fmla="*/ 3096 h 3210"/>
              <a:gd name="connsiteX31" fmla="*/ 403 w 402"/>
              <a:gd name="connsiteY31" fmla="*/ 3210 h 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" h="3210">
                <a:moveTo>
                  <a:pt x="2" y="0"/>
                </a:moveTo>
                <a:cubicBezTo>
                  <a:pt x="2" y="18"/>
                  <a:pt x="-2" y="60"/>
                  <a:pt x="2" y="102"/>
                </a:cubicBezTo>
                <a:cubicBezTo>
                  <a:pt x="6" y="144"/>
                  <a:pt x="16" y="168"/>
                  <a:pt x="20" y="210"/>
                </a:cubicBezTo>
                <a:cubicBezTo>
                  <a:pt x="24" y="252"/>
                  <a:pt x="22" y="271"/>
                  <a:pt x="20" y="312"/>
                </a:cubicBezTo>
                <a:cubicBezTo>
                  <a:pt x="18" y="353"/>
                  <a:pt x="12" y="373"/>
                  <a:pt x="8" y="414"/>
                </a:cubicBezTo>
                <a:cubicBezTo>
                  <a:pt x="4" y="455"/>
                  <a:pt x="3" y="475"/>
                  <a:pt x="2" y="516"/>
                </a:cubicBezTo>
                <a:cubicBezTo>
                  <a:pt x="1" y="557"/>
                  <a:pt x="2" y="577"/>
                  <a:pt x="2" y="618"/>
                </a:cubicBezTo>
                <a:cubicBezTo>
                  <a:pt x="2" y="659"/>
                  <a:pt x="-2" y="679"/>
                  <a:pt x="2" y="720"/>
                </a:cubicBezTo>
                <a:cubicBezTo>
                  <a:pt x="6" y="761"/>
                  <a:pt x="10" y="781"/>
                  <a:pt x="20" y="822"/>
                </a:cubicBezTo>
                <a:cubicBezTo>
                  <a:pt x="30" y="863"/>
                  <a:pt x="42" y="883"/>
                  <a:pt x="50" y="924"/>
                </a:cubicBezTo>
                <a:cubicBezTo>
                  <a:pt x="58" y="965"/>
                  <a:pt x="57" y="985"/>
                  <a:pt x="62" y="1026"/>
                </a:cubicBezTo>
                <a:cubicBezTo>
                  <a:pt x="67" y="1067"/>
                  <a:pt x="68" y="1087"/>
                  <a:pt x="74" y="1128"/>
                </a:cubicBezTo>
                <a:cubicBezTo>
                  <a:pt x="80" y="1169"/>
                  <a:pt x="88" y="1189"/>
                  <a:pt x="92" y="1230"/>
                </a:cubicBezTo>
                <a:cubicBezTo>
                  <a:pt x="96" y="1271"/>
                  <a:pt x="91" y="1291"/>
                  <a:pt x="92" y="1332"/>
                </a:cubicBezTo>
                <a:cubicBezTo>
                  <a:pt x="93" y="1373"/>
                  <a:pt x="93" y="1393"/>
                  <a:pt x="98" y="1434"/>
                </a:cubicBezTo>
                <a:cubicBezTo>
                  <a:pt x="103" y="1475"/>
                  <a:pt x="108" y="1495"/>
                  <a:pt x="116" y="1536"/>
                </a:cubicBezTo>
                <a:cubicBezTo>
                  <a:pt x="124" y="1577"/>
                  <a:pt x="135" y="1596"/>
                  <a:pt x="140" y="1638"/>
                </a:cubicBezTo>
                <a:cubicBezTo>
                  <a:pt x="145" y="1680"/>
                  <a:pt x="140" y="1704"/>
                  <a:pt x="140" y="1746"/>
                </a:cubicBezTo>
                <a:cubicBezTo>
                  <a:pt x="140" y="1788"/>
                  <a:pt x="140" y="1807"/>
                  <a:pt x="140" y="1848"/>
                </a:cubicBezTo>
                <a:cubicBezTo>
                  <a:pt x="140" y="1889"/>
                  <a:pt x="140" y="1909"/>
                  <a:pt x="140" y="1950"/>
                </a:cubicBezTo>
                <a:cubicBezTo>
                  <a:pt x="140" y="1991"/>
                  <a:pt x="142" y="2011"/>
                  <a:pt x="140" y="2052"/>
                </a:cubicBezTo>
                <a:cubicBezTo>
                  <a:pt x="138" y="2093"/>
                  <a:pt x="136" y="2113"/>
                  <a:pt x="128" y="2154"/>
                </a:cubicBezTo>
                <a:cubicBezTo>
                  <a:pt x="120" y="2195"/>
                  <a:pt x="110" y="2215"/>
                  <a:pt x="98" y="2256"/>
                </a:cubicBezTo>
                <a:cubicBezTo>
                  <a:pt x="86" y="2297"/>
                  <a:pt x="75" y="2317"/>
                  <a:pt x="68" y="2358"/>
                </a:cubicBezTo>
                <a:cubicBezTo>
                  <a:pt x="61" y="2399"/>
                  <a:pt x="52" y="2419"/>
                  <a:pt x="62" y="2460"/>
                </a:cubicBezTo>
                <a:cubicBezTo>
                  <a:pt x="72" y="2501"/>
                  <a:pt x="92" y="2521"/>
                  <a:pt x="116" y="2562"/>
                </a:cubicBezTo>
                <a:cubicBezTo>
                  <a:pt x="140" y="2603"/>
                  <a:pt x="158" y="2623"/>
                  <a:pt x="182" y="2664"/>
                </a:cubicBezTo>
                <a:cubicBezTo>
                  <a:pt x="206" y="2705"/>
                  <a:pt x="216" y="2725"/>
                  <a:pt x="236" y="2766"/>
                </a:cubicBezTo>
                <a:cubicBezTo>
                  <a:pt x="256" y="2807"/>
                  <a:pt x="346" y="2845"/>
                  <a:pt x="362" y="2886"/>
                </a:cubicBezTo>
                <a:cubicBezTo>
                  <a:pt x="378" y="2927"/>
                  <a:pt x="381" y="2953"/>
                  <a:pt x="386" y="2994"/>
                </a:cubicBezTo>
                <a:cubicBezTo>
                  <a:pt x="391" y="3035"/>
                  <a:pt x="399" y="3055"/>
                  <a:pt x="398" y="3096"/>
                </a:cubicBezTo>
                <a:cubicBezTo>
                  <a:pt x="397" y="3137"/>
                  <a:pt x="403" y="3192"/>
                  <a:pt x="403" y="32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3689985" y="4686935"/>
            <a:ext cx="184785" cy="1664970"/>
          </a:xfrm>
          <a:custGeom>
            <a:avLst/>
            <a:gdLst>
              <a:gd name="connisteX0" fmla="*/ 110490 w 123202"/>
              <a:gd name="connsiteY0" fmla="*/ 0 h 1108710"/>
              <a:gd name="connisteX1" fmla="*/ 118110 w 123202"/>
              <a:gd name="connsiteY1" fmla="*/ 68580 h 1108710"/>
              <a:gd name="connisteX2" fmla="*/ 118110 w 123202"/>
              <a:gd name="connsiteY2" fmla="*/ 133350 h 1108710"/>
              <a:gd name="connisteX3" fmla="*/ 64770 w 123202"/>
              <a:gd name="connsiteY3" fmla="*/ 198120 h 1108710"/>
              <a:gd name="connisteX4" fmla="*/ 45720 w 123202"/>
              <a:gd name="connsiteY4" fmla="*/ 262890 h 1108710"/>
              <a:gd name="connisteX5" fmla="*/ 41910 w 123202"/>
              <a:gd name="connsiteY5" fmla="*/ 327660 h 1108710"/>
              <a:gd name="connisteX6" fmla="*/ 41910 w 123202"/>
              <a:gd name="connsiteY6" fmla="*/ 392430 h 1108710"/>
              <a:gd name="connisteX7" fmla="*/ 49530 w 123202"/>
              <a:gd name="connsiteY7" fmla="*/ 457200 h 1108710"/>
              <a:gd name="connisteX8" fmla="*/ 60960 w 123202"/>
              <a:gd name="connsiteY8" fmla="*/ 521970 h 1108710"/>
              <a:gd name="connisteX9" fmla="*/ 68580 w 123202"/>
              <a:gd name="connsiteY9" fmla="*/ 586740 h 1108710"/>
              <a:gd name="connisteX10" fmla="*/ 64770 w 123202"/>
              <a:gd name="connsiteY10" fmla="*/ 651510 h 1108710"/>
              <a:gd name="connisteX11" fmla="*/ 53340 w 123202"/>
              <a:gd name="connsiteY11" fmla="*/ 716280 h 1108710"/>
              <a:gd name="connisteX12" fmla="*/ 53340 w 123202"/>
              <a:gd name="connsiteY12" fmla="*/ 781050 h 1108710"/>
              <a:gd name="connisteX13" fmla="*/ 64770 w 123202"/>
              <a:gd name="connsiteY13" fmla="*/ 845820 h 1108710"/>
              <a:gd name="connisteX14" fmla="*/ 87630 w 123202"/>
              <a:gd name="connsiteY14" fmla="*/ 910590 h 1108710"/>
              <a:gd name="connisteX15" fmla="*/ 87630 w 123202"/>
              <a:gd name="connsiteY15" fmla="*/ 975360 h 1108710"/>
              <a:gd name="connisteX16" fmla="*/ 45720 w 123202"/>
              <a:gd name="connsiteY16" fmla="*/ 1043940 h 1108710"/>
              <a:gd name="connisteX17" fmla="*/ 0 w 123202"/>
              <a:gd name="connsiteY17" fmla="*/ 1108710 h 11087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</a:cxnLst>
            <a:rect l="l" t="t" r="r" b="b"/>
            <a:pathLst>
              <a:path w="123203" h="1108710">
                <a:moveTo>
                  <a:pt x="110490" y="0"/>
                </a:moveTo>
                <a:cubicBezTo>
                  <a:pt x="111760" y="12700"/>
                  <a:pt x="116840" y="41910"/>
                  <a:pt x="118110" y="68580"/>
                </a:cubicBezTo>
                <a:cubicBezTo>
                  <a:pt x="119380" y="95250"/>
                  <a:pt x="128905" y="107315"/>
                  <a:pt x="118110" y="133350"/>
                </a:cubicBezTo>
                <a:cubicBezTo>
                  <a:pt x="107315" y="159385"/>
                  <a:pt x="79375" y="172085"/>
                  <a:pt x="64770" y="198120"/>
                </a:cubicBezTo>
                <a:cubicBezTo>
                  <a:pt x="50165" y="224155"/>
                  <a:pt x="50165" y="236855"/>
                  <a:pt x="45720" y="262890"/>
                </a:cubicBezTo>
                <a:cubicBezTo>
                  <a:pt x="41275" y="288925"/>
                  <a:pt x="42545" y="301625"/>
                  <a:pt x="41910" y="327660"/>
                </a:cubicBezTo>
                <a:cubicBezTo>
                  <a:pt x="41275" y="353695"/>
                  <a:pt x="40640" y="366395"/>
                  <a:pt x="41910" y="392430"/>
                </a:cubicBezTo>
                <a:cubicBezTo>
                  <a:pt x="43180" y="418465"/>
                  <a:pt x="45720" y="431165"/>
                  <a:pt x="49530" y="457200"/>
                </a:cubicBezTo>
                <a:cubicBezTo>
                  <a:pt x="53340" y="483235"/>
                  <a:pt x="57150" y="495935"/>
                  <a:pt x="60960" y="521970"/>
                </a:cubicBezTo>
                <a:cubicBezTo>
                  <a:pt x="64770" y="548005"/>
                  <a:pt x="67945" y="560705"/>
                  <a:pt x="68580" y="586740"/>
                </a:cubicBezTo>
                <a:cubicBezTo>
                  <a:pt x="69215" y="612775"/>
                  <a:pt x="67945" y="625475"/>
                  <a:pt x="64770" y="651510"/>
                </a:cubicBezTo>
                <a:cubicBezTo>
                  <a:pt x="61595" y="677545"/>
                  <a:pt x="55880" y="690245"/>
                  <a:pt x="53340" y="716280"/>
                </a:cubicBezTo>
                <a:cubicBezTo>
                  <a:pt x="50800" y="742315"/>
                  <a:pt x="50800" y="755015"/>
                  <a:pt x="53340" y="781050"/>
                </a:cubicBezTo>
                <a:cubicBezTo>
                  <a:pt x="55880" y="807085"/>
                  <a:pt x="57785" y="819785"/>
                  <a:pt x="64770" y="845820"/>
                </a:cubicBezTo>
                <a:cubicBezTo>
                  <a:pt x="71755" y="871855"/>
                  <a:pt x="83185" y="884555"/>
                  <a:pt x="87630" y="910590"/>
                </a:cubicBezTo>
                <a:cubicBezTo>
                  <a:pt x="92075" y="936625"/>
                  <a:pt x="95885" y="948690"/>
                  <a:pt x="87630" y="975360"/>
                </a:cubicBezTo>
                <a:cubicBezTo>
                  <a:pt x="79375" y="1002030"/>
                  <a:pt x="63500" y="1017270"/>
                  <a:pt x="45720" y="1043940"/>
                </a:cubicBezTo>
                <a:cubicBezTo>
                  <a:pt x="27940" y="1070610"/>
                  <a:pt x="8255" y="1097280"/>
                  <a:pt x="0" y="11087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3178175" y="1751330"/>
            <a:ext cx="304800" cy="3209290"/>
          </a:xfrm>
          <a:custGeom>
            <a:avLst/>
            <a:gdLst>
              <a:gd name="connisteX0" fmla="*/ 202882 w 202882"/>
              <a:gd name="connsiteY0" fmla="*/ 0 h 2137410"/>
              <a:gd name="connisteX1" fmla="*/ 164782 w 202882"/>
              <a:gd name="connsiteY1" fmla="*/ 68580 h 2137410"/>
              <a:gd name="connisteX2" fmla="*/ 100012 w 202882"/>
              <a:gd name="connsiteY2" fmla="*/ 121920 h 2137410"/>
              <a:gd name="connisteX3" fmla="*/ 61912 w 202882"/>
              <a:gd name="connsiteY3" fmla="*/ 186690 h 2137410"/>
              <a:gd name="connisteX4" fmla="*/ 35242 w 202882"/>
              <a:gd name="connsiteY4" fmla="*/ 251460 h 2137410"/>
              <a:gd name="connisteX5" fmla="*/ 35242 w 202882"/>
              <a:gd name="connsiteY5" fmla="*/ 316230 h 2137410"/>
              <a:gd name="connisteX6" fmla="*/ 27622 w 202882"/>
              <a:gd name="connsiteY6" fmla="*/ 381000 h 2137410"/>
              <a:gd name="connisteX7" fmla="*/ 23812 w 202882"/>
              <a:gd name="connsiteY7" fmla="*/ 445770 h 2137410"/>
              <a:gd name="connisteX8" fmla="*/ 31432 w 202882"/>
              <a:gd name="connsiteY8" fmla="*/ 510540 h 2137410"/>
              <a:gd name="connisteX9" fmla="*/ 27622 w 202882"/>
              <a:gd name="connsiteY9" fmla="*/ 575310 h 2137410"/>
              <a:gd name="connisteX10" fmla="*/ 12382 w 202882"/>
              <a:gd name="connsiteY10" fmla="*/ 640080 h 2137410"/>
              <a:gd name="connisteX11" fmla="*/ 8572 w 202882"/>
              <a:gd name="connsiteY11" fmla="*/ 704850 h 2137410"/>
              <a:gd name="connisteX12" fmla="*/ 8572 w 202882"/>
              <a:gd name="connsiteY12" fmla="*/ 769620 h 2137410"/>
              <a:gd name="connisteX13" fmla="*/ 8572 w 202882"/>
              <a:gd name="connsiteY13" fmla="*/ 838200 h 2137410"/>
              <a:gd name="connisteX14" fmla="*/ 952 w 202882"/>
              <a:gd name="connsiteY14" fmla="*/ 902970 h 2137410"/>
              <a:gd name="connisteX15" fmla="*/ 952 w 202882"/>
              <a:gd name="connsiteY15" fmla="*/ 967740 h 2137410"/>
              <a:gd name="connisteX16" fmla="*/ 8572 w 202882"/>
              <a:gd name="connsiteY16" fmla="*/ 1032510 h 2137410"/>
              <a:gd name="connisteX17" fmla="*/ 31432 w 202882"/>
              <a:gd name="connsiteY17" fmla="*/ 1097280 h 2137410"/>
              <a:gd name="connisteX18" fmla="*/ 54292 w 202882"/>
              <a:gd name="connsiteY18" fmla="*/ 1162050 h 2137410"/>
              <a:gd name="connisteX19" fmla="*/ 54292 w 202882"/>
              <a:gd name="connsiteY19" fmla="*/ 1226820 h 2137410"/>
              <a:gd name="connisteX20" fmla="*/ 50482 w 202882"/>
              <a:gd name="connsiteY20" fmla="*/ 1291590 h 2137410"/>
              <a:gd name="connisteX21" fmla="*/ 50482 w 202882"/>
              <a:gd name="connsiteY21" fmla="*/ 1356360 h 2137410"/>
              <a:gd name="connisteX22" fmla="*/ 54292 w 202882"/>
              <a:gd name="connsiteY22" fmla="*/ 1421130 h 2137410"/>
              <a:gd name="connisteX23" fmla="*/ 73342 w 202882"/>
              <a:gd name="connsiteY23" fmla="*/ 1485900 h 2137410"/>
              <a:gd name="connisteX24" fmla="*/ 65722 w 202882"/>
              <a:gd name="connsiteY24" fmla="*/ 1550670 h 2137410"/>
              <a:gd name="connisteX25" fmla="*/ 84772 w 202882"/>
              <a:gd name="connsiteY25" fmla="*/ 1615440 h 2137410"/>
              <a:gd name="connisteX26" fmla="*/ 126682 w 202882"/>
              <a:gd name="connsiteY26" fmla="*/ 1680210 h 2137410"/>
              <a:gd name="connisteX27" fmla="*/ 157162 w 202882"/>
              <a:gd name="connsiteY27" fmla="*/ 1744980 h 2137410"/>
              <a:gd name="connisteX28" fmla="*/ 130492 w 202882"/>
              <a:gd name="connsiteY28" fmla="*/ 1813560 h 2137410"/>
              <a:gd name="connisteX29" fmla="*/ 77152 w 202882"/>
              <a:gd name="connsiteY29" fmla="*/ 1878330 h 2137410"/>
              <a:gd name="connisteX30" fmla="*/ 39052 w 202882"/>
              <a:gd name="connsiteY30" fmla="*/ 1943100 h 2137410"/>
              <a:gd name="connisteX31" fmla="*/ 27622 w 202882"/>
              <a:gd name="connsiteY31" fmla="*/ 2007870 h 2137410"/>
              <a:gd name="connisteX32" fmla="*/ 35242 w 202882"/>
              <a:gd name="connsiteY32" fmla="*/ 2072640 h 2137410"/>
              <a:gd name="connisteX33" fmla="*/ 69532 w 202882"/>
              <a:gd name="connsiteY33" fmla="*/ 2137410 h 21374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</a:cxnLst>
            <a:rect l="l" t="t" r="r" b="b"/>
            <a:pathLst>
              <a:path w="202883" h="2137410">
                <a:moveTo>
                  <a:pt x="202883" y="0"/>
                </a:moveTo>
                <a:cubicBezTo>
                  <a:pt x="196533" y="12700"/>
                  <a:pt x="185103" y="44450"/>
                  <a:pt x="164783" y="68580"/>
                </a:cubicBezTo>
                <a:cubicBezTo>
                  <a:pt x="144463" y="92710"/>
                  <a:pt x="120333" y="98425"/>
                  <a:pt x="100013" y="121920"/>
                </a:cubicBezTo>
                <a:cubicBezTo>
                  <a:pt x="79693" y="145415"/>
                  <a:pt x="74613" y="160655"/>
                  <a:pt x="61913" y="186690"/>
                </a:cubicBezTo>
                <a:cubicBezTo>
                  <a:pt x="49213" y="212725"/>
                  <a:pt x="40323" y="225425"/>
                  <a:pt x="35243" y="251460"/>
                </a:cubicBezTo>
                <a:cubicBezTo>
                  <a:pt x="30163" y="277495"/>
                  <a:pt x="36513" y="290195"/>
                  <a:pt x="35243" y="316230"/>
                </a:cubicBezTo>
                <a:cubicBezTo>
                  <a:pt x="33973" y="342265"/>
                  <a:pt x="30163" y="354965"/>
                  <a:pt x="27623" y="381000"/>
                </a:cubicBezTo>
                <a:cubicBezTo>
                  <a:pt x="25083" y="407035"/>
                  <a:pt x="23178" y="419735"/>
                  <a:pt x="23813" y="445770"/>
                </a:cubicBezTo>
                <a:cubicBezTo>
                  <a:pt x="24448" y="471805"/>
                  <a:pt x="30798" y="484505"/>
                  <a:pt x="31433" y="510540"/>
                </a:cubicBezTo>
                <a:cubicBezTo>
                  <a:pt x="32068" y="536575"/>
                  <a:pt x="31433" y="549275"/>
                  <a:pt x="27623" y="575310"/>
                </a:cubicBezTo>
                <a:cubicBezTo>
                  <a:pt x="23813" y="601345"/>
                  <a:pt x="16193" y="614045"/>
                  <a:pt x="12383" y="640080"/>
                </a:cubicBezTo>
                <a:cubicBezTo>
                  <a:pt x="8573" y="666115"/>
                  <a:pt x="9208" y="678815"/>
                  <a:pt x="8573" y="704850"/>
                </a:cubicBezTo>
                <a:cubicBezTo>
                  <a:pt x="7938" y="730885"/>
                  <a:pt x="8573" y="742950"/>
                  <a:pt x="8573" y="769620"/>
                </a:cubicBezTo>
                <a:cubicBezTo>
                  <a:pt x="8573" y="796290"/>
                  <a:pt x="9843" y="811530"/>
                  <a:pt x="8573" y="838200"/>
                </a:cubicBezTo>
                <a:cubicBezTo>
                  <a:pt x="7303" y="864870"/>
                  <a:pt x="2223" y="876935"/>
                  <a:pt x="953" y="902970"/>
                </a:cubicBezTo>
                <a:cubicBezTo>
                  <a:pt x="-317" y="929005"/>
                  <a:pt x="-317" y="941705"/>
                  <a:pt x="953" y="967740"/>
                </a:cubicBezTo>
                <a:cubicBezTo>
                  <a:pt x="2223" y="993775"/>
                  <a:pt x="2223" y="1006475"/>
                  <a:pt x="8573" y="1032510"/>
                </a:cubicBezTo>
                <a:cubicBezTo>
                  <a:pt x="14923" y="1058545"/>
                  <a:pt x="22543" y="1071245"/>
                  <a:pt x="31433" y="1097280"/>
                </a:cubicBezTo>
                <a:cubicBezTo>
                  <a:pt x="40323" y="1123315"/>
                  <a:pt x="49848" y="1136015"/>
                  <a:pt x="54293" y="1162050"/>
                </a:cubicBezTo>
                <a:cubicBezTo>
                  <a:pt x="58738" y="1188085"/>
                  <a:pt x="54928" y="1200785"/>
                  <a:pt x="54293" y="1226820"/>
                </a:cubicBezTo>
                <a:cubicBezTo>
                  <a:pt x="53658" y="1252855"/>
                  <a:pt x="51118" y="1265555"/>
                  <a:pt x="50483" y="1291590"/>
                </a:cubicBezTo>
                <a:cubicBezTo>
                  <a:pt x="49848" y="1317625"/>
                  <a:pt x="49848" y="1330325"/>
                  <a:pt x="50483" y="1356360"/>
                </a:cubicBezTo>
                <a:cubicBezTo>
                  <a:pt x="51118" y="1382395"/>
                  <a:pt x="49848" y="1395095"/>
                  <a:pt x="54293" y="1421130"/>
                </a:cubicBezTo>
                <a:cubicBezTo>
                  <a:pt x="58738" y="1447165"/>
                  <a:pt x="70803" y="1459865"/>
                  <a:pt x="73343" y="1485900"/>
                </a:cubicBezTo>
                <a:cubicBezTo>
                  <a:pt x="75883" y="1511935"/>
                  <a:pt x="63183" y="1524635"/>
                  <a:pt x="65723" y="1550670"/>
                </a:cubicBezTo>
                <a:cubicBezTo>
                  <a:pt x="68263" y="1576705"/>
                  <a:pt x="72708" y="1589405"/>
                  <a:pt x="84773" y="1615440"/>
                </a:cubicBezTo>
                <a:cubicBezTo>
                  <a:pt x="96838" y="1641475"/>
                  <a:pt x="112078" y="1654175"/>
                  <a:pt x="126683" y="1680210"/>
                </a:cubicBezTo>
                <a:cubicBezTo>
                  <a:pt x="141288" y="1706245"/>
                  <a:pt x="156528" y="1718310"/>
                  <a:pt x="157163" y="1744980"/>
                </a:cubicBezTo>
                <a:cubicBezTo>
                  <a:pt x="157798" y="1771650"/>
                  <a:pt x="146368" y="1786890"/>
                  <a:pt x="130493" y="1813560"/>
                </a:cubicBezTo>
                <a:cubicBezTo>
                  <a:pt x="114618" y="1840230"/>
                  <a:pt x="95568" y="1852295"/>
                  <a:pt x="77153" y="1878330"/>
                </a:cubicBezTo>
                <a:cubicBezTo>
                  <a:pt x="58738" y="1904365"/>
                  <a:pt x="49213" y="1917065"/>
                  <a:pt x="39053" y="1943100"/>
                </a:cubicBezTo>
                <a:cubicBezTo>
                  <a:pt x="28893" y="1969135"/>
                  <a:pt x="28258" y="1981835"/>
                  <a:pt x="27623" y="2007870"/>
                </a:cubicBezTo>
                <a:cubicBezTo>
                  <a:pt x="26988" y="2033905"/>
                  <a:pt x="26988" y="2046605"/>
                  <a:pt x="35243" y="2072640"/>
                </a:cubicBezTo>
                <a:cubicBezTo>
                  <a:pt x="43498" y="2098675"/>
                  <a:pt x="62548" y="2125980"/>
                  <a:pt x="69533" y="21374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3132455" y="4944110"/>
            <a:ext cx="344170" cy="1350010"/>
          </a:xfrm>
          <a:custGeom>
            <a:avLst/>
            <a:gdLst>
              <a:gd name="connisteX0" fmla="*/ 91861 w 229021"/>
              <a:gd name="connsiteY0" fmla="*/ 0 h 899160"/>
              <a:gd name="connisteX1" fmla="*/ 110911 w 229021"/>
              <a:gd name="connsiteY1" fmla="*/ 64770 h 899160"/>
              <a:gd name="connisteX2" fmla="*/ 122341 w 229021"/>
              <a:gd name="connsiteY2" fmla="*/ 129540 h 899160"/>
              <a:gd name="connisteX3" fmla="*/ 118531 w 229021"/>
              <a:gd name="connsiteY3" fmla="*/ 194310 h 899160"/>
              <a:gd name="connisteX4" fmla="*/ 53761 w 229021"/>
              <a:gd name="connsiteY4" fmla="*/ 247650 h 899160"/>
              <a:gd name="connisteX5" fmla="*/ 421 w 229021"/>
              <a:gd name="connsiteY5" fmla="*/ 312420 h 899160"/>
              <a:gd name="connisteX6" fmla="*/ 34711 w 229021"/>
              <a:gd name="connsiteY6" fmla="*/ 381000 h 899160"/>
              <a:gd name="connisteX7" fmla="*/ 76621 w 229021"/>
              <a:gd name="connsiteY7" fmla="*/ 445770 h 899160"/>
              <a:gd name="connisteX8" fmla="*/ 126151 w 229021"/>
              <a:gd name="connsiteY8" fmla="*/ 510540 h 899160"/>
              <a:gd name="connisteX9" fmla="*/ 164251 w 229021"/>
              <a:gd name="connsiteY9" fmla="*/ 575310 h 899160"/>
              <a:gd name="connisteX10" fmla="*/ 206161 w 229021"/>
              <a:gd name="connsiteY10" fmla="*/ 640080 h 899160"/>
              <a:gd name="connisteX11" fmla="*/ 209971 w 229021"/>
              <a:gd name="connsiteY11" fmla="*/ 704850 h 899160"/>
              <a:gd name="connisteX12" fmla="*/ 194731 w 229021"/>
              <a:gd name="connsiteY12" fmla="*/ 769620 h 899160"/>
              <a:gd name="connisteX13" fmla="*/ 198541 w 229021"/>
              <a:gd name="connsiteY13" fmla="*/ 834390 h 899160"/>
              <a:gd name="connisteX14" fmla="*/ 229021 w 229021"/>
              <a:gd name="connsiteY14" fmla="*/ 899160 h 8991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229022" h="899160">
                <a:moveTo>
                  <a:pt x="91862" y="0"/>
                </a:moveTo>
                <a:cubicBezTo>
                  <a:pt x="95672" y="11430"/>
                  <a:pt x="104562" y="38735"/>
                  <a:pt x="110912" y="64770"/>
                </a:cubicBezTo>
                <a:cubicBezTo>
                  <a:pt x="117262" y="90805"/>
                  <a:pt x="121072" y="103505"/>
                  <a:pt x="122342" y="129540"/>
                </a:cubicBezTo>
                <a:cubicBezTo>
                  <a:pt x="123612" y="155575"/>
                  <a:pt x="132502" y="170815"/>
                  <a:pt x="118532" y="194310"/>
                </a:cubicBezTo>
                <a:cubicBezTo>
                  <a:pt x="104562" y="217805"/>
                  <a:pt x="77257" y="224155"/>
                  <a:pt x="53762" y="247650"/>
                </a:cubicBezTo>
                <a:cubicBezTo>
                  <a:pt x="30267" y="271145"/>
                  <a:pt x="4232" y="285750"/>
                  <a:pt x="422" y="312420"/>
                </a:cubicBezTo>
                <a:cubicBezTo>
                  <a:pt x="-3388" y="339090"/>
                  <a:pt x="19472" y="354330"/>
                  <a:pt x="34712" y="381000"/>
                </a:cubicBezTo>
                <a:cubicBezTo>
                  <a:pt x="49952" y="407670"/>
                  <a:pt x="58207" y="419735"/>
                  <a:pt x="76622" y="445770"/>
                </a:cubicBezTo>
                <a:cubicBezTo>
                  <a:pt x="95037" y="471805"/>
                  <a:pt x="108372" y="484505"/>
                  <a:pt x="126152" y="510540"/>
                </a:cubicBezTo>
                <a:cubicBezTo>
                  <a:pt x="143932" y="536575"/>
                  <a:pt x="148377" y="549275"/>
                  <a:pt x="164252" y="575310"/>
                </a:cubicBezTo>
                <a:cubicBezTo>
                  <a:pt x="180127" y="601345"/>
                  <a:pt x="197272" y="614045"/>
                  <a:pt x="206162" y="640080"/>
                </a:cubicBezTo>
                <a:cubicBezTo>
                  <a:pt x="215052" y="666115"/>
                  <a:pt x="212512" y="678815"/>
                  <a:pt x="209972" y="704850"/>
                </a:cubicBezTo>
                <a:cubicBezTo>
                  <a:pt x="207432" y="730885"/>
                  <a:pt x="197272" y="743585"/>
                  <a:pt x="194732" y="769620"/>
                </a:cubicBezTo>
                <a:cubicBezTo>
                  <a:pt x="192192" y="795655"/>
                  <a:pt x="191557" y="808355"/>
                  <a:pt x="198542" y="834390"/>
                </a:cubicBezTo>
                <a:cubicBezTo>
                  <a:pt x="205527" y="860425"/>
                  <a:pt x="223307" y="887730"/>
                  <a:pt x="229022" y="89916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2374265" y="3009900"/>
            <a:ext cx="661035" cy="3111500"/>
          </a:xfrm>
          <a:custGeom>
            <a:avLst/>
            <a:gdLst>
              <a:gd name="connisteX0" fmla="*/ 413834 w 440774"/>
              <a:gd name="connsiteY0" fmla="*/ 0 h 2072640"/>
              <a:gd name="connisteX1" fmla="*/ 439234 w 440774"/>
              <a:gd name="connsiteY1" fmla="*/ 71120 h 2072640"/>
              <a:gd name="connisteX2" fmla="*/ 373194 w 440774"/>
              <a:gd name="connsiteY2" fmla="*/ 121920 h 2072640"/>
              <a:gd name="connisteX3" fmla="*/ 373194 w 440774"/>
              <a:gd name="connsiteY3" fmla="*/ 193040 h 2072640"/>
              <a:gd name="connisteX4" fmla="*/ 373194 w 440774"/>
              <a:gd name="connsiteY4" fmla="*/ 259080 h 2072640"/>
              <a:gd name="connisteX5" fmla="*/ 393514 w 440774"/>
              <a:gd name="connsiteY5" fmla="*/ 330200 h 2072640"/>
              <a:gd name="connisteX6" fmla="*/ 429074 w 440774"/>
              <a:gd name="connsiteY6" fmla="*/ 396240 h 2072640"/>
              <a:gd name="connisteX7" fmla="*/ 398594 w 440774"/>
              <a:gd name="connsiteY7" fmla="*/ 467360 h 2072640"/>
              <a:gd name="connisteX8" fmla="*/ 342714 w 440774"/>
              <a:gd name="connsiteY8" fmla="*/ 533400 h 2072640"/>
              <a:gd name="connisteX9" fmla="*/ 322394 w 440774"/>
              <a:gd name="connsiteY9" fmla="*/ 604520 h 2072640"/>
              <a:gd name="connisteX10" fmla="*/ 322394 w 440774"/>
              <a:gd name="connsiteY10" fmla="*/ 670560 h 2072640"/>
              <a:gd name="connisteX11" fmla="*/ 368114 w 440774"/>
              <a:gd name="connsiteY11" fmla="*/ 741680 h 2072640"/>
              <a:gd name="connisteX12" fmla="*/ 368114 w 440774"/>
              <a:gd name="connsiteY12" fmla="*/ 807720 h 2072640"/>
              <a:gd name="connisteX13" fmla="*/ 363034 w 440774"/>
              <a:gd name="connsiteY13" fmla="*/ 878840 h 2072640"/>
              <a:gd name="connisteX14" fmla="*/ 296994 w 440774"/>
              <a:gd name="connsiteY14" fmla="*/ 919480 h 2072640"/>
              <a:gd name="connisteX15" fmla="*/ 286834 w 440774"/>
              <a:gd name="connsiteY15" fmla="*/ 985520 h 2072640"/>
              <a:gd name="connisteX16" fmla="*/ 276674 w 440774"/>
              <a:gd name="connsiteY16" fmla="*/ 1051560 h 2072640"/>
              <a:gd name="connisteX17" fmla="*/ 256354 w 440774"/>
              <a:gd name="connsiteY17" fmla="*/ 1117600 h 2072640"/>
              <a:gd name="connisteX18" fmla="*/ 190314 w 440774"/>
              <a:gd name="connsiteY18" fmla="*/ 1143000 h 2072640"/>
              <a:gd name="connisteX19" fmla="*/ 124274 w 440774"/>
              <a:gd name="connsiteY19" fmla="*/ 1193800 h 2072640"/>
              <a:gd name="connisteX20" fmla="*/ 83634 w 440774"/>
              <a:gd name="connsiteY20" fmla="*/ 1259840 h 2072640"/>
              <a:gd name="connisteX21" fmla="*/ 58234 w 440774"/>
              <a:gd name="connsiteY21" fmla="*/ 1325880 h 2072640"/>
              <a:gd name="connisteX22" fmla="*/ 58234 w 440774"/>
              <a:gd name="connsiteY22" fmla="*/ 1391920 h 2072640"/>
              <a:gd name="connisteX23" fmla="*/ 78554 w 440774"/>
              <a:gd name="connsiteY23" fmla="*/ 1457960 h 2072640"/>
              <a:gd name="connisteX24" fmla="*/ 78554 w 440774"/>
              <a:gd name="connsiteY24" fmla="*/ 1529080 h 2072640"/>
              <a:gd name="connisteX25" fmla="*/ 83634 w 440774"/>
              <a:gd name="connsiteY25" fmla="*/ 1595120 h 2072640"/>
              <a:gd name="connisteX26" fmla="*/ 58234 w 440774"/>
              <a:gd name="connsiteY26" fmla="*/ 1666240 h 2072640"/>
              <a:gd name="connisteX27" fmla="*/ 37914 w 440774"/>
              <a:gd name="connsiteY27" fmla="*/ 1732280 h 2072640"/>
              <a:gd name="connisteX28" fmla="*/ 37914 w 440774"/>
              <a:gd name="connsiteY28" fmla="*/ 1803400 h 2072640"/>
              <a:gd name="connisteX29" fmla="*/ 32834 w 440774"/>
              <a:gd name="connsiteY29" fmla="*/ 1869440 h 2072640"/>
              <a:gd name="connisteX30" fmla="*/ 7434 w 440774"/>
              <a:gd name="connsiteY30" fmla="*/ 1940560 h 2072640"/>
              <a:gd name="connisteX31" fmla="*/ 2354 w 440774"/>
              <a:gd name="connsiteY31" fmla="*/ 2006600 h 2072640"/>
              <a:gd name="connisteX32" fmla="*/ 32834 w 440774"/>
              <a:gd name="connsiteY32" fmla="*/ 2072640 h 20726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</a:cxnLst>
            <a:rect l="l" t="t" r="r" b="b"/>
            <a:pathLst>
              <a:path w="440775" h="2072640">
                <a:moveTo>
                  <a:pt x="413834" y="0"/>
                </a:moveTo>
                <a:cubicBezTo>
                  <a:pt x="420184" y="13335"/>
                  <a:pt x="447489" y="46990"/>
                  <a:pt x="439234" y="71120"/>
                </a:cubicBezTo>
                <a:cubicBezTo>
                  <a:pt x="430979" y="95250"/>
                  <a:pt x="386529" y="97790"/>
                  <a:pt x="373194" y="121920"/>
                </a:cubicBezTo>
                <a:cubicBezTo>
                  <a:pt x="359859" y="146050"/>
                  <a:pt x="373194" y="165735"/>
                  <a:pt x="373194" y="193040"/>
                </a:cubicBezTo>
                <a:cubicBezTo>
                  <a:pt x="373194" y="220345"/>
                  <a:pt x="369384" y="231775"/>
                  <a:pt x="373194" y="259080"/>
                </a:cubicBezTo>
                <a:cubicBezTo>
                  <a:pt x="377004" y="286385"/>
                  <a:pt x="382084" y="302895"/>
                  <a:pt x="393514" y="330200"/>
                </a:cubicBezTo>
                <a:cubicBezTo>
                  <a:pt x="404944" y="357505"/>
                  <a:pt x="427804" y="368935"/>
                  <a:pt x="429074" y="396240"/>
                </a:cubicBezTo>
                <a:cubicBezTo>
                  <a:pt x="430344" y="423545"/>
                  <a:pt x="415739" y="440055"/>
                  <a:pt x="398594" y="467360"/>
                </a:cubicBezTo>
                <a:cubicBezTo>
                  <a:pt x="381449" y="494665"/>
                  <a:pt x="357954" y="506095"/>
                  <a:pt x="342714" y="533400"/>
                </a:cubicBezTo>
                <a:cubicBezTo>
                  <a:pt x="327474" y="560705"/>
                  <a:pt x="326204" y="577215"/>
                  <a:pt x="322394" y="604520"/>
                </a:cubicBezTo>
                <a:cubicBezTo>
                  <a:pt x="318584" y="631825"/>
                  <a:pt x="313504" y="643255"/>
                  <a:pt x="322394" y="670560"/>
                </a:cubicBezTo>
                <a:cubicBezTo>
                  <a:pt x="331284" y="697865"/>
                  <a:pt x="359224" y="714375"/>
                  <a:pt x="368114" y="741680"/>
                </a:cubicBezTo>
                <a:cubicBezTo>
                  <a:pt x="377004" y="768985"/>
                  <a:pt x="369384" y="780415"/>
                  <a:pt x="368114" y="807720"/>
                </a:cubicBezTo>
                <a:cubicBezTo>
                  <a:pt x="366844" y="835025"/>
                  <a:pt x="377004" y="856615"/>
                  <a:pt x="363034" y="878840"/>
                </a:cubicBezTo>
                <a:cubicBezTo>
                  <a:pt x="349064" y="901065"/>
                  <a:pt x="312234" y="897890"/>
                  <a:pt x="296994" y="919480"/>
                </a:cubicBezTo>
                <a:cubicBezTo>
                  <a:pt x="281754" y="941070"/>
                  <a:pt x="290644" y="958850"/>
                  <a:pt x="286834" y="985520"/>
                </a:cubicBezTo>
                <a:cubicBezTo>
                  <a:pt x="283024" y="1012190"/>
                  <a:pt x="283024" y="1024890"/>
                  <a:pt x="276674" y="1051560"/>
                </a:cubicBezTo>
                <a:cubicBezTo>
                  <a:pt x="270324" y="1078230"/>
                  <a:pt x="273499" y="1099185"/>
                  <a:pt x="256354" y="1117600"/>
                </a:cubicBezTo>
                <a:cubicBezTo>
                  <a:pt x="239209" y="1136015"/>
                  <a:pt x="216984" y="1127760"/>
                  <a:pt x="190314" y="1143000"/>
                </a:cubicBezTo>
                <a:cubicBezTo>
                  <a:pt x="163644" y="1158240"/>
                  <a:pt x="145864" y="1170305"/>
                  <a:pt x="124274" y="1193800"/>
                </a:cubicBezTo>
                <a:cubicBezTo>
                  <a:pt x="102684" y="1217295"/>
                  <a:pt x="96969" y="1233170"/>
                  <a:pt x="83634" y="1259840"/>
                </a:cubicBezTo>
                <a:cubicBezTo>
                  <a:pt x="70299" y="1286510"/>
                  <a:pt x="63314" y="1299210"/>
                  <a:pt x="58234" y="1325880"/>
                </a:cubicBezTo>
                <a:cubicBezTo>
                  <a:pt x="53154" y="1352550"/>
                  <a:pt x="54424" y="1365250"/>
                  <a:pt x="58234" y="1391920"/>
                </a:cubicBezTo>
                <a:cubicBezTo>
                  <a:pt x="62044" y="1418590"/>
                  <a:pt x="74744" y="1430655"/>
                  <a:pt x="78554" y="1457960"/>
                </a:cubicBezTo>
                <a:cubicBezTo>
                  <a:pt x="82364" y="1485265"/>
                  <a:pt x="77284" y="1501775"/>
                  <a:pt x="78554" y="1529080"/>
                </a:cubicBezTo>
                <a:cubicBezTo>
                  <a:pt x="79824" y="1556385"/>
                  <a:pt x="87444" y="1567815"/>
                  <a:pt x="83634" y="1595120"/>
                </a:cubicBezTo>
                <a:cubicBezTo>
                  <a:pt x="79824" y="1622425"/>
                  <a:pt x="67124" y="1638935"/>
                  <a:pt x="58234" y="1666240"/>
                </a:cubicBezTo>
                <a:cubicBezTo>
                  <a:pt x="49344" y="1693545"/>
                  <a:pt x="41724" y="1704975"/>
                  <a:pt x="37914" y="1732280"/>
                </a:cubicBezTo>
                <a:cubicBezTo>
                  <a:pt x="34104" y="1759585"/>
                  <a:pt x="39184" y="1776095"/>
                  <a:pt x="37914" y="1803400"/>
                </a:cubicBezTo>
                <a:cubicBezTo>
                  <a:pt x="36644" y="1830705"/>
                  <a:pt x="39184" y="1842135"/>
                  <a:pt x="32834" y="1869440"/>
                </a:cubicBezTo>
                <a:cubicBezTo>
                  <a:pt x="26484" y="1896745"/>
                  <a:pt x="13784" y="1913255"/>
                  <a:pt x="7434" y="1940560"/>
                </a:cubicBezTo>
                <a:cubicBezTo>
                  <a:pt x="1084" y="1967865"/>
                  <a:pt x="-2726" y="1979930"/>
                  <a:pt x="2354" y="2006600"/>
                </a:cubicBezTo>
                <a:cubicBezTo>
                  <a:pt x="7434" y="2033270"/>
                  <a:pt x="26484" y="2060575"/>
                  <a:pt x="32834" y="207264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600075" y="3521710"/>
            <a:ext cx="1196340" cy="2423795"/>
          </a:xfrm>
          <a:custGeom>
            <a:avLst/>
            <a:gdLst>
              <a:gd name="connisteX0" fmla="*/ 797605 w 797605"/>
              <a:gd name="connsiteY0" fmla="*/ 0 h 1614743"/>
              <a:gd name="connisteX1" fmla="*/ 731565 w 797605"/>
              <a:gd name="connsiteY1" fmla="*/ 27940 h 1614743"/>
              <a:gd name="connisteX2" fmla="*/ 662985 w 797605"/>
              <a:gd name="connsiteY2" fmla="*/ 63500 h 1614743"/>
              <a:gd name="connisteX3" fmla="*/ 624885 w 797605"/>
              <a:gd name="connsiteY3" fmla="*/ 129540 h 1614743"/>
              <a:gd name="connisteX4" fmla="*/ 617265 w 797605"/>
              <a:gd name="connsiteY4" fmla="*/ 198120 h 1614743"/>
              <a:gd name="connisteX5" fmla="*/ 607105 w 797605"/>
              <a:gd name="connsiteY5" fmla="*/ 266700 h 1614743"/>
              <a:gd name="connisteX6" fmla="*/ 541065 w 797605"/>
              <a:gd name="connsiteY6" fmla="*/ 330200 h 1614743"/>
              <a:gd name="connisteX7" fmla="*/ 475025 w 797605"/>
              <a:gd name="connsiteY7" fmla="*/ 388620 h 1614743"/>
              <a:gd name="connisteX8" fmla="*/ 414065 w 797605"/>
              <a:gd name="connsiteY8" fmla="*/ 454660 h 1614743"/>
              <a:gd name="connisteX9" fmla="*/ 378505 w 797605"/>
              <a:gd name="connsiteY9" fmla="*/ 523240 h 1614743"/>
              <a:gd name="connisteX10" fmla="*/ 363265 w 797605"/>
              <a:gd name="connsiteY10" fmla="*/ 591820 h 1614743"/>
              <a:gd name="connisteX11" fmla="*/ 342945 w 797605"/>
              <a:gd name="connsiteY11" fmla="*/ 660400 h 1614743"/>
              <a:gd name="connisteX12" fmla="*/ 294685 w 797605"/>
              <a:gd name="connsiteY12" fmla="*/ 728980 h 1614743"/>
              <a:gd name="connisteX13" fmla="*/ 261665 w 797605"/>
              <a:gd name="connsiteY13" fmla="*/ 797560 h 1614743"/>
              <a:gd name="connisteX14" fmla="*/ 233725 w 797605"/>
              <a:gd name="connsiteY14" fmla="*/ 866140 h 1614743"/>
              <a:gd name="connisteX15" fmla="*/ 167685 w 797605"/>
              <a:gd name="connsiteY15" fmla="*/ 909320 h 1614743"/>
              <a:gd name="connisteX16" fmla="*/ 149905 w 797605"/>
              <a:gd name="connsiteY16" fmla="*/ 977900 h 1614743"/>
              <a:gd name="connisteX17" fmla="*/ 139745 w 797605"/>
              <a:gd name="connsiteY17" fmla="*/ 1046480 h 1614743"/>
              <a:gd name="connisteX18" fmla="*/ 114345 w 797605"/>
              <a:gd name="connsiteY18" fmla="*/ 1115060 h 1614743"/>
              <a:gd name="connisteX19" fmla="*/ 104185 w 797605"/>
              <a:gd name="connsiteY19" fmla="*/ 1183640 h 1614743"/>
              <a:gd name="connisteX20" fmla="*/ 88945 w 797605"/>
              <a:gd name="connsiteY20" fmla="*/ 1252220 h 1614743"/>
              <a:gd name="connisteX21" fmla="*/ 81325 w 797605"/>
              <a:gd name="connsiteY21" fmla="*/ 1320800 h 1614743"/>
              <a:gd name="connisteX22" fmla="*/ 71165 w 797605"/>
              <a:gd name="connsiteY22" fmla="*/ 1386840 h 1614743"/>
              <a:gd name="connisteX23" fmla="*/ 38145 w 797605"/>
              <a:gd name="connsiteY23" fmla="*/ 1455420 h 1614743"/>
              <a:gd name="connisteX24" fmla="*/ 45 w 797605"/>
              <a:gd name="connsiteY24" fmla="*/ 1524000 h 1614743"/>
              <a:gd name="connisteX25" fmla="*/ 43225 w 797605"/>
              <a:gd name="connsiteY25" fmla="*/ 1592580 h 1614743"/>
              <a:gd name="connisteX26" fmla="*/ 109265 w 797605"/>
              <a:gd name="connsiteY26" fmla="*/ 1612900 h 1614743"/>
              <a:gd name="connisteX27" fmla="*/ 177845 w 797605"/>
              <a:gd name="connsiteY27" fmla="*/ 1612900 h 161474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</a:cxnLst>
            <a:rect l="l" t="t" r="r" b="b"/>
            <a:pathLst>
              <a:path w="797606" h="1614743">
                <a:moveTo>
                  <a:pt x="797606" y="0"/>
                </a:moveTo>
                <a:cubicBezTo>
                  <a:pt x="785541" y="5080"/>
                  <a:pt x="758236" y="15240"/>
                  <a:pt x="731566" y="27940"/>
                </a:cubicBezTo>
                <a:cubicBezTo>
                  <a:pt x="704896" y="40640"/>
                  <a:pt x="684576" y="43180"/>
                  <a:pt x="662986" y="63500"/>
                </a:cubicBezTo>
                <a:cubicBezTo>
                  <a:pt x="641396" y="83820"/>
                  <a:pt x="633776" y="102870"/>
                  <a:pt x="624886" y="129540"/>
                </a:cubicBezTo>
                <a:cubicBezTo>
                  <a:pt x="615996" y="156210"/>
                  <a:pt x="621076" y="170815"/>
                  <a:pt x="617266" y="198120"/>
                </a:cubicBezTo>
                <a:cubicBezTo>
                  <a:pt x="613456" y="225425"/>
                  <a:pt x="622346" y="240030"/>
                  <a:pt x="607106" y="266700"/>
                </a:cubicBezTo>
                <a:cubicBezTo>
                  <a:pt x="591866" y="293370"/>
                  <a:pt x="567736" y="306070"/>
                  <a:pt x="541066" y="330200"/>
                </a:cubicBezTo>
                <a:cubicBezTo>
                  <a:pt x="514396" y="354330"/>
                  <a:pt x="500426" y="363855"/>
                  <a:pt x="475026" y="388620"/>
                </a:cubicBezTo>
                <a:cubicBezTo>
                  <a:pt x="449626" y="413385"/>
                  <a:pt x="433116" y="427990"/>
                  <a:pt x="414066" y="454660"/>
                </a:cubicBezTo>
                <a:cubicBezTo>
                  <a:pt x="395016" y="481330"/>
                  <a:pt x="388666" y="495935"/>
                  <a:pt x="378506" y="523240"/>
                </a:cubicBezTo>
                <a:cubicBezTo>
                  <a:pt x="368346" y="550545"/>
                  <a:pt x="370251" y="564515"/>
                  <a:pt x="363266" y="591820"/>
                </a:cubicBezTo>
                <a:cubicBezTo>
                  <a:pt x="356281" y="619125"/>
                  <a:pt x="356916" y="633095"/>
                  <a:pt x="342946" y="660400"/>
                </a:cubicBezTo>
                <a:cubicBezTo>
                  <a:pt x="328976" y="687705"/>
                  <a:pt x="311196" y="701675"/>
                  <a:pt x="294686" y="728980"/>
                </a:cubicBezTo>
                <a:cubicBezTo>
                  <a:pt x="278176" y="756285"/>
                  <a:pt x="273731" y="770255"/>
                  <a:pt x="261666" y="797560"/>
                </a:cubicBezTo>
                <a:cubicBezTo>
                  <a:pt x="249601" y="824865"/>
                  <a:pt x="252776" y="843915"/>
                  <a:pt x="233726" y="866140"/>
                </a:cubicBezTo>
                <a:cubicBezTo>
                  <a:pt x="214676" y="888365"/>
                  <a:pt x="184196" y="887095"/>
                  <a:pt x="167686" y="909320"/>
                </a:cubicBezTo>
                <a:cubicBezTo>
                  <a:pt x="151176" y="931545"/>
                  <a:pt x="155621" y="950595"/>
                  <a:pt x="149906" y="977900"/>
                </a:cubicBezTo>
                <a:cubicBezTo>
                  <a:pt x="144191" y="1005205"/>
                  <a:pt x="146731" y="1019175"/>
                  <a:pt x="139746" y="1046480"/>
                </a:cubicBezTo>
                <a:cubicBezTo>
                  <a:pt x="132761" y="1073785"/>
                  <a:pt x="121331" y="1087755"/>
                  <a:pt x="114346" y="1115060"/>
                </a:cubicBezTo>
                <a:cubicBezTo>
                  <a:pt x="107361" y="1142365"/>
                  <a:pt x="109266" y="1156335"/>
                  <a:pt x="104186" y="1183640"/>
                </a:cubicBezTo>
                <a:cubicBezTo>
                  <a:pt x="99106" y="1210945"/>
                  <a:pt x="93391" y="1224915"/>
                  <a:pt x="88946" y="1252220"/>
                </a:cubicBezTo>
                <a:cubicBezTo>
                  <a:pt x="84501" y="1279525"/>
                  <a:pt x="85136" y="1294130"/>
                  <a:pt x="81326" y="1320800"/>
                </a:cubicBezTo>
                <a:cubicBezTo>
                  <a:pt x="77516" y="1347470"/>
                  <a:pt x="80056" y="1360170"/>
                  <a:pt x="71166" y="1386840"/>
                </a:cubicBezTo>
                <a:cubicBezTo>
                  <a:pt x="62276" y="1413510"/>
                  <a:pt x="52116" y="1428115"/>
                  <a:pt x="38146" y="1455420"/>
                </a:cubicBezTo>
                <a:cubicBezTo>
                  <a:pt x="24176" y="1482725"/>
                  <a:pt x="-1224" y="1496695"/>
                  <a:pt x="46" y="1524000"/>
                </a:cubicBezTo>
                <a:cubicBezTo>
                  <a:pt x="1316" y="1551305"/>
                  <a:pt x="21636" y="1574800"/>
                  <a:pt x="43226" y="1592580"/>
                </a:cubicBezTo>
                <a:cubicBezTo>
                  <a:pt x="64816" y="1610360"/>
                  <a:pt x="82596" y="1609090"/>
                  <a:pt x="109266" y="1612900"/>
                </a:cubicBezTo>
                <a:cubicBezTo>
                  <a:pt x="135936" y="1616710"/>
                  <a:pt x="165146" y="1613535"/>
                  <a:pt x="177846" y="161290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1019810" y="1519555"/>
            <a:ext cx="2508250" cy="1561465"/>
          </a:xfrm>
          <a:custGeom>
            <a:avLst/>
            <a:gdLst>
              <a:gd name="connisteX0" fmla="*/ 1672590 w 1672590"/>
              <a:gd name="connsiteY0" fmla="*/ 144790 h 1040140"/>
              <a:gd name="connisteX1" fmla="*/ 1604010 w 1672590"/>
              <a:gd name="connsiteY1" fmla="*/ 129550 h 1040140"/>
              <a:gd name="connisteX2" fmla="*/ 1539240 w 1672590"/>
              <a:gd name="connsiteY2" fmla="*/ 99070 h 1040140"/>
              <a:gd name="connisteX3" fmla="*/ 1474470 w 1672590"/>
              <a:gd name="connsiteY3" fmla="*/ 80020 h 1040140"/>
              <a:gd name="connisteX4" fmla="*/ 1409700 w 1672590"/>
              <a:gd name="connsiteY4" fmla="*/ 76210 h 1040140"/>
              <a:gd name="connisteX5" fmla="*/ 1341120 w 1672590"/>
              <a:gd name="connsiteY5" fmla="*/ 114310 h 1040140"/>
              <a:gd name="connisteX6" fmla="*/ 1276350 w 1672590"/>
              <a:gd name="connsiteY6" fmla="*/ 156220 h 1040140"/>
              <a:gd name="connisteX7" fmla="*/ 1211580 w 1672590"/>
              <a:gd name="connsiteY7" fmla="*/ 190510 h 1040140"/>
              <a:gd name="connisteX8" fmla="*/ 1215390 w 1672590"/>
              <a:gd name="connsiteY8" fmla="*/ 121930 h 1040140"/>
              <a:gd name="connisteX9" fmla="*/ 1192530 w 1672590"/>
              <a:gd name="connsiteY9" fmla="*/ 57160 h 1040140"/>
              <a:gd name="connisteX10" fmla="*/ 1127760 w 1672590"/>
              <a:gd name="connsiteY10" fmla="*/ 7630 h 1040140"/>
              <a:gd name="connisteX11" fmla="*/ 1062990 w 1672590"/>
              <a:gd name="connsiteY11" fmla="*/ 3820 h 1040140"/>
              <a:gd name="connisteX12" fmla="*/ 998220 w 1672590"/>
              <a:gd name="connsiteY12" fmla="*/ 30490 h 1040140"/>
              <a:gd name="connisteX13" fmla="*/ 933450 w 1672590"/>
              <a:gd name="connsiteY13" fmla="*/ 68590 h 1040140"/>
              <a:gd name="connisteX14" fmla="*/ 868680 w 1672590"/>
              <a:gd name="connsiteY14" fmla="*/ 102880 h 1040140"/>
              <a:gd name="connisteX15" fmla="*/ 803910 w 1672590"/>
              <a:gd name="connsiteY15" fmla="*/ 114310 h 1040140"/>
              <a:gd name="connisteX16" fmla="*/ 739140 w 1672590"/>
              <a:gd name="connsiteY16" fmla="*/ 95260 h 1040140"/>
              <a:gd name="connisteX17" fmla="*/ 674370 w 1672590"/>
              <a:gd name="connsiteY17" fmla="*/ 57160 h 1040140"/>
              <a:gd name="connisteX18" fmla="*/ 609600 w 1672590"/>
              <a:gd name="connsiteY18" fmla="*/ 34300 h 1040140"/>
              <a:gd name="connisteX19" fmla="*/ 544830 w 1672590"/>
              <a:gd name="connsiteY19" fmla="*/ 22870 h 1040140"/>
              <a:gd name="connisteX20" fmla="*/ 480060 w 1672590"/>
              <a:gd name="connsiteY20" fmla="*/ 30490 h 1040140"/>
              <a:gd name="connisteX21" fmla="*/ 411480 w 1672590"/>
              <a:gd name="connsiteY21" fmla="*/ 57160 h 1040140"/>
              <a:gd name="connisteX22" fmla="*/ 377190 w 1672590"/>
              <a:gd name="connsiteY22" fmla="*/ 125740 h 1040140"/>
              <a:gd name="connisteX23" fmla="*/ 346710 w 1672590"/>
              <a:gd name="connsiteY23" fmla="*/ 190510 h 1040140"/>
              <a:gd name="connisteX24" fmla="*/ 346710 w 1672590"/>
              <a:gd name="connsiteY24" fmla="*/ 255280 h 1040140"/>
              <a:gd name="connisteX25" fmla="*/ 346710 w 1672590"/>
              <a:gd name="connsiteY25" fmla="*/ 320050 h 1040140"/>
              <a:gd name="connisteX26" fmla="*/ 339090 w 1672590"/>
              <a:gd name="connsiteY26" fmla="*/ 384820 h 1040140"/>
              <a:gd name="connisteX27" fmla="*/ 316230 w 1672590"/>
              <a:gd name="connsiteY27" fmla="*/ 449590 h 1040140"/>
              <a:gd name="connisteX28" fmla="*/ 300990 w 1672590"/>
              <a:gd name="connsiteY28" fmla="*/ 514360 h 1040140"/>
              <a:gd name="connisteX29" fmla="*/ 278130 w 1672590"/>
              <a:gd name="connsiteY29" fmla="*/ 579130 h 1040140"/>
              <a:gd name="connisteX30" fmla="*/ 251460 w 1672590"/>
              <a:gd name="connsiteY30" fmla="*/ 643900 h 1040140"/>
              <a:gd name="connisteX31" fmla="*/ 205740 w 1672590"/>
              <a:gd name="connsiteY31" fmla="*/ 708670 h 1040140"/>
              <a:gd name="connisteX32" fmla="*/ 140970 w 1672590"/>
              <a:gd name="connsiteY32" fmla="*/ 750580 h 1040140"/>
              <a:gd name="connisteX33" fmla="*/ 76200 w 1672590"/>
              <a:gd name="connsiteY33" fmla="*/ 781060 h 1040140"/>
              <a:gd name="connisteX34" fmla="*/ 26670 w 1672590"/>
              <a:gd name="connsiteY34" fmla="*/ 845830 h 1040140"/>
              <a:gd name="connisteX35" fmla="*/ 7620 w 1672590"/>
              <a:gd name="connsiteY35" fmla="*/ 910600 h 1040140"/>
              <a:gd name="connisteX36" fmla="*/ 7620 w 1672590"/>
              <a:gd name="connsiteY36" fmla="*/ 975370 h 1040140"/>
              <a:gd name="connisteX37" fmla="*/ 0 w 1672590"/>
              <a:gd name="connsiteY37" fmla="*/ 1040140 h 10401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</a:cxnLst>
            <a:rect l="l" t="t" r="r" b="b"/>
            <a:pathLst>
              <a:path w="1672590" h="1040140">
                <a:moveTo>
                  <a:pt x="1672590" y="144790"/>
                </a:moveTo>
                <a:cubicBezTo>
                  <a:pt x="1659890" y="142250"/>
                  <a:pt x="1630680" y="138440"/>
                  <a:pt x="1604010" y="129550"/>
                </a:cubicBezTo>
                <a:cubicBezTo>
                  <a:pt x="1577340" y="120660"/>
                  <a:pt x="1565275" y="109230"/>
                  <a:pt x="1539240" y="99070"/>
                </a:cubicBezTo>
                <a:cubicBezTo>
                  <a:pt x="1513205" y="88910"/>
                  <a:pt x="1500505" y="84465"/>
                  <a:pt x="1474470" y="80020"/>
                </a:cubicBezTo>
                <a:cubicBezTo>
                  <a:pt x="1448435" y="75575"/>
                  <a:pt x="1436370" y="69225"/>
                  <a:pt x="1409700" y="76210"/>
                </a:cubicBezTo>
                <a:cubicBezTo>
                  <a:pt x="1383030" y="83195"/>
                  <a:pt x="1367790" y="98435"/>
                  <a:pt x="1341120" y="114310"/>
                </a:cubicBezTo>
                <a:cubicBezTo>
                  <a:pt x="1314450" y="130185"/>
                  <a:pt x="1302385" y="140980"/>
                  <a:pt x="1276350" y="156220"/>
                </a:cubicBezTo>
                <a:cubicBezTo>
                  <a:pt x="1250315" y="171460"/>
                  <a:pt x="1223645" y="197495"/>
                  <a:pt x="1211580" y="190510"/>
                </a:cubicBezTo>
                <a:cubicBezTo>
                  <a:pt x="1199515" y="183525"/>
                  <a:pt x="1219200" y="148600"/>
                  <a:pt x="1215390" y="121930"/>
                </a:cubicBezTo>
                <a:cubicBezTo>
                  <a:pt x="1211580" y="95260"/>
                  <a:pt x="1210310" y="80020"/>
                  <a:pt x="1192530" y="57160"/>
                </a:cubicBezTo>
                <a:cubicBezTo>
                  <a:pt x="1174750" y="34300"/>
                  <a:pt x="1153795" y="18425"/>
                  <a:pt x="1127760" y="7630"/>
                </a:cubicBezTo>
                <a:cubicBezTo>
                  <a:pt x="1101725" y="-3165"/>
                  <a:pt x="1089025" y="-625"/>
                  <a:pt x="1062990" y="3820"/>
                </a:cubicBezTo>
                <a:cubicBezTo>
                  <a:pt x="1036955" y="8265"/>
                  <a:pt x="1024255" y="17790"/>
                  <a:pt x="998220" y="30490"/>
                </a:cubicBezTo>
                <a:cubicBezTo>
                  <a:pt x="972185" y="43190"/>
                  <a:pt x="959485" y="53985"/>
                  <a:pt x="933450" y="68590"/>
                </a:cubicBezTo>
                <a:cubicBezTo>
                  <a:pt x="907415" y="83195"/>
                  <a:pt x="894715" y="93990"/>
                  <a:pt x="868680" y="102880"/>
                </a:cubicBezTo>
                <a:cubicBezTo>
                  <a:pt x="842645" y="111770"/>
                  <a:pt x="829945" y="115580"/>
                  <a:pt x="803910" y="114310"/>
                </a:cubicBezTo>
                <a:cubicBezTo>
                  <a:pt x="777875" y="113040"/>
                  <a:pt x="765175" y="106690"/>
                  <a:pt x="739140" y="95260"/>
                </a:cubicBezTo>
                <a:cubicBezTo>
                  <a:pt x="713105" y="83830"/>
                  <a:pt x="700405" y="69225"/>
                  <a:pt x="674370" y="57160"/>
                </a:cubicBezTo>
                <a:cubicBezTo>
                  <a:pt x="648335" y="45095"/>
                  <a:pt x="635635" y="41285"/>
                  <a:pt x="609600" y="34300"/>
                </a:cubicBezTo>
                <a:cubicBezTo>
                  <a:pt x="583565" y="27315"/>
                  <a:pt x="570865" y="23505"/>
                  <a:pt x="544830" y="22870"/>
                </a:cubicBezTo>
                <a:cubicBezTo>
                  <a:pt x="518795" y="22235"/>
                  <a:pt x="506730" y="23505"/>
                  <a:pt x="480060" y="30490"/>
                </a:cubicBezTo>
                <a:cubicBezTo>
                  <a:pt x="453390" y="37475"/>
                  <a:pt x="431800" y="38110"/>
                  <a:pt x="411480" y="57160"/>
                </a:cubicBezTo>
                <a:cubicBezTo>
                  <a:pt x="391160" y="76210"/>
                  <a:pt x="389890" y="99070"/>
                  <a:pt x="377190" y="125740"/>
                </a:cubicBezTo>
                <a:cubicBezTo>
                  <a:pt x="364490" y="152410"/>
                  <a:pt x="353060" y="164475"/>
                  <a:pt x="346710" y="190510"/>
                </a:cubicBezTo>
                <a:cubicBezTo>
                  <a:pt x="340360" y="216545"/>
                  <a:pt x="346710" y="229245"/>
                  <a:pt x="346710" y="255280"/>
                </a:cubicBezTo>
                <a:cubicBezTo>
                  <a:pt x="346710" y="281315"/>
                  <a:pt x="347980" y="294015"/>
                  <a:pt x="346710" y="320050"/>
                </a:cubicBezTo>
                <a:cubicBezTo>
                  <a:pt x="345440" y="346085"/>
                  <a:pt x="345440" y="358785"/>
                  <a:pt x="339090" y="384820"/>
                </a:cubicBezTo>
                <a:cubicBezTo>
                  <a:pt x="332740" y="410855"/>
                  <a:pt x="323850" y="423555"/>
                  <a:pt x="316230" y="449590"/>
                </a:cubicBezTo>
                <a:cubicBezTo>
                  <a:pt x="308610" y="475625"/>
                  <a:pt x="308610" y="488325"/>
                  <a:pt x="300990" y="514360"/>
                </a:cubicBezTo>
                <a:cubicBezTo>
                  <a:pt x="293370" y="540395"/>
                  <a:pt x="288290" y="553095"/>
                  <a:pt x="278130" y="579130"/>
                </a:cubicBezTo>
                <a:cubicBezTo>
                  <a:pt x="267970" y="605165"/>
                  <a:pt x="266065" y="617865"/>
                  <a:pt x="251460" y="643900"/>
                </a:cubicBezTo>
                <a:cubicBezTo>
                  <a:pt x="236855" y="669935"/>
                  <a:pt x="227965" y="687080"/>
                  <a:pt x="205740" y="708670"/>
                </a:cubicBezTo>
                <a:cubicBezTo>
                  <a:pt x="183515" y="730260"/>
                  <a:pt x="167005" y="735975"/>
                  <a:pt x="140970" y="750580"/>
                </a:cubicBezTo>
                <a:cubicBezTo>
                  <a:pt x="114935" y="765185"/>
                  <a:pt x="99060" y="762010"/>
                  <a:pt x="76200" y="781060"/>
                </a:cubicBezTo>
                <a:cubicBezTo>
                  <a:pt x="53340" y="800110"/>
                  <a:pt x="40640" y="819795"/>
                  <a:pt x="26670" y="845830"/>
                </a:cubicBezTo>
                <a:cubicBezTo>
                  <a:pt x="12700" y="871865"/>
                  <a:pt x="11430" y="884565"/>
                  <a:pt x="7620" y="910600"/>
                </a:cubicBezTo>
                <a:cubicBezTo>
                  <a:pt x="3810" y="936635"/>
                  <a:pt x="8890" y="949335"/>
                  <a:pt x="7620" y="975370"/>
                </a:cubicBezTo>
                <a:cubicBezTo>
                  <a:pt x="6350" y="1001405"/>
                  <a:pt x="1270" y="1028710"/>
                  <a:pt x="0" y="1040140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1005840" y="3092450"/>
            <a:ext cx="3348355" cy="454025"/>
          </a:xfrm>
          <a:custGeom>
            <a:avLst/>
            <a:gdLst>
              <a:gd name="connisteX0" fmla="*/ 0 w 2232660"/>
              <a:gd name="connsiteY0" fmla="*/ 12166 h 303154"/>
              <a:gd name="connisteX1" fmla="*/ 64770 w 2232660"/>
              <a:gd name="connsiteY1" fmla="*/ 736 h 303154"/>
              <a:gd name="connisteX2" fmla="*/ 129540 w 2232660"/>
              <a:gd name="connsiteY2" fmla="*/ 31216 h 303154"/>
              <a:gd name="connisteX3" fmla="*/ 190500 w 2232660"/>
              <a:gd name="connsiteY3" fmla="*/ 95986 h 303154"/>
              <a:gd name="connisteX4" fmla="*/ 217170 w 2232660"/>
              <a:gd name="connsiteY4" fmla="*/ 160756 h 303154"/>
              <a:gd name="connisteX5" fmla="*/ 262890 w 2232660"/>
              <a:gd name="connsiteY5" fmla="*/ 225526 h 303154"/>
              <a:gd name="connisteX6" fmla="*/ 327660 w 2232660"/>
              <a:gd name="connsiteY6" fmla="*/ 236956 h 303154"/>
              <a:gd name="connisteX7" fmla="*/ 396240 w 2232660"/>
              <a:gd name="connsiteY7" fmla="*/ 248386 h 303154"/>
              <a:gd name="connisteX8" fmla="*/ 461010 w 2232660"/>
              <a:gd name="connsiteY8" fmla="*/ 259816 h 303154"/>
              <a:gd name="connisteX9" fmla="*/ 525780 w 2232660"/>
              <a:gd name="connsiteY9" fmla="*/ 297916 h 303154"/>
              <a:gd name="connisteX10" fmla="*/ 590550 w 2232660"/>
              <a:gd name="connsiteY10" fmla="*/ 301726 h 303154"/>
              <a:gd name="connisteX11" fmla="*/ 655320 w 2232660"/>
              <a:gd name="connsiteY11" fmla="*/ 294106 h 303154"/>
              <a:gd name="connisteX12" fmla="*/ 720090 w 2232660"/>
              <a:gd name="connsiteY12" fmla="*/ 278866 h 303154"/>
              <a:gd name="connisteX13" fmla="*/ 788670 w 2232660"/>
              <a:gd name="connsiteY13" fmla="*/ 256006 h 303154"/>
              <a:gd name="connisteX14" fmla="*/ 853440 w 2232660"/>
              <a:gd name="connsiteY14" fmla="*/ 244576 h 303154"/>
              <a:gd name="connisteX15" fmla="*/ 918210 w 2232660"/>
              <a:gd name="connsiteY15" fmla="*/ 236956 h 303154"/>
              <a:gd name="connisteX16" fmla="*/ 982980 w 2232660"/>
              <a:gd name="connsiteY16" fmla="*/ 225526 h 303154"/>
              <a:gd name="connisteX17" fmla="*/ 1047750 w 2232660"/>
              <a:gd name="connsiteY17" fmla="*/ 206476 h 303154"/>
              <a:gd name="connisteX18" fmla="*/ 1112520 w 2232660"/>
              <a:gd name="connsiteY18" fmla="*/ 191236 h 303154"/>
              <a:gd name="connisteX19" fmla="*/ 1181100 w 2232660"/>
              <a:gd name="connsiteY19" fmla="*/ 175996 h 303154"/>
              <a:gd name="connisteX20" fmla="*/ 1245870 w 2232660"/>
              <a:gd name="connsiteY20" fmla="*/ 160756 h 303154"/>
              <a:gd name="connisteX21" fmla="*/ 1314450 w 2232660"/>
              <a:gd name="connsiteY21" fmla="*/ 153136 h 303154"/>
              <a:gd name="connisteX22" fmla="*/ 1379220 w 2232660"/>
              <a:gd name="connsiteY22" fmla="*/ 141706 h 303154"/>
              <a:gd name="connisteX23" fmla="*/ 1443990 w 2232660"/>
              <a:gd name="connsiteY23" fmla="*/ 137896 h 303154"/>
              <a:gd name="connisteX24" fmla="*/ 1508760 w 2232660"/>
              <a:gd name="connsiteY24" fmla="*/ 130276 h 303154"/>
              <a:gd name="connisteX25" fmla="*/ 1573530 w 2232660"/>
              <a:gd name="connsiteY25" fmla="*/ 130276 h 303154"/>
              <a:gd name="connisteX26" fmla="*/ 1642110 w 2232660"/>
              <a:gd name="connsiteY26" fmla="*/ 130276 h 303154"/>
              <a:gd name="connisteX27" fmla="*/ 1714500 w 2232660"/>
              <a:gd name="connsiteY27" fmla="*/ 130276 h 303154"/>
              <a:gd name="connisteX28" fmla="*/ 1779270 w 2232660"/>
              <a:gd name="connsiteY28" fmla="*/ 130276 h 303154"/>
              <a:gd name="connisteX29" fmla="*/ 1844040 w 2232660"/>
              <a:gd name="connsiteY29" fmla="*/ 126466 h 303154"/>
              <a:gd name="connisteX30" fmla="*/ 1908810 w 2232660"/>
              <a:gd name="connsiteY30" fmla="*/ 122656 h 303154"/>
              <a:gd name="connisteX31" fmla="*/ 1973580 w 2232660"/>
              <a:gd name="connsiteY31" fmla="*/ 111226 h 303154"/>
              <a:gd name="connisteX32" fmla="*/ 2038350 w 2232660"/>
              <a:gd name="connsiteY32" fmla="*/ 95986 h 303154"/>
              <a:gd name="connisteX33" fmla="*/ 2103120 w 2232660"/>
              <a:gd name="connsiteY33" fmla="*/ 73126 h 303154"/>
              <a:gd name="connisteX34" fmla="*/ 2167890 w 2232660"/>
              <a:gd name="connsiteY34" fmla="*/ 46456 h 303154"/>
              <a:gd name="connisteX35" fmla="*/ 2232660 w 2232660"/>
              <a:gd name="connsiteY35" fmla="*/ 12166 h 30315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</a:cxnLst>
            <a:rect l="l" t="t" r="r" b="b"/>
            <a:pathLst>
              <a:path w="2232660" h="303155">
                <a:moveTo>
                  <a:pt x="0" y="12166"/>
                </a:moveTo>
                <a:cubicBezTo>
                  <a:pt x="11430" y="8991"/>
                  <a:pt x="38735" y="-3074"/>
                  <a:pt x="64770" y="736"/>
                </a:cubicBezTo>
                <a:cubicBezTo>
                  <a:pt x="90805" y="4546"/>
                  <a:pt x="104140" y="12166"/>
                  <a:pt x="129540" y="31216"/>
                </a:cubicBezTo>
                <a:cubicBezTo>
                  <a:pt x="154940" y="50266"/>
                  <a:pt x="172720" y="69951"/>
                  <a:pt x="190500" y="95986"/>
                </a:cubicBezTo>
                <a:cubicBezTo>
                  <a:pt x="208280" y="122021"/>
                  <a:pt x="202565" y="134721"/>
                  <a:pt x="217170" y="160756"/>
                </a:cubicBezTo>
                <a:cubicBezTo>
                  <a:pt x="231775" y="186791"/>
                  <a:pt x="240665" y="210286"/>
                  <a:pt x="262890" y="225526"/>
                </a:cubicBezTo>
                <a:cubicBezTo>
                  <a:pt x="285115" y="240766"/>
                  <a:pt x="300990" y="232511"/>
                  <a:pt x="327660" y="236956"/>
                </a:cubicBezTo>
                <a:cubicBezTo>
                  <a:pt x="354330" y="241401"/>
                  <a:pt x="369570" y="243941"/>
                  <a:pt x="396240" y="248386"/>
                </a:cubicBezTo>
                <a:cubicBezTo>
                  <a:pt x="422910" y="252831"/>
                  <a:pt x="434975" y="249656"/>
                  <a:pt x="461010" y="259816"/>
                </a:cubicBezTo>
                <a:cubicBezTo>
                  <a:pt x="487045" y="269976"/>
                  <a:pt x="499745" y="289661"/>
                  <a:pt x="525780" y="297916"/>
                </a:cubicBezTo>
                <a:cubicBezTo>
                  <a:pt x="551815" y="306171"/>
                  <a:pt x="564515" y="302361"/>
                  <a:pt x="590550" y="301726"/>
                </a:cubicBezTo>
                <a:cubicBezTo>
                  <a:pt x="616585" y="301091"/>
                  <a:pt x="629285" y="298551"/>
                  <a:pt x="655320" y="294106"/>
                </a:cubicBezTo>
                <a:cubicBezTo>
                  <a:pt x="681355" y="289661"/>
                  <a:pt x="693420" y="286486"/>
                  <a:pt x="720090" y="278866"/>
                </a:cubicBezTo>
                <a:cubicBezTo>
                  <a:pt x="746760" y="271246"/>
                  <a:pt x="762000" y="262991"/>
                  <a:pt x="788670" y="256006"/>
                </a:cubicBezTo>
                <a:cubicBezTo>
                  <a:pt x="815340" y="249021"/>
                  <a:pt x="827405" y="248386"/>
                  <a:pt x="853440" y="244576"/>
                </a:cubicBezTo>
                <a:cubicBezTo>
                  <a:pt x="879475" y="240766"/>
                  <a:pt x="892175" y="240766"/>
                  <a:pt x="918210" y="236956"/>
                </a:cubicBezTo>
                <a:cubicBezTo>
                  <a:pt x="944245" y="233146"/>
                  <a:pt x="956945" y="231876"/>
                  <a:pt x="982980" y="225526"/>
                </a:cubicBezTo>
                <a:cubicBezTo>
                  <a:pt x="1009015" y="219176"/>
                  <a:pt x="1021715" y="213461"/>
                  <a:pt x="1047750" y="206476"/>
                </a:cubicBezTo>
                <a:cubicBezTo>
                  <a:pt x="1073785" y="199491"/>
                  <a:pt x="1085850" y="197586"/>
                  <a:pt x="1112520" y="191236"/>
                </a:cubicBezTo>
                <a:cubicBezTo>
                  <a:pt x="1139190" y="184886"/>
                  <a:pt x="1154430" y="182346"/>
                  <a:pt x="1181100" y="175996"/>
                </a:cubicBezTo>
                <a:cubicBezTo>
                  <a:pt x="1207770" y="169646"/>
                  <a:pt x="1219200" y="165201"/>
                  <a:pt x="1245870" y="160756"/>
                </a:cubicBezTo>
                <a:cubicBezTo>
                  <a:pt x="1272540" y="156311"/>
                  <a:pt x="1287780" y="156946"/>
                  <a:pt x="1314450" y="153136"/>
                </a:cubicBezTo>
                <a:cubicBezTo>
                  <a:pt x="1341120" y="149326"/>
                  <a:pt x="1353185" y="144881"/>
                  <a:pt x="1379220" y="141706"/>
                </a:cubicBezTo>
                <a:cubicBezTo>
                  <a:pt x="1405255" y="138531"/>
                  <a:pt x="1417955" y="140436"/>
                  <a:pt x="1443990" y="137896"/>
                </a:cubicBezTo>
                <a:cubicBezTo>
                  <a:pt x="1470025" y="135356"/>
                  <a:pt x="1482725" y="131546"/>
                  <a:pt x="1508760" y="130276"/>
                </a:cubicBezTo>
                <a:cubicBezTo>
                  <a:pt x="1534795" y="129006"/>
                  <a:pt x="1546860" y="130276"/>
                  <a:pt x="1573530" y="130276"/>
                </a:cubicBezTo>
                <a:cubicBezTo>
                  <a:pt x="1600200" y="130276"/>
                  <a:pt x="1614170" y="130276"/>
                  <a:pt x="1642110" y="130276"/>
                </a:cubicBezTo>
                <a:cubicBezTo>
                  <a:pt x="1670050" y="130276"/>
                  <a:pt x="1687195" y="130276"/>
                  <a:pt x="1714500" y="130276"/>
                </a:cubicBezTo>
                <a:cubicBezTo>
                  <a:pt x="1741805" y="130276"/>
                  <a:pt x="1753235" y="130911"/>
                  <a:pt x="1779270" y="130276"/>
                </a:cubicBezTo>
                <a:cubicBezTo>
                  <a:pt x="1805305" y="129641"/>
                  <a:pt x="1818005" y="127736"/>
                  <a:pt x="1844040" y="126466"/>
                </a:cubicBezTo>
                <a:cubicBezTo>
                  <a:pt x="1870075" y="125196"/>
                  <a:pt x="1882775" y="125831"/>
                  <a:pt x="1908810" y="122656"/>
                </a:cubicBezTo>
                <a:cubicBezTo>
                  <a:pt x="1934845" y="119481"/>
                  <a:pt x="1947545" y="116306"/>
                  <a:pt x="1973580" y="111226"/>
                </a:cubicBezTo>
                <a:cubicBezTo>
                  <a:pt x="1999615" y="106146"/>
                  <a:pt x="2012315" y="103606"/>
                  <a:pt x="2038350" y="95986"/>
                </a:cubicBezTo>
                <a:cubicBezTo>
                  <a:pt x="2064385" y="88366"/>
                  <a:pt x="2077085" y="83286"/>
                  <a:pt x="2103120" y="73126"/>
                </a:cubicBezTo>
                <a:cubicBezTo>
                  <a:pt x="2129155" y="62966"/>
                  <a:pt x="2141855" y="58521"/>
                  <a:pt x="2167890" y="46456"/>
                </a:cubicBezTo>
                <a:cubicBezTo>
                  <a:pt x="2193925" y="34391"/>
                  <a:pt x="2221230" y="18516"/>
                  <a:pt x="2232660" y="12166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-2103755" y="753745"/>
            <a:ext cx="3119755" cy="2350770"/>
          </a:xfrm>
          <a:custGeom>
            <a:avLst/>
            <a:gdLst>
              <a:gd name="connsiteX0" fmla="*/ 0 w 3276"/>
              <a:gd name="connsiteY0" fmla="*/ 0 h 2466"/>
              <a:gd name="connsiteX1" fmla="*/ 102 w 3276"/>
              <a:gd name="connsiteY1" fmla="*/ 36 h 2466"/>
              <a:gd name="connsiteX2" fmla="*/ 180 w 3276"/>
              <a:gd name="connsiteY2" fmla="*/ 138 h 2466"/>
              <a:gd name="connsiteX3" fmla="*/ 282 w 3276"/>
              <a:gd name="connsiteY3" fmla="*/ 192 h 2466"/>
              <a:gd name="connsiteX4" fmla="*/ 384 w 3276"/>
              <a:gd name="connsiteY4" fmla="*/ 204 h 2466"/>
              <a:gd name="connsiteX5" fmla="*/ 486 w 3276"/>
              <a:gd name="connsiteY5" fmla="*/ 240 h 2466"/>
              <a:gd name="connsiteX6" fmla="*/ 588 w 3276"/>
              <a:gd name="connsiteY6" fmla="*/ 264 h 2466"/>
              <a:gd name="connsiteX7" fmla="*/ 690 w 3276"/>
              <a:gd name="connsiteY7" fmla="*/ 282 h 2466"/>
              <a:gd name="connsiteX8" fmla="*/ 792 w 3276"/>
              <a:gd name="connsiteY8" fmla="*/ 300 h 2466"/>
              <a:gd name="connsiteX9" fmla="*/ 900 w 3276"/>
              <a:gd name="connsiteY9" fmla="*/ 318 h 2466"/>
              <a:gd name="connsiteX10" fmla="*/ 1002 w 3276"/>
              <a:gd name="connsiteY10" fmla="*/ 354 h 2466"/>
              <a:gd name="connsiteX11" fmla="*/ 1062 w 3276"/>
              <a:gd name="connsiteY11" fmla="*/ 456 h 2466"/>
              <a:gd name="connsiteX12" fmla="*/ 1164 w 3276"/>
              <a:gd name="connsiteY12" fmla="*/ 504 h 2466"/>
              <a:gd name="connsiteX13" fmla="*/ 1266 w 3276"/>
              <a:gd name="connsiteY13" fmla="*/ 564 h 2466"/>
              <a:gd name="connsiteX14" fmla="*/ 1326 w 3276"/>
              <a:gd name="connsiteY14" fmla="*/ 678 h 2466"/>
              <a:gd name="connsiteX15" fmla="*/ 1368 w 3276"/>
              <a:gd name="connsiteY15" fmla="*/ 780 h 2466"/>
              <a:gd name="connsiteX16" fmla="*/ 1458 w 3276"/>
              <a:gd name="connsiteY16" fmla="*/ 882 h 2466"/>
              <a:gd name="connsiteX17" fmla="*/ 1554 w 3276"/>
              <a:gd name="connsiteY17" fmla="*/ 984 h 2466"/>
              <a:gd name="connsiteX18" fmla="*/ 1620 w 3276"/>
              <a:gd name="connsiteY18" fmla="*/ 1086 h 2466"/>
              <a:gd name="connsiteX19" fmla="*/ 1722 w 3276"/>
              <a:gd name="connsiteY19" fmla="*/ 1164 h 2466"/>
              <a:gd name="connsiteX20" fmla="*/ 1830 w 3276"/>
              <a:gd name="connsiteY20" fmla="*/ 1230 h 2466"/>
              <a:gd name="connsiteX21" fmla="*/ 1932 w 3276"/>
              <a:gd name="connsiteY21" fmla="*/ 1326 h 2466"/>
              <a:gd name="connsiteX22" fmla="*/ 2034 w 3276"/>
              <a:gd name="connsiteY22" fmla="*/ 1392 h 2466"/>
              <a:gd name="connsiteX23" fmla="*/ 2136 w 3276"/>
              <a:gd name="connsiteY23" fmla="*/ 1458 h 2466"/>
              <a:gd name="connsiteX24" fmla="*/ 2238 w 3276"/>
              <a:gd name="connsiteY24" fmla="*/ 1530 h 2466"/>
              <a:gd name="connsiteX25" fmla="*/ 2340 w 3276"/>
              <a:gd name="connsiteY25" fmla="*/ 1560 h 2466"/>
              <a:gd name="connsiteX26" fmla="*/ 2442 w 3276"/>
              <a:gd name="connsiteY26" fmla="*/ 1608 h 2466"/>
              <a:gd name="connsiteX27" fmla="*/ 2544 w 3276"/>
              <a:gd name="connsiteY27" fmla="*/ 1638 h 2466"/>
              <a:gd name="connsiteX28" fmla="*/ 2646 w 3276"/>
              <a:gd name="connsiteY28" fmla="*/ 1680 h 2466"/>
              <a:gd name="connsiteX29" fmla="*/ 2748 w 3276"/>
              <a:gd name="connsiteY29" fmla="*/ 1728 h 2466"/>
              <a:gd name="connsiteX30" fmla="*/ 2850 w 3276"/>
              <a:gd name="connsiteY30" fmla="*/ 1776 h 2466"/>
              <a:gd name="connsiteX31" fmla="*/ 2952 w 3276"/>
              <a:gd name="connsiteY31" fmla="*/ 1830 h 2466"/>
              <a:gd name="connsiteX32" fmla="*/ 3054 w 3276"/>
              <a:gd name="connsiteY32" fmla="*/ 1896 h 2466"/>
              <a:gd name="connsiteX33" fmla="*/ 3090 w 3276"/>
              <a:gd name="connsiteY33" fmla="*/ 1998 h 2466"/>
              <a:gd name="connsiteX34" fmla="*/ 3108 w 3276"/>
              <a:gd name="connsiteY34" fmla="*/ 2100 h 2466"/>
              <a:gd name="connsiteX35" fmla="*/ 3144 w 3276"/>
              <a:gd name="connsiteY35" fmla="*/ 2202 h 2466"/>
              <a:gd name="connsiteX36" fmla="*/ 3174 w 3276"/>
              <a:gd name="connsiteY36" fmla="*/ 2304 h 2466"/>
              <a:gd name="connsiteX37" fmla="*/ 3276 w 3276"/>
              <a:gd name="connsiteY37" fmla="*/ 2466 h 2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276" h="2466">
                <a:moveTo>
                  <a:pt x="0" y="0"/>
                </a:moveTo>
                <a:cubicBezTo>
                  <a:pt x="19" y="5"/>
                  <a:pt x="66" y="8"/>
                  <a:pt x="102" y="36"/>
                </a:cubicBezTo>
                <a:cubicBezTo>
                  <a:pt x="138" y="64"/>
                  <a:pt x="144" y="107"/>
                  <a:pt x="180" y="138"/>
                </a:cubicBezTo>
                <a:cubicBezTo>
                  <a:pt x="216" y="169"/>
                  <a:pt x="241" y="179"/>
                  <a:pt x="282" y="192"/>
                </a:cubicBezTo>
                <a:cubicBezTo>
                  <a:pt x="323" y="205"/>
                  <a:pt x="343" y="194"/>
                  <a:pt x="384" y="204"/>
                </a:cubicBezTo>
                <a:cubicBezTo>
                  <a:pt x="425" y="214"/>
                  <a:pt x="445" y="228"/>
                  <a:pt x="486" y="240"/>
                </a:cubicBezTo>
                <a:cubicBezTo>
                  <a:pt x="527" y="252"/>
                  <a:pt x="547" y="256"/>
                  <a:pt x="588" y="264"/>
                </a:cubicBezTo>
                <a:cubicBezTo>
                  <a:pt x="629" y="272"/>
                  <a:pt x="649" y="275"/>
                  <a:pt x="690" y="282"/>
                </a:cubicBezTo>
                <a:cubicBezTo>
                  <a:pt x="731" y="289"/>
                  <a:pt x="750" y="293"/>
                  <a:pt x="792" y="300"/>
                </a:cubicBezTo>
                <a:cubicBezTo>
                  <a:pt x="834" y="307"/>
                  <a:pt x="858" y="307"/>
                  <a:pt x="900" y="318"/>
                </a:cubicBezTo>
                <a:cubicBezTo>
                  <a:pt x="942" y="329"/>
                  <a:pt x="970" y="326"/>
                  <a:pt x="1002" y="354"/>
                </a:cubicBezTo>
                <a:cubicBezTo>
                  <a:pt x="1034" y="382"/>
                  <a:pt x="1030" y="426"/>
                  <a:pt x="1062" y="456"/>
                </a:cubicBezTo>
                <a:cubicBezTo>
                  <a:pt x="1094" y="486"/>
                  <a:pt x="1123" y="482"/>
                  <a:pt x="1164" y="504"/>
                </a:cubicBezTo>
                <a:cubicBezTo>
                  <a:pt x="1205" y="526"/>
                  <a:pt x="1234" y="529"/>
                  <a:pt x="1266" y="564"/>
                </a:cubicBezTo>
                <a:cubicBezTo>
                  <a:pt x="1298" y="599"/>
                  <a:pt x="1306" y="635"/>
                  <a:pt x="1326" y="678"/>
                </a:cubicBezTo>
                <a:cubicBezTo>
                  <a:pt x="1346" y="721"/>
                  <a:pt x="1342" y="739"/>
                  <a:pt x="1368" y="780"/>
                </a:cubicBezTo>
                <a:cubicBezTo>
                  <a:pt x="1394" y="821"/>
                  <a:pt x="1421" y="841"/>
                  <a:pt x="1458" y="882"/>
                </a:cubicBezTo>
                <a:cubicBezTo>
                  <a:pt x="1495" y="923"/>
                  <a:pt x="1522" y="943"/>
                  <a:pt x="1554" y="984"/>
                </a:cubicBezTo>
                <a:cubicBezTo>
                  <a:pt x="1586" y="1025"/>
                  <a:pt x="1586" y="1050"/>
                  <a:pt x="1620" y="1086"/>
                </a:cubicBezTo>
                <a:cubicBezTo>
                  <a:pt x="1654" y="1122"/>
                  <a:pt x="1680" y="1135"/>
                  <a:pt x="1722" y="1164"/>
                </a:cubicBezTo>
                <a:cubicBezTo>
                  <a:pt x="1764" y="1193"/>
                  <a:pt x="1788" y="1198"/>
                  <a:pt x="1830" y="1230"/>
                </a:cubicBezTo>
                <a:cubicBezTo>
                  <a:pt x="1872" y="1262"/>
                  <a:pt x="1891" y="1294"/>
                  <a:pt x="1932" y="1326"/>
                </a:cubicBezTo>
                <a:cubicBezTo>
                  <a:pt x="1973" y="1358"/>
                  <a:pt x="1993" y="1366"/>
                  <a:pt x="2034" y="1392"/>
                </a:cubicBezTo>
                <a:cubicBezTo>
                  <a:pt x="2075" y="1418"/>
                  <a:pt x="2095" y="1430"/>
                  <a:pt x="2136" y="1458"/>
                </a:cubicBezTo>
                <a:cubicBezTo>
                  <a:pt x="2177" y="1486"/>
                  <a:pt x="2197" y="1510"/>
                  <a:pt x="2238" y="1530"/>
                </a:cubicBezTo>
                <a:cubicBezTo>
                  <a:pt x="2279" y="1550"/>
                  <a:pt x="2299" y="1544"/>
                  <a:pt x="2340" y="1560"/>
                </a:cubicBezTo>
                <a:cubicBezTo>
                  <a:pt x="2381" y="1576"/>
                  <a:pt x="2401" y="1592"/>
                  <a:pt x="2442" y="1608"/>
                </a:cubicBezTo>
                <a:cubicBezTo>
                  <a:pt x="2483" y="1624"/>
                  <a:pt x="2503" y="1624"/>
                  <a:pt x="2544" y="1638"/>
                </a:cubicBezTo>
                <a:cubicBezTo>
                  <a:pt x="2585" y="1652"/>
                  <a:pt x="2605" y="1662"/>
                  <a:pt x="2646" y="1680"/>
                </a:cubicBezTo>
                <a:cubicBezTo>
                  <a:pt x="2687" y="1698"/>
                  <a:pt x="2707" y="1709"/>
                  <a:pt x="2748" y="1728"/>
                </a:cubicBezTo>
                <a:cubicBezTo>
                  <a:pt x="2789" y="1747"/>
                  <a:pt x="2809" y="1756"/>
                  <a:pt x="2850" y="1776"/>
                </a:cubicBezTo>
                <a:cubicBezTo>
                  <a:pt x="2891" y="1796"/>
                  <a:pt x="2911" y="1806"/>
                  <a:pt x="2952" y="1830"/>
                </a:cubicBezTo>
                <a:cubicBezTo>
                  <a:pt x="2993" y="1854"/>
                  <a:pt x="3026" y="1862"/>
                  <a:pt x="3054" y="1896"/>
                </a:cubicBezTo>
                <a:cubicBezTo>
                  <a:pt x="3082" y="1930"/>
                  <a:pt x="3079" y="1957"/>
                  <a:pt x="3090" y="1998"/>
                </a:cubicBezTo>
                <a:cubicBezTo>
                  <a:pt x="3101" y="2039"/>
                  <a:pt x="3097" y="2059"/>
                  <a:pt x="3108" y="2100"/>
                </a:cubicBezTo>
                <a:cubicBezTo>
                  <a:pt x="3119" y="2141"/>
                  <a:pt x="3131" y="2161"/>
                  <a:pt x="3144" y="2202"/>
                </a:cubicBezTo>
                <a:cubicBezTo>
                  <a:pt x="3157" y="2243"/>
                  <a:pt x="3157" y="2263"/>
                  <a:pt x="3174" y="2304"/>
                </a:cubicBezTo>
                <a:cubicBezTo>
                  <a:pt x="3191" y="2345"/>
                  <a:pt x="3266" y="2448"/>
                  <a:pt x="3276" y="2466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831215" y="3912235"/>
            <a:ext cx="4154170" cy="2019300"/>
          </a:xfrm>
          <a:custGeom>
            <a:avLst/>
            <a:gdLst>
              <a:gd name="connisteX0" fmla="*/ 0 w 2769870"/>
              <a:gd name="connsiteY0" fmla="*/ 1344930 h 1344930"/>
              <a:gd name="connisteX1" fmla="*/ 64770 w 2769870"/>
              <a:gd name="connsiteY1" fmla="*/ 1333500 h 1344930"/>
              <a:gd name="connisteX2" fmla="*/ 129540 w 2769870"/>
              <a:gd name="connsiteY2" fmla="*/ 1310640 h 1344930"/>
              <a:gd name="connisteX3" fmla="*/ 198120 w 2769870"/>
              <a:gd name="connsiteY3" fmla="*/ 1287780 h 1344930"/>
              <a:gd name="connisteX4" fmla="*/ 255270 w 2769870"/>
              <a:gd name="connsiteY4" fmla="*/ 1223010 h 1344930"/>
              <a:gd name="connisteX5" fmla="*/ 293370 w 2769870"/>
              <a:gd name="connsiteY5" fmla="*/ 1158240 h 1344930"/>
              <a:gd name="connisteX6" fmla="*/ 358140 w 2769870"/>
              <a:gd name="connsiteY6" fmla="*/ 1120140 h 1344930"/>
              <a:gd name="connisteX7" fmla="*/ 422910 w 2769870"/>
              <a:gd name="connsiteY7" fmla="*/ 1116330 h 1344930"/>
              <a:gd name="connisteX8" fmla="*/ 487680 w 2769870"/>
              <a:gd name="connsiteY8" fmla="*/ 1169670 h 1344930"/>
              <a:gd name="connisteX9" fmla="*/ 552450 w 2769870"/>
              <a:gd name="connsiteY9" fmla="*/ 1143000 h 1344930"/>
              <a:gd name="connisteX10" fmla="*/ 617220 w 2769870"/>
              <a:gd name="connsiteY10" fmla="*/ 1089660 h 1344930"/>
              <a:gd name="connisteX11" fmla="*/ 685800 w 2769870"/>
              <a:gd name="connsiteY11" fmla="*/ 1055370 h 1344930"/>
              <a:gd name="connisteX12" fmla="*/ 750570 w 2769870"/>
              <a:gd name="connsiteY12" fmla="*/ 1028700 h 1344930"/>
              <a:gd name="connisteX13" fmla="*/ 815340 w 2769870"/>
              <a:gd name="connsiteY13" fmla="*/ 1005840 h 1344930"/>
              <a:gd name="connisteX14" fmla="*/ 880110 w 2769870"/>
              <a:gd name="connsiteY14" fmla="*/ 986790 h 1344930"/>
              <a:gd name="connisteX15" fmla="*/ 944880 w 2769870"/>
              <a:gd name="connsiteY15" fmla="*/ 967740 h 1344930"/>
              <a:gd name="connisteX16" fmla="*/ 1009650 w 2769870"/>
              <a:gd name="connsiteY16" fmla="*/ 948690 h 1344930"/>
              <a:gd name="connisteX17" fmla="*/ 1074420 w 2769870"/>
              <a:gd name="connsiteY17" fmla="*/ 929640 h 1344930"/>
              <a:gd name="connisteX18" fmla="*/ 1139190 w 2769870"/>
              <a:gd name="connsiteY18" fmla="*/ 910590 h 1344930"/>
              <a:gd name="connisteX19" fmla="*/ 1203960 w 2769870"/>
              <a:gd name="connsiteY19" fmla="*/ 861060 h 1344930"/>
              <a:gd name="connisteX20" fmla="*/ 1230630 w 2769870"/>
              <a:gd name="connsiteY20" fmla="*/ 796290 h 1344930"/>
              <a:gd name="connisteX21" fmla="*/ 1295400 w 2769870"/>
              <a:gd name="connsiteY21" fmla="*/ 746760 h 1344930"/>
              <a:gd name="connisteX22" fmla="*/ 1360170 w 2769870"/>
              <a:gd name="connsiteY22" fmla="*/ 735330 h 1344930"/>
              <a:gd name="connisteX23" fmla="*/ 1424940 w 2769870"/>
              <a:gd name="connsiteY23" fmla="*/ 769620 h 1344930"/>
              <a:gd name="connisteX24" fmla="*/ 1489710 w 2769870"/>
              <a:gd name="connsiteY24" fmla="*/ 819150 h 1344930"/>
              <a:gd name="connisteX25" fmla="*/ 1558290 w 2769870"/>
              <a:gd name="connsiteY25" fmla="*/ 822960 h 1344930"/>
              <a:gd name="connisteX26" fmla="*/ 1623060 w 2769870"/>
              <a:gd name="connsiteY26" fmla="*/ 822960 h 1344930"/>
              <a:gd name="connisteX27" fmla="*/ 1687830 w 2769870"/>
              <a:gd name="connsiteY27" fmla="*/ 822960 h 1344930"/>
              <a:gd name="connisteX28" fmla="*/ 1752600 w 2769870"/>
              <a:gd name="connsiteY28" fmla="*/ 800100 h 1344930"/>
              <a:gd name="connisteX29" fmla="*/ 1817370 w 2769870"/>
              <a:gd name="connsiteY29" fmla="*/ 769620 h 1344930"/>
              <a:gd name="connisteX30" fmla="*/ 1882140 w 2769870"/>
              <a:gd name="connsiteY30" fmla="*/ 731520 h 1344930"/>
              <a:gd name="connisteX31" fmla="*/ 1946910 w 2769870"/>
              <a:gd name="connsiteY31" fmla="*/ 693420 h 1344930"/>
              <a:gd name="connisteX32" fmla="*/ 2011680 w 2769870"/>
              <a:gd name="connsiteY32" fmla="*/ 655320 h 1344930"/>
              <a:gd name="connisteX33" fmla="*/ 2076450 w 2769870"/>
              <a:gd name="connsiteY33" fmla="*/ 617220 h 1344930"/>
              <a:gd name="connisteX34" fmla="*/ 2141220 w 2769870"/>
              <a:gd name="connsiteY34" fmla="*/ 590550 h 1344930"/>
              <a:gd name="connisteX35" fmla="*/ 2205990 w 2769870"/>
              <a:gd name="connsiteY35" fmla="*/ 567690 h 1344930"/>
              <a:gd name="connisteX36" fmla="*/ 2270760 w 2769870"/>
              <a:gd name="connsiteY36" fmla="*/ 552450 h 1344930"/>
              <a:gd name="connisteX37" fmla="*/ 2335530 w 2769870"/>
              <a:gd name="connsiteY37" fmla="*/ 525780 h 1344930"/>
              <a:gd name="connisteX38" fmla="*/ 2400300 w 2769870"/>
              <a:gd name="connsiteY38" fmla="*/ 499110 h 1344930"/>
              <a:gd name="connisteX39" fmla="*/ 2465070 w 2769870"/>
              <a:gd name="connsiteY39" fmla="*/ 468630 h 1344930"/>
              <a:gd name="connisteX40" fmla="*/ 2533650 w 2769870"/>
              <a:gd name="connsiteY40" fmla="*/ 422910 h 1344930"/>
              <a:gd name="connisteX41" fmla="*/ 2579370 w 2769870"/>
              <a:gd name="connsiteY41" fmla="*/ 358140 h 1344930"/>
              <a:gd name="connisteX42" fmla="*/ 2590800 w 2769870"/>
              <a:gd name="connsiteY42" fmla="*/ 293370 h 1344930"/>
              <a:gd name="connisteX43" fmla="*/ 2598420 w 2769870"/>
              <a:gd name="connsiteY43" fmla="*/ 224790 h 1344930"/>
              <a:gd name="connisteX44" fmla="*/ 2606040 w 2769870"/>
              <a:gd name="connsiteY44" fmla="*/ 160020 h 1344930"/>
              <a:gd name="connisteX45" fmla="*/ 2667000 w 2769870"/>
              <a:gd name="connsiteY45" fmla="*/ 95250 h 1344930"/>
              <a:gd name="connisteX46" fmla="*/ 2705100 w 2769870"/>
              <a:gd name="connsiteY46" fmla="*/ 30480 h 1344930"/>
              <a:gd name="connisteX47" fmla="*/ 2769870 w 2769870"/>
              <a:gd name="connsiteY47" fmla="*/ 0 h 13449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</a:cxnLst>
            <a:rect l="l" t="t" r="r" b="b"/>
            <a:pathLst>
              <a:path w="2769870" h="1344930">
                <a:moveTo>
                  <a:pt x="0" y="1344930"/>
                </a:moveTo>
                <a:cubicBezTo>
                  <a:pt x="11430" y="1343025"/>
                  <a:pt x="38735" y="1340485"/>
                  <a:pt x="64770" y="1333500"/>
                </a:cubicBezTo>
                <a:cubicBezTo>
                  <a:pt x="90805" y="1326515"/>
                  <a:pt x="102870" y="1319530"/>
                  <a:pt x="129540" y="1310640"/>
                </a:cubicBezTo>
                <a:cubicBezTo>
                  <a:pt x="156210" y="1301750"/>
                  <a:pt x="172720" y="1305560"/>
                  <a:pt x="198120" y="1287780"/>
                </a:cubicBezTo>
                <a:cubicBezTo>
                  <a:pt x="223520" y="1270000"/>
                  <a:pt x="236220" y="1249045"/>
                  <a:pt x="255270" y="1223010"/>
                </a:cubicBezTo>
                <a:cubicBezTo>
                  <a:pt x="274320" y="1196975"/>
                  <a:pt x="273050" y="1178560"/>
                  <a:pt x="293370" y="1158240"/>
                </a:cubicBezTo>
                <a:cubicBezTo>
                  <a:pt x="313690" y="1137920"/>
                  <a:pt x="332105" y="1128395"/>
                  <a:pt x="358140" y="1120140"/>
                </a:cubicBezTo>
                <a:cubicBezTo>
                  <a:pt x="384175" y="1111885"/>
                  <a:pt x="396875" y="1106170"/>
                  <a:pt x="422910" y="1116330"/>
                </a:cubicBezTo>
                <a:cubicBezTo>
                  <a:pt x="448945" y="1126490"/>
                  <a:pt x="461645" y="1164590"/>
                  <a:pt x="487680" y="1169670"/>
                </a:cubicBezTo>
                <a:cubicBezTo>
                  <a:pt x="513715" y="1174750"/>
                  <a:pt x="526415" y="1158875"/>
                  <a:pt x="552450" y="1143000"/>
                </a:cubicBezTo>
                <a:cubicBezTo>
                  <a:pt x="578485" y="1127125"/>
                  <a:pt x="590550" y="1107440"/>
                  <a:pt x="617220" y="1089660"/>
                </a:cubicBezTo>
                <a:cubicBezTo>
                  <a:pt x="643890" y="1071880"/>
                  <a:pt x="659130" y="1067435"/>
                  <a:pt x="685800" y="1055370"/>
                </a:cubicBezTo>
                <a:cubicBezTo>
                  <a:pt x="712470" y="1043305"/>
                  <a:pt x="724535" y="1038860"/>
                  <a:pt x="750570" y="1028700"/>
                </a:cubicBezTo>
                <a:cubicBezTo>
                  <a:pt x="776605" y="1018540"/>
                  <a:pt x="789305" y="1014095"/>
                  <a:pt x="815340" y="1005840"/>
                </a:cubicBezTo>
                <a:cubicBezTo>
                  <a:pt x="841375" y="997585"/>
                  <a:pt x="854075" y="994410"/>
                  <a:pt x="880110" y="986790"/>
                </a:cubicBezTo>
                <a:cubicBezTo>
                  <a:pt x="906145" y="979170"/>
                  <a:pt x="918845" y="975360"/>
                  <a:pt x="944880" y="967740"/>
                </a:cubicBezTo>
                <a:cubicBezTo>
                  <a:pt x="970915" y="960120"/>
                  <a:pt x="983615" y="956310"/>
                  <a:pt x="1009650" y="948690"/>
                </a:cubicBezTo>
                <a:cubicBezTo>
                  <a:pt x="1035685" y="941070"/>
                  <a:pt x="1048385" y="937260"/>
                  <a:pt x="1074420" y="929640"/>
                </a:cubicBezTo>
                <a:cubicBezTo>
                  <a:pt x="1100455" y="922020"/>
                  <a:pt x="1113155" y="924560"/>
                  <a:pt x="1139190" y="910590"/>
                </a:cubicBezTo>
                <a:cubicBezTo>
                  <a:pt x="1165225" y="896620"/>
                  <a:pt x="1185545" y="883920"/>
                  <a:pt x="1203960" y="861060"/>
                </a:cubicBezTo>
                <a:cubicBezTo>
                  <a:pt x="1222375" y="838200"/>
                  <a:pt x="1212215" y="819150"/>
                  <a:pt x="1230630" y="796290"/>
                </a:cubicBezTo>
                <a:cubicBezTo>
                  <a:pt x="1249045" y="773430"/>
                  <a:pt x="1269365" y="758825"/>
                  <a:pt x="1295400" y="746760"/>
                </a:cubicBezTo>
                <a:cubicBezTo>
                  <a:pt x="1321435" y="734695"/>
                  <a:pt x="1334135" y="730885"/>
                  <a:pt x="1360170" y="735330"/>
                </a:cubicBezTo>
                <a:cubicBezTo>
                  <a:pt x="1386205" y="739775"/>
                  <a:pt x="1398905" y="753110"/>
                  <a:pt x="1424940" y="769620"/>
                </a:cubicBezTo>
                <a:cubicBezTo>
                  <a:pt x="1450975" y="786130"/>
                  <a:pt x="1463040" y="808355"/>
                  <a:pt x="1489710" y="819150"/>
                </a:cubicBezTo>
                <a:cubicBezTo>
                  <a:pt x="1516380" y="829945"/>
                  <a:pt x="1531620" y="822325"/>
                  <a:pt x="1558290" y="822960"/>
                </a:cubicBezTo>
                <a:cubicBezTo>
                  <a:pt x="1584960" y="823595"/>
                  <a:pt x="1597025" y="822960"/>
                  <a:pt x="1623060" y="822960"/>
                </a:cubicBezTo>
                <a:cubicBezTo>
                  <a:pt x="1649095" y="822960"/>
                  <a:pt x="1661795" y="827405"/>
                  <a:pt x="1687830" y="822960"/>
                </a:cubicBezTo>
                <a:cubicBezTo>
                  <a:pt x="1713865" y="818515"/>
                  <a:pt x="1726565" y="810895"/>
                  <a:pt x="1752600" y="800100"/>
                </a:cubicBezTo>
                <a:cubicBezTo>
                  <a:pt x="1778635" y="789305"/>
                  <a:pt x="1791335" y="783590"/>
                  <a:pt x="1817370" y="769620"/>
                </a:cubicBezTo>
                <a:cubicBezTo>
                  <a:pt x="1843405" y="755650"/>
                  <a:pt x="1856105" y="746760"/>
                  <a:pt x="1882140" y="731520"/>
                </a:cubicBezTo>
                <a:cubicBezTo>
                  <a:pt x="1908175" y="716280"/>
                  <a:pt x="1920875" y="708660"/>
                  <a:pt x="1946910" y="693420"/>
                </a:cubicBezTo>
                <a:cubicBezTo>
                  <a:pt x="1972945" y="678180"/>
                  <a:pt x="1985645" y="670560"/>
                  <a:pt x="2011680" y="655320"/>
                </a:cubicBezTo>
                <a:cubicBezTo>
                  <a:pt x="2037715" y="640080"/>
                  <a:pt x="2050415" y="629920"/>
                  <a:pt x="2076450" y="617220"/>
                </a:cubicBezTo>
                <a:cubicBezTo>
                  <a:pt x="2102485" y="604520"/>
                  <a:pt x="2115185" y="600710"/>
                  <a:pt x="2141220" y="590550"/>
                </a:cubicBezTo>
                <a:cubicBezTo>
                  <a:pt x="2167255" y="580390"/>
                  <a:pt x="2179955" y="575310"/>
                  <a:pt x="2205990" y="567690"/>
                </a:cubicBezTo>
                <a:cubicBezTo>
                  <a:pt x="2232025" y="560070"/>
                  <a:pt x="2244725" y="560705"/>
                  <a:pt x="2270760" y="552450"/>
                </a:cubicBezTo>
                <a:cubicBezTo>
                  <a:pt x="2296795" y="544195"/>
                  <a:pt x="2309495" y="536575"/>
                  <a:pt x="2335530" y="525780"/>
                </a:cubicBezTo>
                <a:cubicBezTo>
                  <a:pt x="2361565" y="514985"/>
                  <a:pt x="2374265" y="510540"/>
                  <a:pt x="2400300" y="499110"/>
                </a:cubicBezTo>
                <a:cubicBezTo>
                  <a:pt x="2426335" y="487680"/>
                  <a:pt x="2438400" y="483870"/>
                  <a:pt x="2465070" y="468630"/>
                </a:cubicBezTo>
                <a:cubicBezTo>
                  <a:pt x="2491740" y="453390"/>
                  <a:pt x="2510790" y="445135"/>
                  <a:pt x="2533650" y="422910"/>
                </a:cubicBezTo>
                <a:cubicBezTo>
                  <a:pt x="2556510" y="400685"/>
                  <a:pt x="2567940" y="384175"/>
                  <a:pt x="2579370" y="358140"/>
                </a:cubicBezTo>
                <a:cubicBezTo>
                  <a:pt x="2590800" y="332105"/>
                  <a:pt x="2586990" y="320040"/>
                  <a:pt x="2590800" y="293370"/>
                </a:cubicBezTo>
                <a:cubicBezTo>
                  <a:pt x="2594610" y="266700"/>
                  <a:pt x="2595245" y="251460"/>
                  <a:pt x="2598420" y="224790"/>
                </a:cubicBezTo>
                <a:cubicBezTo>
                  <a:pt x="2601595" y="198120"/>
                  <a:pt x="2592070" y="186055"/>
                  <a:pt x="2606040" y="160020"/>
                </a:cubicBezTo>
                <a:cubicBezTo>
                  <a:pt x="2620010" y="133985"/>
                  <a:pt x="2647315" y="121285"/>
                  <a:pt x="2667000" y="95250"/>
                </a:cubicBezTo>
                <a:cubicBezTo>
                  <a:pt x="2686685" y="69215"/>
                  <a:pt x="2684780" y="49530"/>
                  <a:pt x="2705100" y="30480"/>
                </a:cubicBezTo>
                <a:cubicBezTo>
                  <a:pt x="2725420" y="11430"/>
                  <a:pt x="2757805" y="5080"/>
                  <a:pt x="276987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-1986280" y="2667635"/>
            <a:ext cx="2595880" cy="1971675"/>
          </a:xfrm>
          <a:custGeom>
            <a:avLst/>
            <a:gdLst>
              <a:gd name="connisteX0" fmla="*/ 1731151 w 1731151"/>
              <a:gd name="connsiteY0" fmla="*/ 177823 h 1313203"/>
              <a:gd name="connisteX1" fmla="*/ 1666381 w 1731151"/>
              <a:gd name="connsiteY1" fmla="*/ 162583 h 1313203"/>
              <a:gd name="connisteX2" fmla="*/ 1639711 w 1731151"/>
              <a:gd name="connsiteY2" fmla="*/ 97813 h 1313203"/>
              <a:gd name="connisteX3" fmla="*/ 1574941 w 1731151"/>
              <a:gd name="connsiteY3" fmla="*/ 48283 h 1313203"/>
              <a:gd name="connisteX4" fmla="*/ 1510171 w 1731151"/>
              <a:gd name="connsiteY4" fmla="*/ 21613 h 1313203"/>
              <a:gd name="connisteX5" fmla="*/ 1445401 w 1731151"/>
              <a:gd name="connsiteY5" fmla="*/ 21613 h 1313203"/>
              <a:gd name="connisteX6" fmla="*/ 1380631 w 1731151"/>
              <a:gd name="connsiteY6" fmla="*/ 55903 h 1313203"/>
              <a:gd name="connisteX7" fmla="*/ 1315861 w 1731151"/>
              <a:gd name="connsiteY7" fmla="*/ 82573 h 1313203"/>
              <a:gd name="connisteX8" fmla="*/ 1251091 w 1731151"/>
              <a:gd name="connsiteY8" fmla="*/ 78763 h 1313203"/>
              <a:gd name="connisteX9" fmla="*/ 1186321 w 1731151"/>
              <a:gd name="connsiteY9" fmla="*/ 67333 h 1313203"/>
              <a:gd name="connisteX10" fmla="*/ 1121551 w 1731151"/>
              <a:gd name="connsiteY10" fmla="*/ 48283 h 1313203"/>
              <a:gd name="connisteX11" fmla="*/ 1052971 w 1731151"/>
              <a:gd name="connsiteY11" fmla="*/ 21613 h 1313203"/>
              <a:gd name="connisteX12" fmla="*/ 988201 w 1731151"/>
              <a:gd name="connsiteY12" fmla="*/ 2563 h 1313203"/>
              <a:gd name="connisteX13" fmla="*/ 923431 w 1731151"/>
              <a:gd name="connsiteY13" fmla="*/ 2563 h 1313203"/>
              <a:gd name="connisteX14" fmla="*/ 858661 w 1731151"/>
              <a:gd name="connsiteY14" fmla="*/ 6373 h 1313203"/>
              <a:gd name="connisteX15" fmla="*/ 793891 w 1731151"/>
              <a:gd name="connsiteY15" fmla="*/ 63523 h 1313203"/>
              <a:gd name="connisteX16" fmla="*/ 782461 w 1731151"/>
              <a:gd name="connsiteY16" fmla="*/ 135913 h 1313203"/>
              <a:gd name="connisteX17" fmla="*/ 778651 w 1731151"/>
              <a:gd name="connsiteY17" fmla="*/ 200683 h 1313203"/>
              <a:gd name="connisteX18" fmla="*/ 736741 w 1731151"/>
              <a:gd name="connsiteY18" fmla="*/ 265453 h 1313203"/>
              <a:gd name="connisteX19" fmla="*/ 706261 w 1731151"/>
              <a:gd name="connsiteY19" fmla="*/ 330223 h 1313203"/>
              <a:gd name="connisteX20" fmla="*/ 668161 w 1731151"/>
              <a:gd name="connsiteY20" fmla="*/ 394993 h 1313203"/>
              <a:gd name="connisteX21" fmla="*/ 603391 w 1731151"/>
              <a:gd name="connsiteY21" fmla="*/ 433093 h 1313203"/>
              <a:gd name="connisteX22" fmla="*/ 538621 w 1731151"/>
              <a:gd name="connsiteY22" fmla="*/ 455953 h 1313203"/>
              <a:gd name="connisteX23" fmla="*/ 470041 w 1731151"/>
              <a:gd name="connsiteY23" fmla="*/ 459763 h 1313203"/>
              <a:gd name="connisteX24" fmla="*/ 405271 w 1731151"/>
              <a:gd name="connsiteY24" fmla="*/ 471193 h 1313203"/>
              <a:gd name="connisteX25" fmla="*/ 370981 w 1731151"/>
              <a:gd name="connsiteY25" fmla="*/ 535963 h 1313203"/>
              <a:gd name="connisteX26" fmla="*/ 321451 w 1731151"/>
              <a:gd name="connsiteY26" fmla="*/ 619783 h 1313203"/>
              <a:gd name="connisteX27" fmla="*/ 279541 w 1731151"/>
              <a:gd name="connsiteY27" fmla="*/ 684553 h 1313203"/>
              <a:gd name="connisteX28" fmla="*/ 241441 w 1731151"/>
              <a:gd name="connsiteY28" fmla="*/ 749323 h 1313203"/>
              <a:gd name="connisteX29" fmla="*/ 214771 w 1731151"/>
              <a:gd name="connsiteY29" fmla="*/ 814093 h 1313203"/>
              <a:gd name="connisteX30" fmla="*/ 203341 w 1731151"/>
              <a:gd name="connsiteY30" fmla="*/ 878863 h 1313203"/>
              <a:gd name="connisteX31" fmla="*/ 207151 w 1731151"/>
              <a:gd name="connsiteY31" fmla="*/ 943633 h 1313203"/>
              <a:gd name="connisteX32" fmla="*/ 222391 w 1731151"/>
              <a:gd name="connsiteY32" fmla="*/ 1008403 h 1313203"/>
              <a:gd name="connisteX33" fmla="*/ 150001 w 1731151"/>
              <a:gd name="connsiteY33" fmla="*/ 1061743 h 1313203"/>
              <a:gd name="connisteX34" fmla="*/ 69991 w 1731151"/>
              <a:gd name="connsiteY34" fmla="*/ 1099843 h 1313203"/>
              <a:gd name="connisteX35" fmla="*/ 5221 w 1731151"/>
              <a:gd name="connsiteY35" fmla="*/ 1149373 h 1313203"/>
              <a:gd name="connisteX36" fmla="*/ 16651 w 1731151"/>
              <a:gd name="connsiteY36" fmla="*/ 1214143 h 1313203"/>
              <a:gd name="connisteX37" fmla="*/ 81421 w 1731151"/>
              <a:gd name="connsiteY37" fmla="*/ 1248433 h 1313203"/>
              <a:gd name="connisteX38" fmla="*/ 104281 w 1731151"/>
              <a:gd name="connsiteY38" fmla="*/ 1313203 h 13132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</a:cxnLst>
            <a:rect l="l" t="t" r="r" b="b"/>
            <a:pathLst>
              <a:path w="1731151" h="1313203">
                <a:moveTo>
                  <a:pt x="1731151" y="177823"/>
                </a:moveTo>
                <a:cubicBezTo>
                  <a:pt x="1718451" y="175918"/>
                  <a:pt x="1684796" y="178458"/>
                  <a:pt x="1666381" y="162583"/>
                </a:cubicBezTo>
                <a:cubicBezTo>
                  <a:pt x="1647966" y="146708"/>
                  <a:pt x="1658126" y="120673"/>
                  <a:pt x="1639711" y="97813"/>
                </a:cubicBezTo>
                <a:cubicBezTo>
                  <a:pt x="1621296" y="74953"/>
                  <a:pt x="1600976" y="63523"/>
                  <a:pt x="1574941" y="48283"/>
                </a:cubicBezTo>
                <a:cubicBezTo>
                  <a:pt x="1548906" y="33043"/>
                  <a:pt x="1536206" y="26693"/>
                  <a:pt x="1510171" y="21613"/>
                </a:cubicBezTo>
                <a:cubicBezTo>
                  <a:pt x="1484136" y="16533"/>
                  <a:pt x="1471436" y="14628"/>
                  <a:pt x="1445401" y="21613"/>
                </a:cubicBezTo>
                <a:cubicBezTo>
                  <a:pt x="1419366" y="28598"/>
                  <a:pt x="1406666" y="43838"/>
                  <a:pt x="1380631" y="55903"/>
                </a:cubicBezTo>
                <a:cubicBezTo>
                  <a:pt x="1354596" y="67968"/>
                  <a:pt x="1341896" y="78128"/>
                  <a:pt x="1315861" y="82573"/>
                </a:cubicBezTo>
                <a:cubicBezTo>
                  <a:pt x="1289826" y="87018"/>
                  <a:pt x="1277126" y="81938"/>
                  <a:pt x="1251091" y="78763"/>
                </a:cubicBezTo>
                <a:cubicBezTo>
                  <a:pt x="1225056" y="75588"/>
                  <a:pt x="1212356" y="73683"/>
                  <a:pt x="1186321" y="67333"/>
                </a:cubicBezTo>
                <a:cubicBezTo>
                  <a:pt x="1160286" y="60983"/>
                  <a:pt x="1148221" y="57173"/>
                  <a:pt x="1121551" y="48283"/>
                </a:cubicBezTo>
                <a:cubicBezTo>
                  <a:pt x="1094881" y="39393"/>
                  <a:pt x="1079641" y="30503"/>
                  <a:pt x="1052971" y="21613"/>
                </a:cubicBezTo>
                <a:cubicBezTo>
                  <a:pt x="1026301" y="12723"/>
                  <a:pt x="1014236" y="6373"/>
                  <a:pt x="988201" y="2563"/>
                </a:cubicBezTo>
                <a:cubicBezTo>
                  <a:pt x="962166" y="-1247"/>
                  <a:pt x="949466" y="1928"/>
                  <a:pt x="923431" y="2563"/>
                </a:cubicBezTo>
                <a:cubicBezTo>
                  <a:pt x="897396" y="3198"/>
                  <a:pt x="884696" y="-5692"/>
                  <a:pt x="858661" y="6373"/>
                </a:cubicBezTo>
                <a:cubicBezTo>
                  <a:pt x="832626" y="18438"/>
                  <a:pt x="809131" y="37488"/>
                  <a:pt x="793891" y="63523"/>
                </a:cubicBezTo>
                <a:cubicBezTo>
                  <a:pt x="778651" y="89558"/>
                  <a:pt x="785636" y="108608"/>
                  <a:pt x="782461" y="135913"/>
                </a:cubicBezTo>
                <a:cubicBezTo>
                  <a:pt x="779286" y="163218"/>
                  <a:pt x="787541" y="174648"/>
                  <a:pt x="778651" y="200683"/>
                </a:cubicBezTo>
                <a:cubicBezTo>
                  <a:pt x="769761" y="226718"/>
                  <a:pt x="751346" y="239418"/>
                  <a:pt x="736741" y="265453"/>
                </a:cubicBezTo>
                <a:cubicBezTo>
                  <a:pt x="722136" y="291488"/>
                  <a:pt x="720231" y="304188"/>
                  <a:pt x="706261" y="330223"/>
                </a:cubicBezTo>
                <a:cubicBezTo>
                  <a:pt x="692291" y="356258"/>
                  <a:pt x="688481" y="374673"/>
                  <a:pt x="668161" y="394993"/>
                </a:cubicBezTo>
                <a:cubicBezTo>
                  <a:pt x="647841" y="415313"/>
                  <a:pt x="629426" y="421028"/>
                  <a:pt x="603391" y="433093"/>
                </a:cubicBezTo>
                <a:cubicBezTo>
                  <a:pt x="577356" y="445158"/>
                  <a:pt x="565291" y="450873"/>
                  <a:pt x="538621" y="455953"/>
                </a:cubicBezTo>
                <a:cubicBezTo>
                  <a:pt x="511951" y="461033"/>
                  <a:pt x="496711" y="456588"/>
                  <a:pt x="470041" y="459763"/>
                </a:cubicBezTo>
                <a:cubicBezTo>
                  <a:pt x="443371" y="462938"/>
                  <a:pt x="424956" y="455953"/>
                  <a:pt x="405271" y="471193"/>
                </a:cubicBezTo>
                <a:cubicBezTo>
                  <a:pt x="385586" y="486433"/>
                  <a:pt x="387491" y="506118"/>
                  <a:pt x="370981" y="535963"/>
                </a:cubicBezTo>
                <a:cubicBezTo>
                  <a:pt x="354471" y="565808"/>
                  <a:pt x="339866" y="589938"/>
                  <a:pt x="321451" y="619783"/>
                </a:cubicBezTo>
                <a:cubicBezTo>
                  <a:pt x="303036" y="649628"/>
                  <a:pt x="295416" y="658518"/>
                  <a:pt x="279541" y="684553"/>
                </a:cubicBezTo>
                <a:cubicBezTo>
                  <a:pt x="263666" y="710588"/>
                  <a:pt x="254141" y="723288"/>
                  <a:pt x="241441" y="749323"/>
                </a:cubicBezTo>
                <a:cubicBezTo>
                  <a:pt x="228741" y="775358"/>
                  <a:pt x="222391" y="788058"/>
                  <a:pt x="214771" y="814093"/>
                </a:cubicBezTo>
                <a:cubicBezTo>
                  <a:pt x="207151" y="840128"/>
                  <a:pt x="204611" y="852828"/>
                  <a:pt x="203341" y="878863"/>
                </a:cubicBezTo>
                <a:cubicBezTo>
                  <a:pt x="202071" y="904898"/>
                  <a:pt x="203341" y="917598"/>
                  <a:pt x="207151" y="943633"/>
                </a:cubicBezTo>
                <a:cubicBezTo>
                  <a:pt x="210961" y="969668"/>
                  <a:pt x="233821" y="984908"/>
                  <a:pt x="222391" y="1008403"/>
                </a:cubicBezTo>
                <a:cubicBezTo>
                  <a:pt x="210961" y="1031898"/>
                  <a:pt x="180481" y="1043328"/>
                  <a:pt x="150001" y="1061743"/>
                </a:cubicBezTo>
                <a:cubicBezTo>
                  <a:pt x="119521" y="1080158"/>
                  <a:pt x="99201" y="1082063"/>
                  <a:pt x="69991" y="1099843"/>
                </a:cubicBezTo>
                <a:cubicBezTo>
                  <a:pt x="40781" y="1117623"/>
                  <a:pt x="16016" y="1126513"/>
                  <a:pt x="5221" y="1149373"/>
                </a:cubicBezTo>
                <a:cubicBezTo>
                  <a:pt x="-5574" y="1172233"/>
                  <a:pt x="1411" y="1194458"/>
                  <a:pt x="16651" y="1214143"/>
                </a:cubicBezTo>
                <a:cubicBezTo>
                  <a:pt x="31891" y="1233828"/>
                  <a:pt x="63641" y="1228748"/>
                  <a:pt x="81421" y="1248433"/>
                </a:cubicBezTo>
                <a:cubicBezTo>
                  <a:pt x="99201" y="1268118"/>
                  <a:pt x="101106" y="1301138"/>
                  <a:pt x="104281" y="1313203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6560185" y="0"/>
            <a:ext cx="539305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olidFill>
                  <a:schemeClr val="tx1"/>
                </a:solidFill>
                <a:effectLst/>
                <a:latin typeface="+mn-ea"/>
                <a:cs typeface="+mn-ea"/>
              </a:rPr>
              <a:t>1. 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铁路线：</a:t>
            </a:r>
            <a:r>
              <a:rPr lang="zh-CN" altLang="en-US" sz="2800" u="sng">
                <a:solidFill>
                  <a:schemeClr val="tx1"/>
                </a:solidFill>
                <a:effectLst/>
                <a:latin typeface="+mn-ea"/>
                <a:cs typeface="+mn-ea"/>
              </a:rPr>
              <a:t>①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线、</a:t>
            </a:r>
            <a:r>
              <a:rPr lang="zh-CN" altLang="en-US" sz="2800" u="sng">
                <a:solidFill>
                  <a:schemeClr val="tx1"/>
                </a:solidFill>
                <a:effectLst/>
                <a:latin typeface="+mn-ea"/>
                <a:cs typeface="+mn-ea"/>
              </a:rPr>
              <a:t>②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线、</a:t>
            </a:r>
            <a:r>
              <a:rPr lang="zh-CN" altLang="en-US" sz="2800" u="sng">
                <a:solidFill>
                  <a:schemeClr val="tx1"/>
                </a:solidFill>
                <a:effectLst/>
                <a:latin typeface="+mn-ea"/>
                <a:cs typeface="+mn-ea"/>
              </a:rPr>
              <a:t>③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线、</a:t>
            </a:r>
            <a:r>
              <a:rPr lang="zh-CN" altLang="en-US" sz="2800" u="sng">
                <a:solidFill>
                  <a:schemeClr val="tx1"/>
                </a:solidFill>
                <a:effectLst/>
                <a:latin typeface="+mn-ea"/>
                <a:cs typeface="+mn-ea"/>
              </a:rPr>
              <a:t>④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线、</a:t>
            </a:r>
            <a:r>
              <a:rPr lang="zh-CN" altLang="en-US" sz="2800" u="sng">
                <a:solidFill>
                  <a:schemeClr val="tx1"/>
                </a:solidFill>
                <a:effectLst/>
                <a:latin typeface="+mn-ea"/>
                <a:cs typeface="+mn-ea"/>
              </a:rPr>
              <a:t>⑤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线；</a:t>
            </a:r>
            <a:endParaRPr lang="zh-CN" altLang="en-US" sz="2800">
              <a:solidFill>
                <a:schemeClr val="tx1"/>
              </a:solidFill>
              <a:effectLst/>
              <a:latin typeface="+mn-ea"/>
              <a:cs typeface="+mn-ea"/>
            </a:endParaRPr>
          </a:p>
          <a:p>
            <a:endParaRPr lang="zh-CN" altLang="en-US" sz="2800">
              <a:solidFill>
                <a:schemeClr val="tx1"/>
              </a:solidFill>
              <a:effectLst/>
              <a:latin typeface="+mn-ea"/>
              <a:cs typeface="+mn-ea"/>
            </a:endParaRPr>
          </a:p>
          <a:p>
            <a:r>
              <a:rPr lang="en-US" altLang="zh-CN" sz="2800">
                <a:solidFill>
                  <a:schemeClr val="tx1"/>
                </a:solidFill>
                <a:effectLst/>
                <a:latin typeface="+mn-ea"/>
                <a:cs typeface="+mn-ea"/>
              </a:rPr>
              <a:t>2. 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城市：</a:t>
            </a:r>
            <a:r>
              <a:rPr lang="en-US" altLang="zh-CN" sz="2800">
                <a:solidFill>
                  <a:schemeClr val="tx1"/>
                </a:solidFill>
                <a:effectLst/>
                <a:latin typeface="+mn-ea"/>
                <a:cs typeface="+mn-ea"/>
              </a:rPr>
              <a:t>A:</a:t>
            </a:r>
            <a:r>
              <a:rPr lang="zh-CN" altLang="en-US" sz="2800" u="sng">
                <a:solidFill>
                  <a:schemeClr val="tx1"/>
                </a:solidFill>
                <a:effectLst/>
                <a:latin typeface="+mn-ea"/>
                <a:cs typeface="+mn-ea"/>
              </a:rPr>
              <a:t>⑥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、</a:t>
            </a:r>
            <a:r>
              <a:rPr lang="en-US" altLang="zh-CN" sz="2800">
                <a:solidFill>
                  <a:schemeClr val="tx1"/>
                </a:solidFill>
                <a:effectLst/>
                <a:latin typeface="+mn-ea"/>
                <a:cs typeface="+mn-ea"/>
              </a:rPr>
              <a:t>B:</a:t>
            </a:r>
            <a:r>
              <a:rPr lang="zh-CN" altLang="en-US" sz="2800" u="sng">
                <a:solidFill>
                  <a:schemeClr val="tx1"/>
                </a:solidFill>
                <a:effectLst/>
                <a:latin typeface="+mn-ea"/>
                <a:cs typeface="+mn-ea"/>
              </a:rPr>
              <a:t>⑦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、</a:t>
            </a:r>
            <a:r>
              <a:rPr lang="en-US" altLang="zh-CN" sz="2800">
                <a:solidFill>
                  <a:schemeClr val="tx1"/>
                </a:solidFill>
                <a:effectLst/>
                <a:latin typeface="+mn-ea"/>
                <a:cs typeface="+mn-ea"/>
              </a:rPr>
              <a:t>C:</a:t>
            </a:r>
            <a:r>
              <a:rPr lang="zh-CN" altLang="en-US" sz="2800" u="sng">
                <a:solidFill>
                  <a:schemeClr val="tx1"/>
                </a:solidFill>
                <a:effectLst/>
                <a:latin typeface="+mn-ea"/>
                <a:cs typeface="+mn-ea"/>
              </a:rPr>
              <a:t>⑧</a:t>
            </a:r>
            <a:r>
              <a:rPr lang="zh-CN" altLang="en-US" sz="2800">
                <a:solidFill>
                  <a:schemeClr val="tx1"/>
                </a:solidFill>
                <a:effectLst/>
                <a:latin typeface="+mn-ea"/>
                <a:cs typeface="+mn-ea"/>
              </a:rPr>
              <a:t>、</a:t>
            </a:r>
            <a:r>
              <a:rPr lang="en-US" altLang="zh-CN" sz="2800">
                <a:solidFill>
                  <a:schemeClr val="tx1"/>
                </a:solidFill>
                <a:effectLst/>
                <a:latin typeface="+mn-ea"/>
                <a:cs typeface="+mn-ea"/>
              </a:rPr>
              <a:t>D:</a:t>
            </a:r>
            <a:r>
              <a:rPr lang="zh-CN" altLang="en-US" sz="2800" u="sng">
                <a:solidFill>
                  <a:schemeClr val="tx1"/>
                </a:solidFill>
                <a:effectLst/>
                <a:latin typeface="+mn-ea"/>
                <a:cs typeface="+mn-ea"/>
              </a:rPr>
              <a:t>⑨</a:t>
            </a:r>
            <a:endParaRPr lang="zh-CN" altLang="en-US" sz="2800">
              <a:solidFill>
                <a:schemeClr val="tx1"/>
              </a:solidFill>
              <a:effectLst/>
              <a:latin typeface="+mn-ea"/>
              <a:cs typeface="+mn-ea"/>
            </a:endParaRPr>
          </a:p>
          <a:p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</a:endParaRPr>
          </a:p>
          <a:p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ea"/>
              <a:cs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386445" y="1270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①</a:t>
            </a:r>
            <a:endParaRPr lang="zh-CN" altLang="en-US" sz="2800"/>
          </a:p>
        </p:txBody>
      </p:sp>
      <p:sp>
        <p:nvSpPr>
          <p:cNvPr id="56" name="文本框 55"/>
          <p:cNvSpPr txBox="1"/>
          <p:nvPr/>
        </p:nvSpPr>
        <p:spPr>
          <a:xfrm>
            <a:off x="9444990" y="1270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②</a:t>
            </a:r>
            <a:endParaRPr lang="zh-CN" altLang="en-US" sz="2800"/>
          </a:p>
        </p:txBody>
      </p:sp>
      <p:sp>
        <p:nvSpPr>
          <p:cNvPr id="58" name="文本框 57"/>
          <p:cNvSpPr txBox="1"/>
          <p:nvPr/>
        </p:nvSpPr>
        <p:spPr>
          <a:xfrm>
            <a:off x="10517505" y="3810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③</a:t>
            </a:r>
            <a:endParaRPr lang="zh-CN" altLang="en-US" sz="2800"/>
          </a:p>
        </p:txBody>
      </p:sp>
      <p:sp>
        <p:nvSpPr>
          <p:cNvPr id="59" name="文本框 58"/>
          <p:cNvSpPr txBox="1"/>
          <p:nvPr/>
        </p:nvSpPr>
        <p:spPr>
          <a:xfrm>
            <a:off x="6559550" y="426720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④</a:t>
            </a:r>
            <a:endParaRPr lang="zh-CN" altLang="en-US" sz="2800"/>
          </a:p>
        </p:txBody>
      </p:sp>
      <p:sp>
        <p:nvSpPr>
          <p:cNvPr id="60" name="文本框 59"/>
          <p:cNvSpPr txBox="1"/>
          <p:nvPr/>
        </p:nvSpPr>
        <p:spPr>
          <a:xfrm>
            <a:off x="7625080" y="426085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⑤</a:t>
            </a:r>
            <a:endParaRPr lang="zh-CN" altLang="en-US" sz="2800"/>
          </a:p>
        </p:txBody>
      </p:sp>
      <p:sp>
        <p:nvSpPr>
          <p:cNvPr id="66" name="椭圆 65"/>
          <p:cNvSpPr/>
          <p:nvPr/>
        </p:nvSpPr>
        <p:spPr>
          <a:xfrm>
            <a:off x="1005840" y="4506595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4922520" y="3779520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3396615" y="6161405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3639820" y="6285230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8023225" y="1278890"/>
            <a:ext cx="433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</a:rPr>
              <a:t>A</a:t>
            </a:r>
            <a:endParaRPr lang="zh-CN" altLang="en-US" sz="2800">
              <a:latin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560820" y="1702435"/>
            <a:ext cx="433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</a:rPr>
              <a:t>D</a:t>
            </a:r>
            <a:endParaRPr lang="en-US" altLang="zh-CN" sz="2800">
              <a:latin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0093325" y="1278890"/>
            <a:ext cx="433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</a:rPr>
              <a:t>C</a:t>
            </a:r>
            <a:endParaRPr lang="en-US" altLang="zh-CN" sz="2800">
              <a:latin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076055" y="1278890"/>
            <a:ext cx="433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</a:rPr>
              <a:t>B</a:t>
            </a:r>
            <a:endParaRPr lang="en-US" altLang="zh-CN" sz="2800">
              <a:latin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175926 L -0.572812 0.552963 " pathEditMode="relative" rAng="0" ptsTypes="">
                                      <p:cBhvr>
                                        <p:cTn id="4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7" y="30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88073 0.585833 " pathEditMode="relative" ptsTypes="">
                                      <p:cBhvr>
                                        <p:cTn id="50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54948 0.730648 " pathEditMode="relative" ptsTypes="">
                                      <p:cBhvr>
                                        <p:cTn id="5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16042 0.209352 " pathEditMode="relative" rAng="0" ptsTypes="">
                                      <p:cBhvr>
                                        <p:cTn id="5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" y="9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8974 0.390556 " pathEditMode="relative" ptsTypes="">
                                      <p:cBhvr>
                                        <p:cTn id="5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43333 0.322963 " pathEditMode="relative" ptsTypes="">
                                      <p:cBhvr>
                                        <p:cTn id="71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25573 0.695278 " pathEditMode="relative" rAng="0" ptsTypes="">
                                      <p:cBhvr>
                                        <p:cTn id="73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" y="343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91615 0.67213 " pathEditMode="relative" rAng="0" ptsTypes="">
                                      <p:cBhvr>
                                        <p:cTn id="75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4" y="368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96302 0.389074 " pathEditMode="relative" rAng="0" ptsTypes="">
                                      <p:cBhvr>
                                        <p:cTn id="77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" y="1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" grpId="2"/>
      <p:bldP spid="67" grpId="0" animBg="1"/>
      <p:bldP spid="69" grpId="0" animBg="1"/>
      <p:bldP spid="68" grpId="0" animBg="1"/>
      <p:bldP spid="66" grpId="0" animBg="1"/>
      <p:bldP spid="7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37160" y="131445"/>
            <a:ext cx="2551430" cy="647065"/>
          </a:xfrm>
        </p:spPr>
        <p:txBody>
          <a:bodyPr>
            <a:normAutofit/>
          </a:bodyPr>
          <a:p>
            <a:r>
              <a:rPr lang="zh-CN" altLang="en-US" sz="3200"/>
              <a:t>二、</a:t>
            </a:r>
            <a:r>
              <a:rPr lang="en-US" altLang="zh-CN" sz="3200"/>
              <a:t>“</a:t>
            </a:r>
            <a:r>
              <a:rPr lang="zh-CN" altLang="en-US" sz="3200"/>
              <a:t>三横</a:t>
            </a:r>
            <a:r>
              <a:rPr lang="en-US" altLang="zh-CN" sz="3200"/>
              <a:t>”</a:t>
            </a:r>
            <a:endParaRPr lang="en-US" altLang="zh-CN" sz="3200"/>
          </a:p>
        </p:txBody>
      </p:sp>
      <p:grpSp>
        <p:nvGrpSpPr>
          <p:cNvPr id="21" name="组合 20"/>
          <p:cNvGrpSpPr/>
          <p:nvPr/>
        </p:nvGrpSpPr>
        <p:grpSpPr>
          <a:xfrm rot="0">
            <a:off x="1315720" y="-1876425"/>
            <a:ext cx="11602720" cy="9679305"/>
            <a:chOff x="2260" y="395"/>
            <a:chExt cx="12184" cy="101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任意多边形 10"/>
            <p:cNvSpPr/>
            <p:nvPr/>
          </p:nvSpPr>
          <p:spPr>
            <a:xfrm>
              <a:off x="4550" y="454"/>
              <a:ext cx="7224" cy="3617"/>
            </a:xfrm>
            <a:custGeom>
              <a:avLst/>
              <a:gdLst>
                <a:gd name="connsiteX0" fmla="*/ 7008 w 7224"/>
                <a:gd name="connsiteY0" fmla="*/ 0 h 3617"/>
                <a:gd name="connsiteX1" fmla="*/ 6966 w 7224"/>
                <a:gd name="connsiteY1" fmla="*/ 108 h 3617"/>
                <a:gd name="connsiteX2" fmla="*/ 6906 w 7224"/>
                <a:gd name="connsiteY2" fmla="*/ 210 h 3617"/>
                <a:gd name="connsiteX3" fmla="*/ 7014 w 7224"/>
                <a:gd name="connsiteY3" fmla="*/ 300 h 3617"/>
                <a:gd name="connsiteX4" fmla="*/ 7050 w 7224"/>
                <a:gd name="connsiteY4" fmla="*/ 402 h 3617"/>
                <a:gd name="connsiteX5" fmla="*/ 6966 w 7224"/>
                <a:gd name="connsiteY5" fmla="*/ 504 h 3617"/>
                <a:gd name="connsiteX6" fmla="*/ 6924 w 7224"/>
                <a:gd name="connsiteY6" fmla="*/ 612 h 3617"/>
                <a:gd name="connsiteX7" fmla="*/ 6924 w 7224"/>
                <a:gd name="connsiteY7" fmla="*/ 714 h 3617"/>
                <a:gd name="connsiteX8" fmla="*/ 6918 w 7224"/>
                <a:gd name="connsiteY8" fmla="*/ 816 h 3617"/>
                <a:gd name="connsiteX9" fmla="*/ 6906 w 7224"/>
                <a:gd name="connsiteY9" fmla="*/ 918 h 3617"/>
                <a:gd name="connsiteX10" fmla="*/ 6846 w 7224"/>
                <a:gd name="connsiteY10" fmla="*/ 1020 h 3617"/>
                <a:gd name="connsiteX11" fmla="*/ 6744 w 7224"/>
                <a:gd name="connsiteY11" fmla="*/ 1098 h 3617"/>
                <a:gd name="connsiteX12" fmla="*/ 6642 w 7224"/>
                <a:gd name="connsiteY12" fmla="*/ 1158 h 3617"/>
                <a:gd name="connsiteX13" fmla="*/ 6540 w 7224"/>
                <a:gd name="connsiteY13" fmla="*/ 1116 h 3617"/>
                <a:gd name="connsiteX14" fmla="*/ 6450 w 7224"/>
                <a:gd name="connsiteY14" fmla="*/ 1218 h 3617"/>
                <a:gd name="connsiteX15" fmla="*/ 6414 w 7224"/>
                <a:gd name="connsiteY15" fmla="*/ 1320 h 3617"/>
                <a:gd name="connsiteX16" fmla="*/ 6402 w 7224"/>
                <a:gd name="connsiteY16" fmla="*/ 1422 h 3617"/>
                <a:gd name="connsiteX17" fmla="*/ 6402 w 7224"/>
                <a:gd name="connsiteY17" fmla="*/ 1524 h 3617"/>
                <a:gd name="connsiteX18" fmla="*/ 6414 w 7224"/>
                <a:gd name="connsiteY18" fmla="*/ 1626 h 3617"/>
                <a:gd name="connsiteX19" fmla="*/ 6516 w 7224"/>
                <a:gd name="connsiteY19" fmla="*/ 1656 h 3617"/>
                <a:gd name="connsiteX20" fmla="*/ 6618 w 7224"/>
                <a:gd name="connsiteY20" fmla="*/ 1614 h 3617"/>
                <a:gd name="connsiteX21" fmla="*/ 6726 w 7224"/>
                <a:gd name="connsiteY21" fmla="*/ 1614 h 3617"/>
                <a:gd name="connsiteX22" fmla="*/ 6828 w 7224"/>
                <a:gd name="connsiteY22" fmla="*/ 1608 h 3617"/>
                <a:gd name="connsiteX23" fmla="*/ 6930 w 7224"/>
                <a:gd name="connsiteY23" fmla="*/ 1608 h 3617"/>
                <a:gd name="connsiteX24" fmla="*/ 7032 w 7224"/>
                <a:gd name="connsiteY24" fmla="*/ 1650 h 3617"/>
                <a:gd name="connsiteX25" fmla="*/ 7134 w 7224"/>
                <a:gd name="connsiteY25" fmla="*/ 1746 h 3617"/>
                <a:gd name="connsiteX26" fmla="*/ 7224 w 7224"/>
                <a:gd name="connsiteY26" fmla="*/ 1848 h 3617"/>
                <a:gd name="connsiteX27" fmla="*/ 7122 w 7224"/>
                <a:gd name="connsiteY27" fmla="*/ 1896 h 3617"/>
                <a:gd name="connsiteX28" fmla="*/ 7020 w 7224"/>
                <a:gd name="connsiteY28" fmla="*/ 1914 h 3617"/>
                <a:gd name="connsiteX29" fmla="*/ 6918 w 7224"/>
                <a:gd name="connsiteY29" fmla="*/ 1956 h 3617"/>
                <a:gd name="connsiteX30" fmla="*/ 6816 w 7224"/>
                <a:gd name="connsiteY30" fmla="*/ 2016 h 3617"/>
                <a:gd name="connsiteX31" fmla="*/ 6714 w 7224"/>
                <a:gd name="connsiteY31" fmla="*/ 2100 h 3617"/>
                <a:gd name="connsiteX32" fmla="*/ 6618 w 7224"/>
                <a:gd name="connsiteY32" fmla="*/ 2208 h 3617"/>
                <a:gd name="connsiteX33" fmla="*/ 6540 w 7224"/>
                <a:gd name="connsiteY33" fmla="*/ 2310 h 3617"/>
                <a:gd name="connsiteX34" fmla="*/ 6438 w 7224"/>
                <a:gd name="connsiteY34" fmla="*/ 2358 h 3617"/>
                <a:gd name="connsiteX35" fmla="*/ 6336 w 7224"/>
                <a:gd name="connsiteY35" fmla="*/ 2394 h 3617"/>
                <a:gd name="connsiteX36" fmla="*/ 6234 w 7224"/>
                <a:gd name="connsiteY36" fmla="*/ 2478 h 3617"/>
                <a:gd name="connsiteX37" fmla="*/ 6132 w 7224"/>
                <a:gd name="connsiteY37" fmla="*/ 2562 h 3617"/>
                <a:gd name="connsiteX38" fmla="*/ 6030 w 7224"/>
                <a:gd name="connsiteY38" fmla="*/ 2598 h 3617"/>
                <a:gd name="connsiteX39" fmla="*/ 5928 w 7224"/>
                <a:gd name="connsiteY39" fmla="*/ 2562 h 3617"/>
                <a:gd name="connsiteX40" fmla="*/ 5826 w 7224"/>
                <a:gd name="connsiteY40" fmla="*/ 2544 h 3617"/>
                <a:gd name="connsiteX41" fmla="*/ 5754 w 7224"/>
                <a:gd name="connsiteY41" fmla="*/ 2646 h 3617"/>
                <a:gd name="connsiteX42" fmla="*/ 5760 w 7224"/>
                <a:gd name="connsiteY42" fmla="*/ 2754 h 3617"/>
                <a:gd name="connsiteX43" fmla="*/ 5802 w 7224"/>
                <a:gd name="connsiteY43" fmla="*/ 2856 h 3617"/>
                <a:gd name="connsiteX44" fmla="*/ 5766 w 7224"/>
                <a:gd name="connsiteY44" fmla="*/ 2958 h 3617"/>
                <a:gd name="connsiteX45" fmla="*/ 5664 w 7224"/>
                <a:gd name="connsiteY45" fmla="*/ 3048 h 3617"/>
                <a:gd name="connsiteX46" fmla="*/ 5568 w 7224"/>
                <a:gd name="connsiteY46" fmla="*/ 3150 h 3617"/>
                <a:gd name="connsiteX47" fmla="*/ 5466 w 7224"/>
                <a:gd name="connsiteY47" fmla="*/ 3240 h 3617"/>
                <a:gd name="connsiteX48" fmla="*/ 5364 w 7224"/>
                <a:gd name="connsiteY48" fmla="*/ 3300 h 3617"/>
                <a:gd name="connsiteX49" fmla="*/ 5262 w 7224"/>
                <a:gd name="connsiteY49" fmla="*/ 3312 h 3617"/>
                <a:gd name="connsiteX50" fmla="*/ 5160 w 7224"/>
                <a:gd name="connsiteY50" fmla="*/ 3330 h 3617"/>
                <a:gd name="connsiteX51" fmla="*/ 5058 w 7224"/>
                <a:gd name="connsiteY51" fmla="*/ 3360 h 3617"/>
                <a:gd name="connsiteX52" fmla="*/ 4956 w 7224"/>
                <a:gd name="connsiteY52" fmla="*/ 3390 h 3617"/>
                <a:gd name="connsiteX53" fmla="*/ 4854 w 7224"/>
                <a:gd name="connsiteY53" fmla="*/ 3432 h 3617"/>
                <a:gd name="connsiteX54" fmla="*/ 4752 w 7224"/>
                <a:gd name="connsiteY54" fmla="*/ 3486 h 3617"/>
                <a:gd name="connsiteX55" fmla="*/ 4644 w 7224"/>
                <a:gd name="connsiteY55" fmla="*/ 3528 h 3617"/>
                <a:gd name="connsiteX56" fmla="*/ 4542 w 7224"/>
                <a:gd name="connsiteY56" fmla="*/ 3582 h 3617"/>
                <a:gd name="connsiteX57" fmla="*/ 4440 w 7224"/>
                <a:gd name="connsiteY57" fmla="*/ 3612 h 3617"/>
                <a:gd name="connsiteX58" fmla="*/ 4338 w 7224"/>
                <a:gd name="connsiteY58" fmla="*/ 3612 h 3617"/>
                <a:gd name="connsiteX59" fmla="*/ 4236 w 7224"/>
                <a:gd name="connsiteY59" fmla="*/ 3570 h 3617"/>
                <a:gd name="connsiteX60" fmla="*/ 4134 w 7224"/>
                <a:gd name="connsiteY60" fmla="*/ 3540 h 3617"/>
                <a:gd name="connsiteX61" fmla="*/ 4032 w 7224"/>
                <a:gd name="connsiteY61" fmla="*/ 3516 h 3617"/>
                <a:gd name="connsiteX62" fmla="*/ 3930 w 7224"/>
                <a:gd name="connsiteY62" fmla="*/ 3480 h 3617"/>
                <a:gd name="connsiteX63" fmla="*/ 3828 w 7224"/>
                <a:gd name="connsiteY63" fmla="*/ 3414 h 3617"/>
                <a:gd name="connsiteX64" fmla="*/ 3726 w 7224"/>
                <a:gd name="connsiteY64" fmla="*/ 3354 h 3617"/>
                <a:gd name="connsiteX65" fmla="*/ 3624 w 7224"/>
                <a:gd name="connsiteY65" fmla="*/ 3330 h 3617"/>
                <a:gd name="connsiteX66" fmla="*/ 3522 w 7224"/>
                <a:gd name="connsiteY66" fmla="*/ 3318 h 3617"/>
                <a:gd name="connsiteX67" fmla="*/ 3420 w 7224"/>
                <a:gd name="connsiteY67" fmla="*/ 3318 h 3617"/>
                <a:gd name="connsiteX68" fmla="*/ 3318 w 7224"/>
                <a:gd name="connsiteY68" fmla="*/ 3318 h 3617"/>
                <a:gd name="connsiteX69" fmla="*/ 3216 w 7224"/>
                <a:gd name="connsiteY69" fmla="*/ 3312 h 3617"/>
                <a:gd name="connsiteX70" fmla="*/ 3108 w 7224"/>
                <a:gd name="connsiteY70" fmla="*/ 3294 h 3617"/>
                <a:gd name="connsiteX71" fmla="*/ 3006 w 7224"/>
                <a:gd name="connsiteY71" fmla="*/ 3270 h 3617"/>
                <a:gd name="connsiteX72" fmla="*/ 2904 w 7224"/>
                <a:gd name="connsiteY72" fmla="*/ 3234 h 3617"/>
                <a:gd name="connsiteX73" fmla="*/ 2802 w 7224"/>
                <a:gd name="connsiteY73" fmla="*/ 3210 h 3617"/>
                <a:gd name="connsiteX74" fmla="*/ 2700 w 7224"/>
                <a:gd name="connsiteY74" fmla="*/ 3204 h 3617"/>
                <a:gd name="connsiteX75" fmla="*/ 2598 w 7224"/>
                <a:gd name="connsiteY75" fmla="*/ 3174 h 3617"/>
                <a:gd name="connsiteX76" fmla="*/ 2520 w 7224"/>
                <a:gd name="connsiteY76" fmla="*/ 3072 h 3617"/>
                <a:gd name="connsiteX77" fmla="*/ 2478 w 7224"/>
                <a:gd name="connsiteY77" fmla="*/ 2970 h 3617"/>
                <a:gd name="connsiteX78" fmla="*/ 2412 w 7224"/>
                <a:gd name="connsiteY78" fmla="*/ 2868 h 3617"/>
                <a:gd name="connsiteX79" fmla="*/ 2310 w 7224"/>
                <a:gd name="connsiteY79" fmla="*/ 2784 h 3617"/>
                <a:gd name="connsiteX80" fmla="*/ 2208 w 7224"/>
                <a:gd name="connsiteY80" fmla="*/ 2730 h 3617"/>
                <a:gd name="connsiteX81" fmla="*/ 2106 w 7224"/>
                <a:gd name="connsiteY81" fmla="*/ 2712 h 3617"/>
                <a:gd name="connsiteX82" fmla="*/ 2004 w 7224"/>
                <a:gd name="connsiteY82" fmla="*/ 2682 h 3617"/>
                <a:gd name="connsiteX83" fmla="*/ 1902 w 7224"/>
                <a:gd name="connsiteY83" fmla="*/ 2640 h 3617"/>
                <a:gd name="connsiteX84" fmla="*/ 1794 w 7224"/>
                <a:gd name="connsiteY84" fmla="*/ 2598 h 3617"/>
                <a:gd name="connsiteX85" fmla="*/ 1692 w 7224"/>
                <a:gd name="connsiteY85" fmla="*/ 2562 h 3617"/>
                <a:gd name="connsiteX86" fmla="*/ 1590 w 7224"/>
                <a:gd name="connsiteY86" fmla="*/ 2484 h 3617"/>
                <a:gd name="connsiteX87" fmla="*/ 1584 w 7224"/>
                <a:gd name="connsiteY87" fmla="*/ 2382 h 3617"/>
                <a:gd name="connsiteX88" fmla="*/ 1638 w 7224"/>
                <a:gd name="connsiteY88" fmla="*/ 2280 h 3617"/>
                <a:gd name="connsiteX89" fmla="*/ 1680 w 7224"/>
                <a:gd name="connsiteY89" fmla="*/ 2178 h 3617"/>
                <a:gd name="connsiteX90" fmla="*/ 1662 w 7224"/>
                <a:gd name="connsiteY90" fmla="*/ 2076 h 3617"/>
                <a:gd name="connsiteX91" fmla="*/ 1626 w 7224"/>
                <a:gd name="connsiteY91" fmla="*/ 1974 h 3617"/>
                <a:gd name="connsiteX92" fmla="*/ 1584 w 7224"/>
                <a:gd name="connsiteY92" fmla="*/ 1872 h 3617"/>
                <a:gd name="connsiteX93" fmla="*/ 1506 w 7224"/>
                <a:gd name="connsiteY93" fmla="*/ 1770 h 3617"/>
                <a:gd name="connsiteX94" fmla="*/ 1404 w 7224"/>
                <a:gd name="connsiteY94" fmla="*/ 1692 h 3617"/>
                <a:gd name="connsiteX95" fmla="*/ 1302 w 7224"/>
                <a:gd name="connsiteY95" fmla="*/ 1656 h 3617"/>
                <a:gd name="connsiteX96" fmla="*/ 1224 w 7224"/>
                <a:gd name="connsiteY96" fmla="*/ 1554 h 3617"/>
                <a:gd name="connsiteX97" fmla="*/ 1176 w 7224"/>
                <a:gd name="connsiteY97" fmla="*/ 1452 h 3617"/>
                <a:gd name="connsiteX98" fmla="*/ 1074 w 7224"/>
                <a:gd name="connsiteY98" fmla="*/ 1386 h 3617"/>
                <a:gd name="connsiteX99" fmla="*/ 966 w 7224"/>
                <a:gd name="connsiteY99" fmla="*/ 1422 h 3617"/>
                <a:gd name="connsiteX100" fmla="*/ 864 w 7224"/>
                <a:gd name="connsiteY100" fmla="*/ 1470 h 3617"/>
                <a:gd name="connsiteX101" fmla="*/ 762 w 7224"/>
                <a:gd name="connsiteY101" fmla="*/ 1542 h 3617"/>
                <a:gd name="connsiteX102" fmla="*/ 660 w 7224"/>
                <a:gd name="connsiteY102" fmla="*/ 1632 h 3617"/>
                <a:gd name="connsiteX103" fmla="*/ 618 w 7224"/>
                <a:gd name="connsiteY103" fmla="*/ 1734 h 3617"/>
                <a:gd name="connsiteX104" fmla="*/ 582 w 7224"/>
                <a:gd name="connsiteY104" fmla="*/ 1836 h 3617"/>
                <a:gd name="connsiteX105" fmla="*/ 480 w 7224"/>
                <a:gd name="connsiteY105" fmla="*/ 1908 h 3617"/>
                <a:gd name="connsiteX106" fmla="*/ 378 w 7224"/>
                <a:gd name="connsiteY106" fmla="*/ 1896 h 3617"/>
                <a:gd name="connsiteX107" fmla="*/ 276 w 7224"/>
                <a:gd name="connsiteY107" fmla="*/ 1818 h 3617"/>
                <a:gd name="connsiteX108" fmla="*/ 174 w 7224"/>
                <a:gd name="connsiteY108" fmla="*/ 1800 h 3617"/>
                <a:gd name="connsiteX109" fmla="*/ 36 w 7224"/>
                <a:gd name="connsiteY109" fmla="*/ 1916 h 3617"/>
                <a:gd name="connsiteX110" fmla="*/ 0 w 7224"/>
                <a:gd name="connsiteY110" fmla="*/ 2054 h 3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7224" h="3617">
                  <a:moveTo>
                    <a:pt x="7008" y="0"/>
                  </a:moveTo>
                  <a:cubicBezTo>
                    <a:pt x="7001" y="20"/>
                    <a:pt x="6986" y="66"/>
                    <a:pt x="6966" y="108"/>
                  </a:cubicBezTo>
                  <a:cubicBezTo>
                    <a:pt x="6946" y="150"/>
                    <a:pt x="6896" y="172"/>
                    <a:pt x="6906" y="210"/>
                  </a:cubicBezTo>
                  <a:cubicBezTo>
                    <a:pt x="6916" y="248"/>
                    <a:pt x="6985" y="262"/>
                    <a:pt x="7014" y="300"/>
                  </a:cubicBezTo>
                  <a:cubicBezTo>
                    <a:pt x="7043" y="338"/>
                    <a:pt x="7060" y="361"/>
                    <a:pt x="7050" y="402"/>
                  </a:cubicBezTo>
                  <a:cubicBezTo>
                    <a:pt x="7040" y="443"/>
                    <a:pt x="6991" y="462"/>
                    <a:pt x="6966" y="504"/>
                  </a:cubicBezTo>
                  <a:cubicBezTo>
                    <a:pt x="6941" y="546"/>
                    <a:pt x="6932" y="570"/>
                    <a:pt x="6924" y="612"/>
                  </a:cubicBezTo>
                  <a:cubicBezTo>
                    <a:pt x="6916" y="654"/>
                    <a:pt x="6925" y="673"/>
                    <a:pt x="6924" y="714"/>
                  </a:cubicBezTo>
                  <a:cubicBezTo>
                    <a:pt x="6923" y="755"/>
                    <a:pt x="6922" y="775"/>
                    <a:pt x="6918" y="816"/>
                  </a:cubicBezTo>
                  <a:cubicBezTo>
                    <a:pt x="6914" y="857"/>
                    <a:pt x="6920" y="877"/>
                    <a:pt x="6906" y="918"/>
                  </a:cubicBezTo>
                  <a:cubicBezTo>
                    <a:pt x="6892" y="959"/>
                    <a:pt x="6878" y="984"/>
                    <a:pt x="6846" y="1020"/>
                  </a:cubicBezTo>
                  <a:cubicBezTo>
                    <a:pt x="6814" y="1056"/>
                    <a:pt x="6785" y="1070"/>
                    <a:pt x="6744" y="1098"/>
                  </a:cubicBezTo>
                  <a:cubicBezTo>
                    <a:pt x="6703" y="1126"/>
                    <a:pt x="6683" y="1154"/>
                    <a:pt x="6642" y="1158"/>
                  </a:cubicBezTo>
                  <a:cubicBezTo>
                    <a:pt x="6601" y="1162"/>
                    <a:pt x="6578" y="1104"/>
                    <a:pt x="6540" y="1116"/>
                  </a:cubicBezTo>
                  <a:cubicBezTo>
                    <a:pt x="6502" y="1128"/>
                    <a:pt x="6475" y="1177"/>
                    <a:pt x="6450" y="1218"/>
                  </a:cubicBezTo>
                  <a:cubicBezTo>
                    <a:pt x="6425" y="1259"/>
                    <a:pt x="6424" y="1279"/>
                    <a:pt x="6414" y="1320"/>
                  </a:cubicBezTo>
                  <a:cubicBezTo>
                    <a:pt x="6404" y="1361"/>
                    <a:pt x="6404" y="1381"/>
                    <a:pt x="6402" y="1422"/>
                  </a:cubicBezTo>
                  <a:cubicBezTo>
                    <a:pt x="6400" y="1463"/>
                    <a:pt x="6400" y="1483"/>
                    <a:pt x="6402" y="1524"/>
                  </a:cubicBezTo>
                  <a:cubicBezTo>
                    <a:pt x="6404" y="1565"/>
                    <a:pt x="6391" y="1600"/>
                    <a:pt x="6414" y="1626"/>
                  </a:cubicBezTo>
                  <a:cubicBezTo>
                    <a:pt x="6437" y="1652"/>
                    <a:pt x="6475" y="1658"/>
                    <a:pt x="6516" y="1656"/>
                  </a:cubicBezTo>
                  <a:cubicBezTo>
                    <a:pt x="6557" y="1654"/>
                    <a:pt x="6576" y="1622"/>
                    <a:pt x="6618" y="1614"/>
                  </a:cubicBezTo>
                  <a:cubicBezTo>
                    <a:pt x="6660" y="1606"/>
                    <a:pt x="6684" y="1615"/>
                    <a:pt x="6726" y="1614"/>
                  </a:cubicBezTo>
                  <a:cubicBezTo>
                    <a:pt x="6768" y="1613"/>
                    <a:pt x="6787" y="1609"/>
                    <a:pt x="6828" y="1608"/>
                  </a:cubicBezTo>
                  <a:cubicBezTo>
                    <a:pt x="6869" y="1607"/>
                    <a:pt x="6889" y="1600"/>
                    <a:pt x="6930" y="1608"/>
                  </a:cubicBezTo>
                  <a:cubicBezTo>
                    <a:pt x="6971" y="1616"/>
                    <a:pt x="6991" y="1622"/>
                    <a:pt x="7032" y="1650"/>
                  </a:cubicBezTo>
                  <a:cubicBezTo>
                    <a:pt x="7073" y="1678"/>
                    <a:pt x="7096" y="1706"/>
                    <a:pt x="7134" y="1746"/>
                  </a:cubicBezTo>
                  <a:cubicBezTo>
                    <a:pt x="7172" y="1786"/>
                    <a:pt x="7226" y="1818"/>
                    <a:pt x="7224" y="1848"/>
                  </a:cubicBezTo>
                  <a:cubicBezTo>
                    <a:pt x="7222" y="1878"/>
                    <a:pt x="7163" y="1883"/>
                    <a:pt x="7122" y="1896"/>
                  </a:cubicBezTo>
                  <a:cubicBezTo>
                    <a:pt x="7081" y="1909"/>
                    <a:pt x="7061" y="1902"/>
                    <a:pt x="7020" y="1914"/>
                  </a:cubicBezTo>
                  <a:cubicBezTo>
                    <a:pt x="6979" y="1926"/>
                    <a:pt x="6959" y="1936"/>
                    <a:pt x="6918" y="1956"/>
                  </a:cubicBezTo>
                  <a:cubicBezTo>
                    <a:pt x="6877" y="1976"/>
                    <a:pt x="6857" y="1987"/>
                    <a:pt x="6816" y="2016"/>
                  </a:cubicBezTo>
                  <a:cubicBezTo>
                    <a:pt x="6775" y="2045"/>
                    <a:pt x="6754" y="2062"/>
                    <a:pt x="6714" y="2100"/>
                  </a:cubicBezTo>
                  <a:cubicBezTo>
                    <a:pt x="6674" y="2138"/>
                    <a:pt x="6653" y="2166"/>
                    <a:pt x="6618" y="2208"/>
                  </a:cubicBezTo>
                  <a:cubicBezTo>
                    <a:pt x="6583" y="2250"/>
                    <a:pt x="6576" y="2280"/>
                    <a:pt x="6540" y="2310"/>
                  </a:cubicBezTo>
                  <a:cubicBezTo>
                    <a:pt x="6504" y="2340"/>
                    <a:pt x="6479" y="2341"/>
                    <a:pt x="6438" y="2358"/>
                  </a:cubicBezTo>
                  <a:cubicBezTo>
                    <a:pt x="6397" y="2375"/>
                    <a:pt x="6377" y="2370"/>
                    <a:pt x="6336" y="2394"/>
                  </a:cubicBezTo>
                  <a:cubicBezTo>
                    <a:pt x="6295" y="2418"/>
                    <a:pt x="6275" y="2444"/>
                    <a:pt x="6234" y="2478"/>
                  </a:cubicBezTo>
                  <a:cubicBezTo>
                    <a:pt x="6193" y="2512"/>
                    <a:pt x="6173" y="2538"/>
                    <a:pt x="6132" y="2562"/>
                  </a:cubicBezTo>
                  <a:cubicBezTo>
                    <a:pt x="6091" y="2586"/>
                    <a:pt x="6071" y="2598"/>
                    <a:pt x="6030" y="2598"/>
                  </a:cubicBezTo>
                  <a:cubicBezTo>
                    <a:pt x="5989" y="2598"/>
                    <a:pt x="5969" y="2573"/>
                    <a:pt x="5928" y="2562"/>
                  </a:cubicBezTo>
                  <a:cubicBezTo>
                    <a:pt x="5887" y="2551"/>
                    <a:pt x="5861" y="2527"/>
                    <a:pt x="5826" y="2544"/>
                  </a:cubicBezTo>
                  <a:cubicBezTo>
                    <a:pt x="5791" y="2561"/>
                    <a:pt x="5767" y="2604"/>
                    <a:pt x="5754" y="2646"/>
                  </a:cubicBezTo>
                  <a:cubicBezTo>
                    <a:pt x="5741" y="2688"/>
                    <a:pt x="5750" y="2712"/>
                    <a:pt x="5760" y="2754"/>
                  </a:cubicBezTo>
                  <a:cubicBezTo>
                    <a:pt x="5770" y="2796"/>
                    <a:pt x="5801" y="2815"/>
                    <a:pt x="5802" y="2856"/>
                  </a:cubicBezTo>
                  <a:cubicBezTo>
                    <a:pt x="5803" y="2897"/>
                    <a:pt x="5794" y="2920"/>
                    <a:pt x="5766" y="2958"/>
                  </a:cubicBezTo>
                  <a:cubicBezTo>
                    <a:pt x="5738" y="2996"/>
                    <a:pt x="5704" y="3010"/>
                    <a:pt x="5664" y="3048"/>
                  </a:cubicBezTo>
                  <a:cubicBezTo>
                    <a:pt x="5624" y="3086"/>
                    <a:pt x="5608" y="3112"/>
                    <a:pt x="5568" y="3150"/>
                  </a:cubicBezTo>
                  <a:cubicBezTo>
                    <a:pt x="5528" y="3188"/>
                    <a:pt x="5507" y="3210"/>
                    <a:pt x="5466" y="3240"/>
                  </a:cubicBezTo>
                  <a:cubicBezTo>
                    <a:pt x="5425" y="3270"/>
                    <a:pt x="5405" y="3286"/>
                    <a:pt x="5364" y="3300"/>
                  </a:cubicBezTo>
                  <a:cubicBezTo>
                    <a:pt x="5323" y="3314"/>
                    <a:pt x="5303" y="3306"/>
                    <a:pt x="5262" y="3312"/>
                  </a:cubicBezTo>
                  <a:cubicBezTo>
                    <a:pt x="5221" y="3318"/>
                    <a:pt x="5201" y="3320"/>
                    <a:pt x="5160" y="3330"/>
                  </a:cubicBezTo>
                  <a:cubicBezTo>
                    <a:pt x="5119" y="3340"/>
                    <a:pt x="5099" y="3348"/>
                    <a:pt x="5058" y="3360"/>
                  </a:cubicBezTo>
                  <a:cubicBezTo>
                    <a:pt x="5017" y="3372"/>
                    <a:pt x="4997" y="3376"/>
                    <a:pt x="4956" y="3390"/>
                  </a:cubicBezTo>
                  <a:cubicBezTo>
                    <a:pt x="4915" y="3404"/>
                    <a:pt x="4895" y="3413"/>
                    <a:pt x="4854" y="3432"/>
                  </a:cubicBezTo>
                  <a:cubicBezTo>
                    <a:pt x="4813" y="3451"/>
                    <a:pt x="4794" y="3467"/>
                    <a:pt x="4752" y="3486"/>
                  </a:cubicBezTo>
                  <a:cubicBezTo>
                    <a:pt x="4710" y="3505"/>
                    <a:pt x="4686" y="3509"/>
                    <a:pt x="4644" y="3528"/>
                  </a:cubicBezTo>
                  <a:cubicBezTo>
                    <a:pt x="4602" y="3547"/>
                    <a:pt x="4583" y="3565"/>
                    <a:pt x="4542" y="3582"/>
                  </a:cubicBezTo>
                  <a:cubicBezTo>
                    <a:pt x="4501" y="3599"/>
                    <a:pt x="4481" y="3606"/>
                    <a:pt x="4440" y="3612"/>
                  </a:cubicBezTo>
                  <a:cubicBezTo>
                    <a:pt x="4399" y="3618"/>
                    <a:pt x="4379" y="3620"/>
                    <a:pt x="4338" y="3612"/>
                  </a:cubicBezTo>
                  <a:cubicBezTo>
                    <a:pt x="4297" y="3604"/>
                    <a:pt x="4277" y="3584"/>
                    <a:pt x="4236" y="3570"/>
                  </a:cubicBezTo>
                  <a:cubicBezTo>
                    <a:pt x="4195" y="3556"/>
                    <a:pt x="4175" y="3551"/>
                    <a:pt x="4134" y="3540"/>
                  </a:cubicBezTo>
                  <a:cubicBezTo>
                    <a:pt x="4093" y="3529"/>
                    <a:pt x="4073" y="3528"/>
                    <a:pt x="4032" y="3516"/>
                  </a:cubicBezTo>
                  <a:cubicBezTo>
                    <a:pt x="3991" y="3504"/>
                    <a:pt x="3971" y="3500"/>
                    <a:pt x="3930" y="3480"/>
                  </a:cubicBezTo>
                  <a:cubicBezTo>
                    <a:pt x="3889" y="3460"/>
                    <a:pt x="3869" y="3439"/>
                    <a:pt x="3828" y="3414"/>
                  </a:cubicBezTo>
                  <a:cubicBezTo>
                    <a:pt x="3787" y="3389"/>
                    <a:pt x="3767" y="3371"/>
                    <a:pt x="3726" y="3354"/>
                  </a:cubicBezTo>
                  <a:cubicBezTo>
                    <a:pt x="3685" y="3337"/>
                    <a:pt x="3665" y="3337"/>
                    <a:pt x="3624" y="3330"/>
                  </a:cubicBezTo>
                  <a:cubicBezTo>
                    <a:pt x="3583" y="3323"/>
                    <a:pt x="3563" y="3320"/>
                    <a:pt x="3522" y="3318"/>
                  </a:cubicBezTo>
                  <a:cubicBezTo>
                    <a:pt x="3481" y="3316"/>
                    <a:pt x="3461" y="3318"/>
                    <a:pt x="3420" y="3318"/>
                  </a:cubicBezTo>
                  <a:cubicBezTo>
                    <a:pt x="3379" y="3318"/>
                    <a:pt x="3359" y="3319"/>
                    <a:pt x="3318" y="3318"/>
                  </a:cubicBezTo>
                  <a:cubicBezTo>
                    <a:pt x="3277" y="3317"/>
                    <a:pt x="3258" y="3317"/>
                    <a:pt x="3216" y="3312"/>
                  </a:cubicBezTo>
                  <a:cubicBezTo>
                    <a:pt x="3174" y="3307"/>
                    <a:pt x="3150" y="3302"/>
                    <a:pt x="3108" y="3294"/>
                  </a:cubicBezTo>
                  <a:cubicBezTo>
                    <a:pt x="3066" y="3286"/>
                    <a:pt x="3047" y="3282"/>
                    <a:pt x="3006" y="3270"/>
                  </a:cubicBezTo>
                  <a:cubicBezTo>
                    <a:pt x="2965" y="3258"/>
                    <a:pt x="2945" y="3246"/>
                    <a:pt x="2904" y="3234"/>
                  </a:cubicBezTo>
                  <a:cubicBezTo>
                    <a:pt x="2863" y="3222"/>
                    <a:pt x="2843" y="3216"/>
                    <a:pt x="2802" y="3210"/>
                  </a:cubicBezTo>
                  <a:cubicBezTo>
                    <a:pt x="2761" y="3204"/>
                    <a:pt x="2741" y="3211"/>
                    <a:pt x="2700" y="3204"/>
                  </a:cubicBezTo>
                  <a:cubicBezTo>
                    <a:pt x="2659" y="3197"/>
                    <a:pt x="2634" y="3200"/>
                    <a:pt x="2598" y="3174"/>
                  </a:cubicBezTo>
                  <a:cubicBezTo>
                    <a:pt x="2562" y="3148"/>
                    <a:pt x="2544" y="3113"/>
                    <a:pt x="2520" y="3072"/>
                  </a:cubicBezTo>
                  <a:cubicBezTo>
                    <a:pt x="2496" y="3031"/>
                    <a:pt x="2500" y="3011"/>
                    <a:pt x="2478" y="2970"/>
                  </a:cubicBezTo>
                  <a:cubicBezTo>
                    <a:pt x="2456" y="2929"/>
                    <a:pt x="2446" y="2905"/>
                    <a:pt x="2412" y="2868"/>
                  </a:cubicBezTo>
                  <a:cubicBezTo>
                    <a:pt x="2378" y="2831"/>
                    <a:pt x="2351" y="2812"/>
                    <a:pt x="2310" y="2784"/>
                  </a:cubicBezTo>
                  <a:cubicBezTo>
                    <a:pt x="2269" y="2756"/>
                    <a:pt x="2249" y="2744"/>
                    <a:pt x="2208" y="2730"/>
                  </a:cubicBezTo>
                  <a:cubicBezTo>
                    <a:pt x="2167" y="2716"/>
                    <a:pt x="2147" y="2722"/>
                    <a:pt x="2106" y="2712"/>
                  </a:cubicBezTo>
                  <a:cubicBezTo>
                    <a:pt x="2065" y="2702"/>
                    <a:pt x="2045" y="2696"/>
                    <a:pt x="2004" y="2682"/>
                  </a:cubicBezTo>
                  <a:cubicBezTo>
                    <a:pt x="1963" y="2668"/>
                    <a:pt x="1944" y="2657"/>
                    <a:pt x="1902" y="2640"/>
                  </a:cubicBezTo>
                  <a:cubicBezTo>
                    <a:pt x="1860" y="2623"/>
                    <a:pt x="1836" y="2614"/>
                    <a:pt x="1794" y="2598"/>
                  </a:cubicBezTo>
                  <a:cubicBezTo>
                    <a:pt x="1752" y="2582"/>
                    <a:pt x="1733" y="2585"/>
                    <a:pt x="1692" y="2562"/>
                  </a:cubicBezTo>
                  <a:cubicBezTo>
                    <a:pt x="1651" y="2539"/>
                    <a:pt x="1612" y="2520"/>
                    <a:pt x="1590" y="2484"/>
                  </a:cubicBezTo>
                  <a:cubicBezTo>
                    <a:pt x="1568" y="2448"/>
                    <a:pt x="1574" y="2423"/>
                    <a:pt x="1584" y="2382"/>
                  </a:cubicBezTo>
                  <a:cubicBezTo>
                    <a:pt x="1594" y="2341"/>
                    <a:pt x="1619" y="2321"/>
                    <a:pt x="1638" y="2280"/>
                  </a:cubicBezTo>
                  <a:cubicBezTo>
                    <a:pt x="1657" y="2239"/>
                    <a:pt x="1675" y="2219"/>
                    <a:pt x="1680" y="2178"/>
                  </a:cubicBezTo>
                  <a:cubicBezTo>
                    <a:pt x="1685" y="2137"/>
                    <a:pt x="1673" y="2117"/>
                    <a:pt x="1662" y="2076"/>
                  </a:cubicBezTo>
                  <a:cubicBezTo>
                    <a:pt x="1651" y="2035"/>
                    <a:pt x="1642" y="2015"/>
                    <a:pt x="1626" y="1974"/>
                  </a:cubicBezTo>
                  <a:cubicBezTo>
                    <a:pt x="1610" y="1933"/>
                    <a:pt x="1608" y="1913"/>
                    <a:pt x="1584" y="1872"/>
                  </a:cubicBezTo>
                  <a:cubicBezTo>
                    <a:pt x="1560" y="1831"/>
                    <a:pt x="1542" y="1806"/>
                    <a:pt x="1506" y="1770"/>
                  </a:cubicBezTo>
                  <a:cubicBezTo>
                    <a:pt x="1470" y="1734"/>
                    <a:pt x="1445" y="1715"/>
                    <a:pt x="1404" y="1692"/>
                  </a:cubicBezTo>
                  <a:cubicBezTo>
                    <a:pt x="1363" y="1669"/>
                    <a:pt x="1338" y="1684"/>
                    <a:pt x="1302" y="1656"/>
                  </a:cubicBezTo>
                  <a:cubicBezTo>
                    <a:pt x="1266" y="1628"/>
                    <a:pt x="1249" y="1595"/>
                    <a:pt x="1224" y="1554"/>
                  </a:cubicBezTo>
                  <a:cubicBezTo>
                    <a:pt x="1199" y="1513"/>
                    <a:pt x="1206" y="1486"/>
                    <a:pt x="1176" y="1452"/>
                  </a:cubicBezTo>
                  <a:cubicBezTo>
                    <a:pt x="1146" y="1418"/>
                    <a:pt x="1116" y="1392"/>
                    <a:pt x="1074" y="1386"/>
                  </a:cubicBezTo>
                  <a:cubicBezTo>
                    <a:pt x="1032" y="1380"/>
                    <a:pt x="1008" y="1405"/>
                    <a:pt x="966" y="1422"/>
                  </a:cubicBezTo>
                  <a:cubicBezTo>
                    <a:pt x="924" y="1439"/>
                    <a:pt x="905" y="1446"/>
                    <a:pt x="864" y="1470"/>
                  </a:cubicBezTo>
                  <a:cubicBezTo>
                    <a:pt x="823" y="1494"/>
                    <a:pt x="803" y="1510"/>
                    <a:pt x="762" y="1542"/>
                  </a:cubicBezTo>
                  <a:cubicBezTo>
                    <a:pt x="721" y="1574"/>
                    <a:pt x="689" y="1594"/>
                    <a:pt x="660" y="1632"/>
                  </a:cubicBezTo>
                  <a:cubicBezTo>
                    <a:pt x="631" y="1670"/>
                    <a:pt x="634" y="1693"/>
                    <a:pt x="618" y="1734"/>
                  </a:cubicBezTo>
                  <a:cubicBezTo>
                    <a:pt x="602" y="1775"/>
                    <a:pt x="610" y="1801"/>
                    <a:pt x="582" y="1836"/>
                  </a:cubicBezTo>
                  <a:cubicBezTo>
                    <a:pt x="554" y="1871"/>
                    <a:pt x="521" y="1896"/>
                    <a:pt x="480" y="1908"/>
                  </a:cubicBezTo>
                  <a:cubicBezTo>
                    <a:pt x="439" y="1920"/>
                    <a:pt x="419" y="1914"/>
                    <a:pt x="378" y="1896"/>
                  </a:cubicBezTo>
                  <a:cubicBezTo>
                    <a:pt x="337" y="1878"/>
                    <a:pt x="317" y="1837"/>
                    <a:pt x="276" y="1818"/>
                  </a:cubicBezTo>
                  <a:cubicBezTo>
                    <a:pt x="235" y="1799"/>
                    <a:pt x="205" y="1782"/>
                    <a:pt x="174" y="1800"/>
                  </a:cubicBezTo>
                  <a:cubicBezTo>
                    <a:pt x="143" y="1818"/>
                    <a:pt x="50" y="1870"/>
                    <a:pt x="36" y="1916"/>
                  </a:cubicBezTo>
                  <a:cubicBezTo>
                    <a:pt x="22" y="1962"/>
                    <a:pt x="3" y="2032"/>
                    <a:pt x="0" y="20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260" y="2501"/>
              <a:ext cx="2288" cy="2526"/>
            </a:xfrm>
            <a:custGeom>
              <a:avLst/>
              <a:gdLst>
                <a:gd name="connisteX0" fmla="*/ 1452597 w 1452597"/>
                <a:gd name="connsiteY0" fmla="*/ 0 h 1604010"/>
                <a:gd name="connisteX1" fmla="*/ 1403067 w 1452597"/>
                <a:gd name="connsiteY1" fmla="*/ 64770 h 1604010"/>
                <a:gd name="connisteX2" fmla="*/ 1387827 w 1452597"/>
                <a:gd name="connsiteY2" fmla="*/ 129540 h 1604010"/>
                <a:gd name="connisteX3" fmla="*/ 1323057 w 1452597"/>
                <a:gd name="connsiteY3" fmla="*/ 175260 h 1604010"/>
                <a:gd name="connisteX4" fmla="*/ 1258287 w 1452597"/>
                <a:gd name="connsiteY4" fmla="*/ 160020 h 1604010"/>
                <a:gd name="connisteX5" fmla="*/ 1193517 w 1452597"/>
                <a:gd name="connsiteY5" fmla="*/ 152400 h 1604010"/>
                <a:gd name="connisteX6" fmla="*/ 1124937 w 1452597"/>
                <a:gd name="connsiteY6" fmla="*/ 144780 h 1604010"/>
                <a:gd name="connisteX7" fmla="*/ 1071597 w 1452597"/>
                <a:gd name="connsiteY7" fmla="*/ 213360 h 1604010"/>
                <a:gd name="connisteX8" fmla="*/ 1094457 w 1452597"/>
                <a:gd name="connsiteY8" fmla="*/ 278130 h 1604010"/>
                <a:gd name="connisteX9" fmla="*/ 1105887 w 1452597"/>
                <a:gd name="connsiteY9" fmla="*/ 342900 h 1604010"/>
                <a:gd name="connisteX10" fmla="*/ 1098267 w 1452597"/>
                <a:gd name="connsiteY10" fmla="*/ 407670 h 1604010"/>
                <a:gd name="connisteX11" fmla="*/ 1056357 w 1452597"/>
                <a:gd name="connsiteY11" fmla="*/ 472440 h 1604010"/>
                <a:gd name="connisteX12" fmla="*/ 1018257 w 1452597"/>
                <a:gd name="connsiteY12" fmla="*/ 537210 h 1604010"/>
                <a:gd name="connisteX13" fmla="*/ 980157 w 1452597"/>
                <a:gd name="connsiteY13" fmla="*/ 601980 h 1604010"/>
                <a:gd name="connisteX14" fmla="*/ 919197 w 1452597"/>
                <a:gd name="connsiteY14" fmla="*/ 666750 h 1604010"/>
                <a:gd name="connisteX15" fmla="*/ 854427 w 1452597"/>
                <a:gd name="connsiteY15" fmla="*/ 693420 h 1604010"/>
                <a:gd name="connisteX16" fmla="*/ 789657 w 1452597"/>
                <a:gd name="connsiteY16" fmla="*/ 708660 h 1604010"/>
                <a:gd name="connisteX17" fmla="*/ 724887 w 1452597"/>
                <a:gd name="connsiteY17" fmla="*/ 739140 h 1604010"/>
                <a:gd name="connisteX18" fmla="*/ 660117 w 1452597"/>
                <a:gd name="connsiteY18" fmla="*/ 754380 h 1604010"/>
                <a:gd name="connisteX19" fmla="*/ 595347 w 1452597"/>
                <a:gd name="connsiteY19" fmla="*/ 769620 h 1604010"/>
                <a:gd name="connisteX20" fmla="*/ 530577 w 1452597"/>
                <a:gd name="connsiteY20" fmla="*/ 784860 h 1604010"/>
                <a:gd name="connisteX21" fmla="*/ 465807 w 1452597"/>
                <a:gd name="connsiteY21" fmla="*/ 792480 h 1604010"/>
                <a:gd name="connisteX22" fmla="*/ 401037 w 1452597"/>
                <a:gd name="connsiteY22" fmla="*/ 830580 h 1604010"/>
                <a:gd name="connisteX23" fmla="*/ 336267 w 1452597"/>
                <a:gd name="connsiteY23" fmla="*/ 834390 h 1604010"/>
                <a:gd name="connisteX24" fmla="*/ 271497 w 1452597"/>
                <a:gd name="connsiteY24" fmla="*/ 788670 h 1604010"/>
                <a:gd name="connisteX25" fmla="*/ 206727 w 1452597"/>
                <a:gd name="connsiteY25" fmla="*/ 784860 h 1604010"/>
                <a:gd name="connisteX26" fmla="*/ 141957 w 1452597"/>
                <a:gd name="connsiteY26" fmla="*/ 819150 h 1604010"/>
                <a:gd name="connisteX27" fmla="*/ 77187 w 1452597"/>
                <a:gd name="connsiteY27" fmla="*/ 834390 h 1604010"/>
                <a:gd name="connisteX28" fmla="*/ 54327 w 1452597"/>
                <a:gd name="connsiteY28" fmla="*/ 899160 h 1604010"/>
                <a:gd name="connisteX29" fmla="*/ 20037 w 1452597"/>
                <a:gd name="connsiteY29" fmla="*/ 963930 h 1604010"/>
                <a:gd name="connisteX30" fmla="*/ 987 w 1452597"/>
                <a:gd name="connsiteY30" fmla="*/ 1028700 h 1604010"/>
                <a:gd name="connisteX31" fmla="*/ 12417 w 1452597"/>
                <a:gd name="connsiteY31" fmla="*/ 1093470 h 1604010"/>
                <a:gd name="connisteX32" fmla="*/ 77187 w 1452597"/>
                <a:gd name="connsiteY32" fmla="*/ 1123950 h 1604010"/>
                <a:gd name="connisteX33" fmla="*/ 141957 w 1452597"/>
                <a:gd name="connsiteY33" fmla="*/ 1177290 h 1604010"/>
                <a:gd name="connisteX34" fmla="*/ 145767 w 1452597"/>
                <a:gd name="connsiteY34" fmla="*/ 1242060 h 1604010"/>
                <a:gd name="connisteX35" fmla="*/ 141957 w 1452597"/>
                <a:gd name="connsiteY35" fmla="*/ 1306830 h 1604010"/>
                <a:gd name="connisteX36" fmla="*/ 77187 w 1452597"/>
                <a:gd name="connsiteY36" fmla="*/ 1348740 h 1604010"/>
                <a:gd name="connisteX37" fmla="*/ 50517 w 1452597"/>
                <a:gd name="connsiteY37" fmla="*/ 1413510 h 1604010"/>
                <a:gd name="connisteX38" fmla="*/ 115287 w 1452597"/>
                <a:gd name="connsiteY38" fmla="*/ 1451610 h 1604010"/>
                <a:gd name="connisteX39" fmla="*/ 180057 w 1452597"/>
                <a:gd name="connsiteY39" fmla="*/ 1497330 h 1604010"/>
                <a:gd name="connisteX40" fmla="*/ 206727 w 1452597"/>
                <a:gd name="connsiteY40" fmla="*/ 1562100 h 1604010"/>
                <a:gd name="connisteX41" fmla="*/ 218157 w 1452597"/>
                <a:gd name="connsiteY41" fmla="*/ 1604010 h 16040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</a:cxnLst>
              <a:rect l="l" t="t" r="r" b="b"/>
              <a:pathLst>
                <a:path w="1452598" h="1604010">
                  <a:moveTo>
                    <a:pt x="1452598" y="0"/>
                  </a:moveTo>
                  <a:cubicBezTo>
                    <a:pt x="1443073" y="11430"/>
                    <a:pt x="1415768" y="38735"/>
                    <a:pt x="1403068" y="64770"/>
                  </a:cubicBezTo>
                  <a:cubicBezTo>
                    <a:pt x="1390368" y="90805"/>
                    <a:pt x="1403703" y="107315"/>
                    <a:pt x="1387828" y="129540"/>
                  </a:cubicBezTo>
                  <a:cubicBezTo>
                    <a:pt x="1371953" y="151765"/>
                    <a:pt x="1349093" y="168910"/>
                    <a:pt x="1323058" y="175260"/>
                  </a:cubicBezTo>
                  <a:cubicBezTo>
                    <a:pt x="1297023" y="181610"/>
                    <a:pt x="1284323" y="164465"/>
                    <a:pt x="1258288" y="160020"/>
                  </a:cubicBezTo>
                  <a:cubicBezTo>
                    <a:pt x="1232253" y="155575"/>
                    <a:pt x="1220188" y="155575"/>
                    <a:pt x="1193518" y="152400"/>
                  </a:cubicBezTo>
                  <a:cubicBezTo>
                    <a:pt x="1166848" y="149225"/>
                    <a:pt x="1149068" y="132715"/>
                    <a:pt x="1124938" y="144780"/>
                  </a:cubicBezTo>
                  <a:cubicBezTo>
                    <a:pt x="1100808" y="156845"/>
                    <a:pt x="1077948" y="186690"/>
                    <a:pt x="1071598" y="213360"/>
                  </a:cubicBezTo>
                  <a:cubicBezTo>
                    <a:pt x="1065248" y="240030"/>
                    <a:pt x="1087473" y="252095"/>
                    <a:pt x="1094458" y="278130"/>
                  </a:cubicBezTo>
                  <a:cubicBezTo>
                    <a:pt x="1101443" y="304165"/>
                    <a:pt x="1105253" y="316865"/>
                    <a:pt x="1105888" y="342900"/>
                  </a:cubicBezTo>
                  <a:cubicBezTo>
                    <a:pt x="1106523" y="368935"/>
                    <a:pt x="1108428" y="381635"/>
                    <a:pt x="1098268" y="407670"/>
                  </a:cubicBezTo>
                  <a:cubicBezTo>
                    <a:pt x="1088108" y="433705"/>
                    <a:pt x="1072233" y="446405"/>
                    <a:pt x="1056358" y="472440"/>
                  </a:cubicBezTo>
                  <a:cubicBezTo>
                    <a:pt x="1040483" y="498475"/>
                    <a:pt x="1033498" y="511175"/>
                    <a:pt x="1018258" y="537210"/>
                  </a:cubicBezTo>
                  <a:cubicBezTo>
                    <a:pt x="1003018" y="563245"/>
                    <a:pt x="999843" y="575945"/>
                    <a:pt x="980158" y="601980"/>
                  </a:cubicBezTo>
                  <a:cubicBezTo>
                    <a:pt x="960473" y="628015"/>
                    <a:pt x="944598" y="648335"/>
                    <a:pt x="919198" y="666750"/>
                  </a:cubicBezTo>
                  <a:cubicBezTo>
                    <a:pt x="893798" y="685165"/>
                    <a:pt x="880463" y="685165"/>
                    <a:pt x="854428" y="693420"/>
                  </a:cubicBezTo>
                  <a:cubicBezTo>
                    <a:pt x="828393" y="701675"/>
                    <a:pt x="815693" y="699770"/>
                    <a:pt x="789658" y="708660"/>
                  </a:cubicBezTo>
                  <a:cubicBezTo>
                    <a:pt x="763623" y="717550"/>
                    <a:pt x="750923" y="730250"/>
                    <a:pt x="724888" y="739140"/>
                  </a:cubicBezTo>
                  <a:cubicBezTo>
                    <a:pt x="698853" y="748030"/>
                    <a:pt x="686153" y="748030"/>
                    <a:pt x="660118" y="754380"/>
                  </a:cubicBezTo>
                  <a:cubicBezTo>
                    <a:pt x="634083" y="760730"/>
                    <a:pt x="621383" y="763270"/>
                    <a:pt x="595348" y="769620"/>
                  </a:cubicBezTo>
                  <a:cubicBezTo>
                    <a:pt x="569313" y="775970"/>
                    <a:pt x="556613" y="780415"/>
                    <a:pt x="530578" y="784860"/>
                  </a:cubicBezTo>
                  <a:cubicBezTo>
                    <a:pt x="504543" y="789305"/>
                    <a:pt x="491843" y="783590"/>
                    <a:pt x="465808" y="792480"/>
                  </a:cubicBezTo>
                  <a:cubicBezTo>
                    <a:pt x="439773" y="801370"/>
                    <a:pt x="427073" y="822325"/>
                    <a:pt x="401038" y="830580"/>
                  </a:cubicBezTo>
                  <a:cubicBezTo>
                    <a:pt x="375003" y="838835"/>
                    <a:pt x="362303" y="842645"/>
                    <a:pt x="336268" y="834390"/>
                  </a:cubicBezTo>
                  <a:cubicBezTo>
                    <a:pt x="310233" y="826135"/>
                    <a:pt x="297533" y="798830"/>
                    <a:pt x="271498" y="788670"/>
                  </a:cubicBezTo>
                  <a:cubicBezTo>
                    <a:pt x="245463" y="778510"/>
                    <a:pt x="232763" y="778510"/>
                    <a:pt x="206728" y="784860"/>
                  </a:cubicBezTo>
                  <a:cubicBezTo>
                    <a:pt x="180693" y="791210"/>
                    <a:pt x="167993" y="808990"/>
                    <a:pt x="141958" y="819150"/>
                  </a:cubicBezTo>
                  <a:cubicBezTo>
                    <a:pt x="115923" y="829310"/>
                    <a:pt x="94968" y="818515"/>
                    <a:pt x="77188" y="834390"/>
                  </a:cubicBezTo>
                  <a:cubicBezTo>
                    <a:pt x="59408" y="850265"/>
                    <a:pt x="65758" y="873125"/>
                    <a:pt x="54328" y="899160"/>
                  </a:cubicBezTo>
                  <a:cubicBezTo>
                    <a:pt x="42898" y="925195"/>
                    <a:pt x="30833" y="937895"/>
                    <a:pt x="20038" y="963930"/>
                  </a:cubicBezTo>
                  <a:cubicBezTo>
                    <a:pt x="9243" y="989965"/>
                    <a:pt x="2258" y="1002665"/>
                    <a:pt x="988" y="1028700"/>
                  </a:cubicBezTo>
                  <a:cubicBezTo>
                    <a:pt x="-282" y="1054735"/>
                    <a:pt x="-2822" y="1074420"/>
                    <a:pt x="12418" y="1093470"/>
                  </a:cubicBezTo>
                  <a:cubicBezTo>
                    <a:pt x="27658" y="1112520"/>
                    <a:pt x="51153" y="1107440"/>
                    <a:pt x="77188" y="1123950"/>
                  </a:cubicBezTo>
                  <a:cubicBezTo>
                    <a:pt x="103223" y="1140460"/>
                    <a:pt x="127988" y="1153795"/>
                    <a:pt x="141958" y="1177290"/>
                  </a:cubicBezTo>
                  <a:cubicBezTo>
                    <a:pt x="155928" y="1200785"/>
                    <a:pt x="145768" y="1216025"/>
                    <a:pt x="145768" y="1242060"/>
                  </a:cubicBezTo>
                  <a:cubicBezTo>
                    <a:pt x="145768" y="1268095"/>
                    <a:pt x="155928" y="1285240"/>
                    <a:pt x="141958" y="1306830"/>
                  </a:cubicBezTo>
                  <a:cubicBezTo>
                    <a:pt x="127988" y="1328420"/>
                    <a:pt x="95603" y="1327150"/>
                    <a:pt x="77188" y="1348740"/>
                  </a:cubicBezTo>
                  <a:cubicBezTo>
                    <a:pt x="58773" y="1370330"/>
                    <a:pt x="42898" y="1393190"/>
                    <a:pt x="50518" y="1413510"/>
                  </a:cubicBezTo>
                  <a:cubicBezTo>
                    <a:pt x="58138" y="1433830"/>
                    <a:pt x="89253" y="1435100"/>
                    <a:pt x="115288" y="1451610"/>
                  </a:cubicBezTo>
                  <a:cubicBezTo>
                    <a:pt x="141323" y="1468120"/>
                    <a:pt x="161643" y="1475105"/>
                    <a:pt x="180058" y="1497330"/>
                  </a:cubicBezTo>
                  <a:cubicBezTo>
                    <a:pt x="198473" y="1519555"/>
                    <a:pt x="199108" y="1540510"/>
                    <a:pt x="206728" y="1562100"/>
                  </a:cubicBezTo>
                  <a:cubicBezTo>
                    <a:pt x="214348" y="1583690"/>
                    <a:pt x="216253" y="1597025"/>
                    <a:pt x="218158" y="160401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592" y="5008"/>
              <a:ext cx="3732" cy="3174"/>
            </a:xfrm>
            <a:custGeom>
              <a:avLst/>
              <a:gdLst>
                <a:gd name="connisteX0" fmla="*/ 0 w 2369820"/>
                <a:gd name="connsiteY0" fmla="*/ 0 h 2015509"/>
                <a:gd name="connisteX1" fmla="*/ 15240 w 2369820"/>
                <a:gd name="connsiteY1" fmla="*/ 64770 h 2015509"/>
                <a:gd name="connisteX2" fmla="*/ 72390 w 2369820"/>
                <a:gd name="connsiteY2" fmla="*/ 129540 h 2015509"/>
                <a:gd name="connisteX3" fmla="*/ 137160 w 2369820"/>
                <a:gd name="connsiteY3" fmla="*/ 167640 h 2015509"/>
                <a:gd name="connisteX4" fmla="*/ 201930 w 2369820"/>
                <a:gd name="connsiteY4" fmla="*/ 205740 h 2015509"/>
                <a:gd name="connisteX5" fmla="*/ 247650 w 2369820"/>
                <a:gd name="connsiteY5" fmla="*/ 270510 h 2015509"/>
                <a:gd name="connisteX6" fmla="*/ 262890 w 2369820"/>
                <a:gd name="connsiteY6" fmla="*/ 335280 h 2015509"/>
                <a:gd name="connisteX7" fmla="*/ 300990 w 2369820"/>
                <a:gd name="connsiteY7" fmla="*/ 400050 h 2015509"/>
                <a:gd name="connisteX8" fmla="*/ 316230 w 2369820"/>
                <a:gd name="connsiteY8" fmla="*/ 464820 h 2015509"/>
                <a:gd name="connisteX9" fmla="*/ 281940 w 2369820"/>
                <a:gd name="connsiteY9" fmla="*/ 529590 h 2015509"/>
                <a:gd name="connisteX10" fmla="*/ 278130 w 2369820"/>
                <a:gd name="connsiteY10" fmla="*/ 594360 h 2015509"/>
                <a:gd name="connisteX11" fmla="*/ 300990 w 2369820"/>
                <a:gd name="connsiteY11" fmla="*/ 659130 h 2015509"/>
                <a:gd name="connisteX12" fmla="*/ 304800 w 2369820"/>
                <a:gd name="connsiteY12" fmla="*/ 723900 h 2015509"/>
                <a:gd name="connisteX13" fmla="*/ 240030 w 2369820"/>
                <a:gd name="connsiteY13" fmla="*/ 769620 h 2015509"/>
                <a:gd name="connisteX14" fmla="*/ 182880 w 2369820"/>
                <a:gd name="connsiteY14" fmla="*/ 834390 h 2015509"/>
                <a:gd name="connisteX15" fmla="*/ 198120 w 2369820"/>
                <a:gd name="connsiteY15" fmla="*/ 899160 h 2015509"/>
                <a:gd name="connisteX16" fmla="*/ 198120 w 2369820"/>
                <a:gd name="connsiteY16" fmla="*/ 963930 h 2015509"/>
                <a:gd name="connisteX17" fmla="*/ 262890 w 2369820"/>
                <a:gd name="connsiteY17" fmla="*/ 1017270 h 2015509"/>
                <a:gd name="connisteX18" fmla="*/ 327660 w 2369820"/>
                <a:gd name="connsiteY18" fmla="*/ 1078230 h 2015509"/>
                <a:gd name="connisteX19" fmla="*/ 392430 w 2369820"/>
                <a:gd name="connsiteY19" fmla="*/ 1131570 h 2015509"/>
                <a:gd name="connisteX20" fmla="*/ 438150 w 2369820"/>
                <a:gd name="connsiteY20" fmla="*/ 1196340 h 2015509"/>
                <a:gd name="connisteX21" fmla="*/ 502920 w 2369820"/>
                <a:gd name="connsiteY21" fmla="*/ 1257300 h 2015509"/>
                <a:gd name="connisteX22" fmla="*/ 567690 w 2369820"/>
                <a:gd name="connsiteY22" fmla="*/ 1249680 h 2015509"/>
                <a:gd name="connisteX23" fmla="*/ 632460 w 2369820"/>
                <a:gd name="connsiteY23" fmla="*/ 1234440 h 2015509"/>
                <a:gd name="connisteX24" fmla="*/ 697230 w 2369820"/>
                <a:gd name="connsiteY24" fmla="*/ 1295400 h 2015509"/>
                <a:gd name="connisteX25" fmla="*/ 750570 w 2369820"/>
                <a:gd name="connsiteY25" fmla="*/ 1360170 h 2015509"/>
                <a:gd name="connisteX26" fmla="*/ 815340 w 2369820"/>
                <a:gd name="connsiteY26" fmla="*/ 1405890 h 2015509"/>
                <a:gd name="connisteX27" fmla="*/ 880110 w 2369820"/>
                <a:gd name="connsiteY27" fmla="*/ 1455420 h 2015509"/>
                <a:gd name="connisteX28" fmla="*/ 944880 w 2369820"/>
                <a:gd name="connsiteY28" fmla="*/ 1501140 h 2015509"/>
                <a:gd name="connisteX29" fmla="*/ 1009650 w 2369820"/>
                <a:gd name="connsiteY29" fmla="*/ 1554480 h 2015509"/>
                <a:gd name="connisteX30" fmla="*/ 1074420 w 2369820"/>
                <a:gd name="connsiteY30" fmla="*/ 1607820 h 2015509"/>
                <a:gd name="connisteX31" fmla="*/ 1143000 w 2369820"/>
                <a:gd name="connsiteY31" fmla="*/ 1645920 h 2015509"/>
                <a:gd name="connisteX32" fmla="*/ 1207770 w 2369820"/>
                <a:gd name="connsiteY32" fmla="*/ 1672590 h 2015509"/>
                <a:gd name="connisteX33" fmla="*/ 1272540 w 2369820"/>
                <a:gd name="connsiteY33" fmla="*/ 1687830 h 2015509"/>
                <a:gd name="connisteX34" fmla="*/ 1337310 w 2369820"/>
                <a:gd name="connsiteY34" fmla="*/ 1744980 h 2015509"/>
                <a:gd name="connisteX35" fmla="*/ 1402080 w 2369820"/>
                <a:gd name="connsiteY35" fmla="*/ 1771650 h 2015509"/>
                <a:gd name="connisteX36" fmla="*/ 1466850 w 2369820"/>
                <a:gd name="connsiteY36" fmla="*/ 1775460 h 2015509"/>
                <a:gd name="connisteX37" fmla="*/ 1531620 w 2369820"/>
                <a:gd name="connsiteY37" fmla="*/ 1783080 h 2015509"/>
                <a:gd name="connisteX38" fmla="*/ 1596390 w 2369820"/>
                <a:gd name="connsiteY38" fmla="*/ 1786890 h 2015509"/>
                <a:gd name="connisteX39" fmla="*/ 1657350 w 2369820"/>
                <a:gd name="connsiteY39" fmla="*/ 1851660 h 2015509"/>
                <a:gd name="connisteX40" fmla="*/ 1657350 w 2369820"/>
                <a:gd name="connsiteY40" fmla="*/ 1916430 h 2015509"/>
                <a:gd name="connisteX41" fmla="*/ 1722120 w 2369820"/>
                <a:gd name="connsiteY41" fmla="*/ 1905000 h 2015509"/>
                <a:gd name="connisteX42" fmla="*/ 1722120 w 2369820"/>
                <a:gd name="connsiteY42" fmla="*/ 1840230 h 2015509"/>
                <a:gd name="connisteX43" fmla="*/ 1786890 w 2369820"/>
                <a:gd name="connsiteY43" fmla="*/ 1786890 h 2015509"/>
                <a:gd name="connisteX44" fmla="*/ 1851660 w 2369820"/>
                <a:gd name="connsiteY44" fmla="*/ 1786890 h 2015509"/>
                <a:gd name="connisteX45" fmla="*/ 1916430 w 2369820"/>
                <a:gd name="connsiteY45" fmla="*/ 1790700 h 2015509"/>
                <a:gd name="connisteX46" fmla="*/ 1981200 w 2369820"/>
                <a:gd name="connsiteY46" fmla="*/ 1840230 h 2015509"/>
                <a:gd name="connisteX47" fmla="*/ 2045970 w 2369820"/>
                <a:gd name="connsiteY47" fmla="*/ 1885950 h 2015509"/>
                <a:gd name="connisteX48" fmla="*/ 2110740 w 2369820"/>
                <a:gd name="connsiteY48" fmla="*/ 1931670 h 2015509"/>
                <a:gd name="connisteX49" fmla="*/ 2175510 w 2369820"/>
                <a:gd name="connsiteY49" fmla="*/ 1992630 h 2015509"/>
                <a:gd name="connisteX50" fmla="*/ 2240280 w 2369820"/>
                <a:gd name="connsiteY50" fmla="*/ 1996440 h 2015509"/>
                <a:gd name="connisteX51" fmla="*/ 2305050 w 2369820"/>
                <a:gd name="connsiteY51" fmla="*/ 2015490 h 2015509"/>
                <a:gd name="connisteX52" fmla="*/ 2369820 w 2369820"/>
                <a:gd name="connsiteY52" fmla="*/ 1992630 h 201550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</a:cxnLst>
              <a:rect l="l" t="t" r="r" b="b"/>
              <a:pathLst>
                <a:path w="2369820" h="2015509">
                  <a:moveTo>
                    <a:pt x="0" y="0"/>
                  </a:moveTo>
                  <a:cubicBezTo>
                    <a:pt x="1905" y="11430"/>
                    <a:pt x="635" y="38735"/>
                    <a:pt x="15240" y="64770"/>
                  </a:cubicBezTo>
                  <a:cubicBezTo>
                    <a:pt x="29845" y="90805"/>
                    <a:pt x="48260" y="109220"/>
                    <a:pt x="72390" y="129540"/>
                  </a:cubicBezTo>
                  <a:cubicBezTo>
                    <a:pt x="96520" y="149860"/>
                    <a:pt x="111125" y="152400"/>
                    <a:pt x="137160" y="167640"/>
                  </a:cubicBezTo>
                  <a:cubicBezTo>
                    <a:pt x="163195" y="182880"/>
                    <a:pt x="179705" y="185420"/>
                    <a:pt x="201930" y="205740"/>
                  </a:cubicBezTo>
                  <a:cubicBezTo>
                    <a:pt x="224155" y="226060"/>
                    <a:pt x="235585" y="244475"/>
                    <a:pt x="247650" y="270510"/>
                  </a:cubicBezTo>
                  <a:cubicBezTo>
                    <a:pt x="259715" y="296545"/>
                    <a:pt x="252095" y="309245"/>
                    <a:pt x="262890" y="335280"/>
                  </a:cubicBezTo>
                  <a:cubicBezTo>
                    <a:pt x="273685" y="361315"/>
                    <a:pt x="290195" y="374015"/>
                    <a:pt x="300990" y="400050"/>
                  </a:cubicBezTo>
                  <a:cubicBezTo>
                    <a:pt x="311785" y="426085"/>
                    <a:pt x="320040" y="438785"/>
                    <a:pt x="316230" y="464820"/>
                  </a:cubicBezTo>
                  <a:cubicBezTo>
                    <a:pt x="312420" y="490855"/>
                    <a:pt x="289560" y="503555"/>
                    <a:pt x="281940" y="529590"/>
                  </a:cubicBezTo>
                  <a:cubicBezTo>
                    <a:pt x="274320" y="555625"/>
                    <a:pt x="274320" y="568325"/>
                    <a:pt x="278130" y="594360"/>
                  </a:cubicBezTo>
                  <a:cubicBezTo>
                    <a:pt x="281940" y="620395"/>
                    <a:pt x="295910" y="633095"/>
                    <a:pt x="300990" y="659130"/>
                  </a:cubicBezTo>
                  <a:cubicBezTo>
                    <a:pt x="306070" y="685165"/>
                    <a:pt x="316865" y="701675"/>
                    <a:pt x="304800" y="723900"/>
                  </a:cubicBezTo>
                  <a:cubicBezTo>
                    <a:pt x="292735" y="746125"/>
                    <a:pt x="264160" y="747395"/>
                    <a:pt x="240030" y="769620"/>
                  </a:cubicBezTo>
                  <a:cubicBezTo>
                    <a:pt x="215900" y="791845"/>
                    <a:pt x="191135" y="808355"/>
                    <a:pt x="182880" y="834390"/>
                  </a:cubicBezTo>
                  <a:cubicBezTo>
                    <a:pt x="174625" y="860425"/>
                    <a:pt x="194945" y="873125"/>
                    <a:pt x="198120" y="899160"/>
                  </a:cubicBezTo>
                  <a:cubicBezTo>
                    <a:pt x="201295" y="925195"/>
                    <a:pt x="185420" y="940435"/>
                    <a:pt x="198120" y="963930"/>
                  </a:cubicBezTo>
                  <a:cubicBezTo>
                    <a:pt x="210820" y="987425"/>
                    <a:pt x="236855" y="994410"/>
                    <a:pt x="262890" y="1017270"/>
                  </a:cubicBezTo>
                  <a:cubicBezTo>
                    <a:pt x="288925" y="1040130"/>
                    <a:pt x="301625" y="1055370"/>
                    <a:pt x="327660" y="1078230"/>
                  </a:cubicBezTo>
                  <a:cubicBezTo>
                    <a:pt x="353695" y="1101090"/>
                    <a:pt x="370205" y="1108075"/>
                    <a:pt x="392430" y="1131570"/>
                  </a:cubicBezTo>
                  <a:cubicBezTo>
                    <a:pt x="414655" y="1155065"/>
                    <a:pt x="415925" y="1170940"/>
                    <a:pt x="438150" y="1196340"/>
                  </a:cubicBezTo>
                  <a:cubicBezTo>
                    <a:pt x="460375" y="1221740"/>
                    <a:pt x="476885" y="1246505"/>
                    <a:pt x="502920" y="1257300"/>
                  </a:cubicBezTo>
                  <a:cubicBezTo>
                    <a:pt x="528955" y="1268095"/>
                    <a:pt x="541655" y="1254125"/>
                    <a:pt x="567690" y="1249680"/>
                  </a:cubicBezTo>
                  <a:cubicBezTo>
                    <a:pt x="593725" y="1245235"/>
                    <a:pt x="606425" y="1225550"/>
                    <a:pt x="632460" y="1234440"/>
                  </a:cubicBezTo>
                  <a:cubicBezTo>
                    <a:pt x="658495" y="1243330"/>
                    <a:pt x="673735" y="1270000"/>
                    <a:pt x="697230" y="1295400"/>
                  </a:cubicBezTo>
                  <a:cubicBezTo>
                    <a:pt x="720725" y="1320800"/>
                    <a:pt x="727075" y="1337945"/>
                    <a:pt x="750570" y="1360170"/>
                  </a:cubicBezTo>
                  <a:cubicBezTo>
                    <a:pt x="774065" y="1382395"/>
                    <a:pt x="789305" y="1386840"/>
                    <a:pt x="815340" y="1405890"/>
                  </a:cubicBezTo>
                  <a:cubicBezTo>
                    <a:pt x="841375" y="1424940"/>
                    <a:pt x="854075" y="1436370"/>
                    <a:pt x="880110" y="1455420"/>
                  </a:cubicBezTo>
                  <a:cubicBezTo>
                    <a:pt x="906145" y="1474470"/>
                    <a:pt x="918845" y="1481455"/>
                    <a:pt x="944880" y="1501140"/>
                  </a:cubicBezTo>
                  <a:cubicBezTo>
                    <a:pt x="970915" y="1520825"/>
                    <a:pt x="983615" y="1532890"/>
                    <a:pt x="1009650" y="1554480"/>
                  </a:cubicBezTo>
                  <a:cubicBezTo>
                    <a:pt x="1035685" y="1576070"/>
                    <a:pt x="1047750" y="1589405"/>
                    <a:pt x="1074420" y="1607820"/>
                  </a:cubicBezTo>
                  <a:cubicBezTo>
                    <a:pt x="1101090" y="1626235"/>
                    <a:pt x="1116330" y="1633220"/>
                    <a:pt x="1143000" y="1645920"/>
                  </a:cubicBezTo>
                  <a:cubicBezTo>
                    <a:pt x="1169670" y="1658620"/>
                    <a:pt x="1181735" y="1664335"/>
                    <a:pt x="1207770" y="1672590"/>
                  </a:cubicBezTo>
                  <a:cubicBezTo>
                    <a:pt x="1233805" y="1680845"/>
                    <a:pt x="1246505" y="1673225"/>
                    <a:pt x="1272540" y="1687830"/>
                  </a:cubicBezTo>
                  <a:cubicBezTo>
                    <a:pt x="1298575" y="1702435"/>
                    <a:pt x="1311275" y="1728470"/>
                    <a:pt x="1337310" y="1744980"/>
                  </a:cubicBezTo>
                  <a:cubicBezTo>
                    <a:pt x="1363345" y="1761490"/>
                    <a:pt x="1376045" y="1765300"/>
                    <a:pt x="1402080" y="1771650"/>
                  </a:cubicBezTo>
                  <a:cubicBezTo>
                    <a:pt x="1428115" y="1778000"/>
                    <a:pt x="1440815" y="1772920"/>
                    <a:pt x="1466850" y="1775460"/>
                  </a:cubicBezTo>
                  <a:cubicBezTo>
                    <a:pt x="1492885" y="1778000"/>
                    <a:pt x="1505585" y="1780540"/>
                    <a:pt x="1531620" y="1783080"/>
                  </a:cubicBezTo>
                  <a:cubicBezTo>
                    <a:pt x="1557655" y="1785620"/>
                    <a:pt x="1570990" y="1772920"/>
                    <a:pt x="1596390" y="1786890"/>
                  </a:cubicBezTo>
                  <a:cubicBezTo>
                    <a:pt x="1621790" y="1800860"/>
                    <a:pt x="1645285" y="1825625"/>
                    <a:pt x="1657350" y="1851660"/>
                  </a:cubicBezTo>
                  <a:cubicBezTo>
                    <a:pt x="1669415" y="1877695"/>
                    <a:pt x="1644650" y="1905635"/>
                    <a:pt x="1657350" y="1916430"/>
                  </a:cubicBezTo>
                  <a:cubicBezTo>
                    <a:pt x="1670050" y="1927225"/>
                    <a:pt x="1709420" y="1920240"/>
                    <a:pt x="1722120" y="1905000"/>
                  </a:cubicBezTo>
                  <a:cubicBezTo>
                    <a:pt x="1734820" y="1889760"/>
                    <a:pt x="1709420" y="1863725"/>
                    <a:pt x="1722120" y="1840230"/>
                  </a:cubicBezTo>
                  <a:cubicBezTo>
                    <a:pt x="1734820" y="1816735"/>
                    <a:pt x="1760855" y="1797685"/>
                    <a:pt x="1786890" y="1786890"/>
                  </a:cubicBezTo>
                  <a:cubicBezTo>
                    <a:pt x="1812925" y="1776095"/>
                    <a:pt x="1825625" y="1786255"/>
                    <a:pt x="1851660" y="1786890"/>
                  </a:cubicBezTo>
                  <a:cubicBezTo>
                    <a:pt x="1877695" y="1787525"/>
                    <a:pt x="1890395" y="1779905"/>
                    <a:pt x="1916430" y="1790700"/>
                  </a:cubicBezTo>
                  <a:cubicBezTo>
                    <a:pt x="1942465" y="1801495"/>
                    <a:pt x="1955165" y="1821180"/>
                    <a:pt x="1981200" y="1840230"/>
                  </a:cubicBezTo>
                  <a:cubicBezTo>
                    <a:pt x="2007235" y="1859280"/>
                    <a:pt x="2019935" y="1867535"/>
                    <a:pt x="2045970" y="1885950"/>
                  </a:cubicBezTo>
                  <a:cubicBezTo>
                    <a:pt x="2072005" y="1904365"/>
                    <a:pt x="2084705" y="1910080"/>
                    <a:pt x="2110740" y="1931670"/>
                  </a:cubicBezTo>
                  <a:cubicBezTo>
                    <a:pt x="2136775" y="1953260"/>
                    <a:pt x="2149475" y="1979930"/>
                    <a:pt x="2175510" y="1992630"/>
                  </a:cubicBezTo>
                  <a:cubicBezTo>
                    <a:pt x="2201545" y="2005330"/>
                    <a:pt x="2214245" y="1991995"/>
                    <a:pt x="2240280" y="1996440"/>
                  </a:cubicBezTo>
                  <a:cubicBezTo>
                    <a:pt x="2266315" y="2000885"/>
                    <a:pt x="2279015" y="2016125"/>
                    <a:pt x="2305050" y="2015490"/>
                  </a:cubicBezTo>
                  <a:cubicBezTo>
                    <a:pt x="2331085" y="2014855"/>
                    <a:pt x="2358390" y="1997710"/>
                    <a:pt x="2369820" y="199263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6285" y="7782"/>
              <a:ext cx="4932" cy="2188"/>
            </a:xfrm>
            <a:custGeom>
              <a:avLst/>
              <a:gdLst>
                <a:gd name="connisteX0" fmla="*/ 0 w 3131820"/>
                <a:gd name="connsiteY0" fmla="*/ 242600 h 1389525"/>
                <a:gd name="connisteX1" fmla="*/ 64770 w 3131820"/>
                <a:gd name="connsiteY1" fmla="*/ 219740 h 1389525"/>
                <a:gd name="connisteX2" fmla="*/ 129540 w 3131820"/>
                <a:gd name="connsiteY2" fmla="*/ 193070 h 1389525"/>
                <a:gd name="connisteX3" fmla="*/ 194310 w 3131820"/>
                <a:gd name="connsiteY3" fmla="*/ 154970 h 1389525"/>
                <a:gd name="connisteX4" fmla="*/ 262890 w 3131820"/>
                <a:gd name="connsiteY4" fmla="*/ 97820 h 1389525"/>
                <a:gd name="connisteX5" fmla="*/ 327660 w 3131820"/>
                <a:gd name="connsiteY5" fmla="*/ 59720 h 1389525"/>
                <a:gd name="connisteX6" fmla="*/ 392430 w 3131820"/>
                <a:gd name="connsiteY6" fmla="*/ 29240 h 1389525"/>
                <a:gd name="connisteX7" fmla="*/ 457200 w 3131820"/>
                <a:gd name="connsiteY7" fmla="*/ 29240 h 1389525"/>
                <a:gd name="connisteX8" fmla="*/ 521970 w 3131820"/>
                <a:gd name="connsiteY8" fmla="*/ 44480 h 1389525"/>
                <a:gd name="connisteX9" fmla="*/ 586740 w 3131820"/>
                <a:gd name="connsiteY9" fmla="*/ 97820 h 1389525"/>
                <a:gd name="connisteX10" fmla="*/ 651510 w 3131820"/>
                <a:gd name="connsiteY10" fmla="*/ 67340 h 1389525"/>
                <a:gd name="connisteX11" fmla="*/ 689610 w 3131820"/>
                <a:gd name="connsiteY11" fmla="*/ 2570 h 1389525"/>
                <a:gd name="connisteX12" fmla="*/ 754380 w 3131820"/>
                <a:gd name="connsiteY12" fmla="*/ 25430 h 1389525"/>
                <a:gd name="connisteX13" fmla="*/ 781050 w 3131820"/>
                <a:gd name="connsiteY13" fmla="*/ 94010 h 1389525"/>
                <a:gd name="connisteX14" fmla="*/ 792480 w 3131820"/>
                <a:gd name="connsiteY14" fmla="*/ 158780 h 1389525"/>
                <a:gd name="connisteX15" fmla="*/ 830580 w 3131820"/>
                <a:gd name="connsiteY15" fmla="*/ 223550 h 1389525"/>
                <a:gd name="connisteX16" fmla="*/ 845820 w 3131820"/>
                <a:gd name="connsiteY16" fmla="*/ 288320 h 1389525"/>
                <a:gd name="connisteX17" fmla="*/ 853440 w 3131820"/>
                <a:gd name="connsiteY17" fmla="*/ 353090 h 1389525"/>
                <a:gd name="connisteX18" fmla="*/ 826770 w 3131820"/>
                <a:gd name="connsiteY18" fmla="*/ 417860 h 1389525"/>
                <a:gd name="connisteX19" fmla="*/ 800100 w 3131820"/>
                <a:gd name="connsiteY19" fmla="*/ 482630 h 1389525"/>
                <a:gd name="connisteX20" fmla="*/ 742950 w 3131820"/>
                <a:gd name="connsiteY20" fmla="*/ 547400 h 1389525"/>
                <a:gd name="connisteX21" fmla="*/ 678180 w 3131820"/>
                <a:gd name="connsiteY21" fmla="*/ 596930 h 1389525"/>
                <a:gd name="connisteX22" fmla="*/ 659130 w 3131820"/>
                <a:gd name="connsiteY22" fmla="*/ 661700 h 1389525"/>
                <a:gd name="connisteX23" fmla="*/ 659130 w 3131820"/>
                <a:gd name="connsiteY23" fmla="*/ 726470 h 1389525"/>
                <a:gd name="connisteX24" fmla="*/ 727710 w 3131820"/>
                <a:gd name="connsiteY24" fmla="*/ 768380 h 1389525"/>
                <a:gd name="connisteX25" fmla="*/ 792480 w 3131820"/>
                <a:gd name="connsiteY25" fmla="*/ 768380 h 1389525"/>
                <a:gd name="connisteX26" fmla="*/ 845820 w 3131820"/>
                <a:gd name="connsiteY26" fmla="*/ 833150 h 1389525"/>
                <a:gd name="connisteX27" fmla="*/ 861060 w 3131820"/>
                <a:gd name="connsiteY27" fmla="*/ 897920 h 1389525"/>
                <a:gd name="connisteX28" fmla="*/ 906780 w 3131820"/>
                <a:gd name="connsiteY28" fmla="*/ 962690 h 1389525"/>
                <a:gd name="connisteX29" fmla="*/ 971550 w 3131820"/>
                <a:gd name="connsiteY29" fmla="*/ 962690 h 1389525"/>
                <a:gd name="connisteX30" fmla="*/ 982980 w 3131820"/>
                <a:gd name="connsiteY30" fmla="*/ 1031270 h 1389525"/>
                <a:gd name="connisteX31" fmla="*/ 941070 w 3131820"/>
                <a:gd name="connsiteY31" fmla="*/ 1096040 h 1389525"/>
                <a:gd name="connisteX32" fmla="*/ 998220 w 3131820"/>
                <a:gd name="connsiteY32" fmla="*/ 1160810 h 1389525"/>
                <a:gd name="connisteX33" fmla="*/ 1062990 w 3131820"/>
                <a:gd name="connsiteY33" fmla="*/ 1176050 h 1389525"/>
                <a:gd name="connisteX34" fmla="*/ 1127760 w 3131820"/>
                <a:gd name="connsiteY34" fmla="*/ 1217960 h 1389525"/>
                <a:gd name="connisteX35" fmla="*/ 1192530 w 3131820"/>
                <a:gd name="connsiteY35" fmla="*/ 1256060 h 1389525"/>
                <a:gd name="connisteX36" fmla="*/ 1257300 w 3131820"/>
                <a:gd name="connsiteY36" fmla="*/ 1256060 h 1389525"/>
                <a:gd name="connisteX37" fmla="*/ 1322070 w 3131820"/>
                <a:gd name="connsiteY37" fmla="*/ 1275110 h 1389525"/>
                <a:gd name="connisteX38" fmla="*/ 1356360 w 3131820"/>
                <a:gd name="connsiteY38" fmla="*/ 1210340 h 1389525"/>
                <a:gd name="connisteX39" fmla="*/ 1356360 w 3131820"/>
                <a:gd name="connsiteY39" fmla="*/ 1145570 h 1389525"/>
                <a:gd name="connisteX40" fmla="*/ 1341120 w 3131820"/>
                <a:gd name="connsiteY40" fmla="*/ 1080800 h 1389525"/>
                <a:gd name="connisteX41" fmla="*/ 1405890 w 3131820"/>
                <a:gd name="connsiteY41" fmla="*/ 1073180 h 1389525"/>
                <a:gd name="connisteX42" fmla="*/ 1470660 w 3131820"/>
                <a:gd name="connsiteY42" fmla="*/ 1061750 h 1389525"/>
                <a:gd name="connisteX43" fmla="*/ 1535430 w 3131820"/>
                <a:gd name="connsiteY43" fmla="*/ 1027460 h 1389525"/>
                <a:gd name="connisteX44" fmla="*/ 1600200 w 3131820"/>
                <a:gd name="connsiteY44" fmla="*/ 1038890 h 1389525"/>
                <a:gd name="connisteX45" fmla="*/ 1664970 w 3131820"/>
                <a:gd name="connsiteY45" fmla="*/ 1069370 h 1389525"/>
                <a:gd name="connisteX46" fmla="*/ 1729740 w 3131820"/>
                <a:gd name="connsiteY46" fmla="*/ 1076990 h 1389525"/>
                <a:gd name="connisteX47" fmla="*/ 1794510 w 3131820"/>
                <a:gd name="connsiteY47" fmla="*/ 1035080 h 1389525"/>
                <a:gd name="connisteX48" fmla="*/ 1859280 w 3131820"/>
                <a:gd name="connsiteY48" fmla="*/ 974120 h 1389525"/>
                <a:gd name="connisteX49" fmla="*/ 1924050 w 3131820"/>
                <a:gd name="connsiteY49" fmla="*/ 939830 h 1389525"/>
                <a:gd name="connisteX50" fmla="*/ 1988820 w 3131820"/>
                <a:gd name="connsiteY50" fmla="*/ 958880 h 1389525"/>
                <a:gd name="connisteX51" fmla="*/ 2053590 w 3131820"/>
                <a:gd name="connsiteY51" fmla="*/ 974120 h 1389525"/>
                <a:gd name="connisteX52" fmla="*/ 2118360 w 3131820"/>
                <a:gd name="connsiteY52" fmla="*/ 985550 h 1389525"/>
                <a:gd name="connisteX53" fmla="*/ 2183130 w 3131820"/>
                <a:gd name="connsiteY53" fmla="*/ 1046510 h 1389525"/>
                <a:gd name="connisteX54" fmla="*/ 2194560 w 3131820"/>
                <a:gd name="connsiteY54" fmla="*/ 1111280 h 1389525"/>
                <a:gd name="connisteX55" fmla="*/ 2232660 w 3131820"/>
                <a:gd name="connsiteY55" fmla="*/ 1176050 h 1389525"/>
                <a:gd name="connisteX56" fmla="*/ 2297430 w 3131820"/>
                <a:gd name="connsiteY56" fmla="*/ 1179860 h 1389525"/>
                <a:gd name="connisteX57" fmla="*/ 2362200 w 3131820"/>
                <a:gd name="connsiteY57" fmla="*/ 1187480 h 1389525"/>
                <a:gd name="connisteX58" fmla="*/ 2426970 w 3131820"/>
                <a:gd name="connsiteY58" fmla="*/ 1198910 h 1389525"/>
                <a:gd name="connisteX59" fmla="*/ 2491740 w 3131820"/>
                <a:gd name="connsiteY59" fmla="*/ 1195100 h 1389525"/>
                <a:gd name="connisteX60" fmla="*/ 2560320 w 3131820"/>
                <a:gd name="connsiteY60" fmla="*/ 1202720 h 1389525"/>
                <a:gd name="connisteX61" fmla="*/ 2625090 w 3131820"/>
                <a:gd name="connsiteY61" fmla="*/ 1214150 h 1389525"/>
                <a:gd name="connisteX62" fmla="*/ 2682240 w 3131820"/>
                <a:gd name="connsiteY62" fmla="*/ 1278920 h 1389525"/>
                <a:gd name="connisteX63" fmla="*/ 2674620 w 3131820"/>
                <a:gd name="connsiteY63" fmla="*/ 1343690 h 1389525"/>
                <a:gd name="connisteX64" fmla="*/ 2743200 w 3131820"/>
                <a:gd name="connsiteY64" fmla="*/ 1381790 h 1389525"/>
                <a:gd name="connisteX65" fmla="*/ 2807970 w 3131820"/>
                <a:gd name="connsiteY65" fmla="*/ 1381790 h 1389525"/>
                <a:gd name="connisteX66" fmla="*/ 2807970 w 3131820"/>
                <a:gd name="connsiteY66" fmla="*/ 1317020 h 1389525"/>
                <a:gd name="connisteX67" fmla="*/ 2807970 w 3131820"/>
                <a:gd name="connsiteY67" fmla="*/ 1248440 h 1389525"/>
                <a:gd name="connisteX68" fmla="*/ 2872740 w 3131820"/>
                <a:gd name="connsiteY68" fmla="*/ 1244630 h 1389525"/>
                <a:gd name="connisteX69" fmla="*/ 2937510 w 3131820"/>
                <a:gd name="connsiteY69" fmla="*/ 1210340 h 1389525"/>
                <a:gd name="connisteX70" fmla="*/ 3002280 w 3131820"/>
                <a:gd name="connsiteY70" fmla="*/ 1164620 h 1389525"/>
                <a:gd name="connisteX71" fmla="*/ 3067050 w 3131820"/>
                <a:gd name="connsiteY71" fmla="*/ 1137950 h 1389525"/>
                <a:gd name="connisteX72" fmla="*/ 3131820 w 3131820"/>
                <a:gd name="connsiteY72" fmla="*/ 1126520 h 1389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  <a:cxn ang="0">
                  <a:pos x="connisteX62" y="connsiteY62"/>
                </a:cxn>
                <a:cxn ang="0">
                  <a:pos x="connisteX63" y="connsiteY63"/>
                </a:cxn>
                <a:cxn ang="0">
                  <a:pos x="connisteX64" y="connsiteY64"/>
                </a:cxn>
                <a:cxn ang="0">
                  <a:pos x="connisteX65" y="connsiteY65"/>
                </a:cxn>
                <a:cxn ang="0">
                  <a:pos x="connisteX66" y="connsiteY66"/>
                </a:cxn>
                <a:cxn ang="0">
                  <a:pos x="connisteX67" y="connsiteY67"/>
                </a:cxn>
                <a:cxn ang="0">
                  <a:pos x="connisteX68" y="connsiteY68"/>
                </a:cxn>
                <a:cxn ang="0">
                  <a:pos x="connisteX69" y="connsiteY69"/>
                </a:cxn>
                <a:cxn ang="0">
                  <a:pos x="connisteX70" y="connsiteY70"/>
                </a:cxn>
                <a:cxn ang="0">
                  <a:pos x="connisteX71" y="connsiteY71"/>
                </a:cxn>
                <a:cxn ang="0">
                  <a:pos x="connisteX72" y="connsiteY72"/>
                </a:cxn>
              </a:cxnLst>
              <a:rect l="l" t="t" r="r" b="b"/>
              <a:pathLst>
                <a:path w="3131820" h="1389526">
                  <a:moveTo>
                    <a:pt x="0" y="242600"/>
                  </a:moveTo>
                  <a:cubicBezTo>
                    <a:pt x="11430" y="238790"/>
                    <a:pt x="38735" y="229900"/>
                    <a:pt x="64770" y="219740"/>
                  </a:cubicBezTo>
                  <a:cubicBezTo>
                    <a:pt x="90805" y="209580"/>
                    <a:pt x="103505" y="205770"/>
                    <a:pt x="129540" y="193070"/>
                  </a:cubicBezTo>
                  <a:cubicBezTo>
                    <a:pt x="155575" y="180370"/>
                    <a:pt x="167640" y="174020"/>
                    <a:pt x="194310" y="154970"/>
                  </a:cubicBezTo>
                  <a:cubicBezTo>
                    <a:pt x="220980" y="135920"/>
                    <a:pt x="236220" y="116870"/>
                    <a:pt x="262890" y="97820"/>
                  </a:cubicBezTo>
                  <a:cubicBezTo>
                    <a:pt x="289560" y="78770"/>
                    <a:pt x="301625" y="73690"/>
                    <a:pt x="327660" y="59720"/>
                  </a:cubicBezTo>
                  <a:cubicBezTo>
                    <a:pt x="353695" y="45750"/>
                    <a:pt x="366395" y="35590"/>
                    <a:pt x="392430" y="29240"/>
                  </a:cubicBezTo>
                  <a:cubicBezTo>
                    <a:pt x="418465" y="22890"/>
                    <a:pt x="431165" y="26065"/>
                    <a:pt x="457200" y="29240"/>
                  </a:cubicBezTo>
                  <a:cubicBezTo>
                    <a:pt x="483235" y="32415"/>
                    <a:pt x="495935" y="30510"/>
                    <a:pt x="521970" y="44480"/>
                  </a:cubicBezTo>
                  <a:cubicBezTo>
                    <a:pt x="548005" y="58450"/>
                    <a:pt x="560705" y="93375"/>
                    <a:pt x="586740" y="97820"/>
                  </a:cubicBezTo>
                  <a:cubicBezTo>
                    <a:pt x="612775" y="102265"/>
                    <a:pt x="631190" y="86390"/>
                    <a:pt x="651510" y="67340"/>
                  </a:cubicBezTo>
                  <a:cubicBezTo>
                    <a:pt x="671830" y="48290"/>
                    <a:pt x="669290" y="10825"/>
                    <a:pt x="689610" y="2570"/>
                  </a:cubicBezTo>
                  <a:cubicBezTo>
                    <a:pt x="709930" y="-5685"/>
                    <a:pt x="735965" y="7015"/>
                    <a:pt x="754380" y="25430"/>
                  </a:cubicBezTo>
                  <a:cubicBezTo>
                    <a:pt x="772795" y="43845"/>
                    <a:pt x="773430" y="67340"/>
                    <a:pt x="781050" y="94010"/>
                  </a:cubicBezTo>
                  <a:cubicBezTo>
                    <a:pt x="788670" y="120680"/>
                    <a:pt x="782320" y="132745"/>
                    <a:pt x="792480" y="158780"/>
                  </a:cubicBezTo>
                  <a:cubicBezTo>
                    <a:pt x="802640" y="184815"/>
                    <a:pt x="819785" y="197515"/>
                    <a:pt x="830580" y="223550"/>
                  </a:cubicBezTo>
                  <a:cubicBezTo>
                    <a:pt x="841375" y="249585"/>
                    <a:pt x="841375" y="262285"/>
                    <a:pt x="845820" y="288320"/>
                  </a:cubicBezTo>
                  <a:cubicBezTo>
                    <a:pt x="850265" y="314355"/>
                    <a:pt x="857250" y="327055"/>
                    <a:pt x="853440" y="353090"/>
                  </a:cubicBezTo>
                  <a:cubicBezTo>
                    <a:pt x="849630" y="379125"/>
                    <a:pt x="837565" y="391825"/>
                    <a:pt x="826770" y="417860"/>
                  </a:cubicBezTo>
                  <a:cubicBezTo>
                    <a:pt x="815975" y="443895"/>
                    <a:pt x="816610" y="456595"/>
                    <a:pt x="800100" y="482630"/>
                  </a:cubicBezTo>
                  <a:cubicBezTo>
                    <a:pt x="783590" y="508665"/>
                    <a:pt x="767080" y="524540"/>
                    <a:pt x="742950" y="547400"/>
                  </a:cubicBezTo>
                  <a:cubicBezTo>
                    <a:pt x="718820" y="570260"/>
                    <a:pt x="694690" y="574070"/>
                    <a:pt x="678180" y="596930"/>
                  </a:cubicBezTo>
                  <a:cubicBezTo>
                    <a:pt x="661670" y="619790"/>
                    <a:pt x="662940" y="635665"/>
                    <a:pt x="659130" y="661700"/>
                  </a:cubicBezTo>
                  <a:cubicBezTo>
                    <a:pt x="655320" y="687735"/>
                    <a:pt x="645160" y="704880"/>
                    <a:pt x="659130" y="726470"/>
                  </a:cubicBezTo>
                  <a:cubicBezTo>
                    <a:pt x="673100" y="748060"/>
                    <a:pt x="701040" y="760125"/>
                    <a:pt x="727710" y="768380"/>
                  </a:cubicBezTo>
                  <a:cubicBezTo>
                    <a:pt x="754380" y="776635"/>
                    <a:pt x="768985" y="755680"/>
                    <a:pt x="792480" y="768380"/>
                  </a:cubicBezTo>
                  <a:cubicBezTo>
                    <a:pt x="815975" y="781080"/>
                    <a:pt x="831850" y="807115"/>
                    <a:pt x="845820" y="833150"/>
                  </a:cubicBezTo>
                  <a:cubicBezTo>
                    <a:pt x="859790" y="859185"/>
                    <a:pt x="848995" y="871885"/>
                    <a:pt x="861060" y="897920"/>
                  </a:cubicBezTo>
                  <a:cubicBezTo>
                    <a:pt x="873125" y="923955"/>
                    <a:pt x="884555" y="949990"/>
                    <a:pt x="906780" y="962690"/>
                  </a:cubicBezTo>
                  <a:cubicBezTo>
                    <a:pt x="929005" y="975390"/>
                    <a:pt x="956310" y="948720"/>
                    <a:pt x="971550" y="962690"/>
                  </a:cubicBezTo>
                  <a:cubicBezTo>
                    <a:pt x="986790" y="976660"/>
                    <a:pt x="989330" y="1004600"/>
                    <a:pt x="982980" y="1031270"/>
                  </a:cubicBezTo>
                  <a:cubicBezTo>
                    <a:pt x="976630" y="1057940"/>
                    <a:pt x="937895" y="1070005"/>
                    <a:pt x="941070" y="1096040"/>
                  </a:cubicBezTo>
                  <a:cubicBezTo>
                    <a:pt x="944245" y="1122075"/>
                    <a:pt x="974090" y="1144935"/>
                    <a:pt x="998220" y="1160810"/>
                  </a:cubicBezTo>
                  <a:cubicBezTo>
                    <a:pt x="1022350" y="1176685"/>
                    <a:pt x="1036955" y="1164620"/>
                    <a:pt x="1062990" y="1176050"/>
                  </a:cubicBezTo>
                  <a:cubicBezTo>
                    <a:pt x="1089025" y="1187480"/>
                    <a:pt x="1101725" y="1202085"/>
                    <a:pt x="1127760" y="1217960"/>
                  </a:cubicBezTo>
                  <a:cubicBezTo>
                    <a:pt x="1153795" y="1233835"/>
                    <a:pt x="1166495" y="1248440"/>
                    <a:pt x="1192530" y="1256060"/>
                  </a:cubicBezTo>
                  <a:cubicBezTo>
                    <a:pt x="1218565" y="1263680"/>
                    <a:pt x="1231265" y="1252250"/>
                    <a:pt x="1257300" y="1256060"/>
                  </a:cubicBezTo>
                  <a:cubicBezTo>
                    <a:pt x="1283335" y="1259870"/>
                    <a:pt x="1302385" y="1284000"/>
                    <a:pt x="1322070" y="1275110"/>
                  </a:cubicBezTo>
                  <a:cubicBezTo>
                    <a:pt x="1341755" y="1266220"/>
                    <a:pt x="1349375" y="1236375"/>
                    <a:pt x="1356360" y="1210340"/>
                  </a:cubicBezTo>
                  <a:cubicBezTo>
                    <a:pt x="1363345" y="1184305"/>
                    <a:pt x="1359535" y="1171605"/>
                    <a:pt x="1356360" y="1145570"/>
                  </a:cubicBezTo>
                  <a:cubicBezTo>
                    <a:pt x="1353185" y="1119535"/>
                    <a:pt x="1330960" y="1095405"/>
                    <a:pt x="1341120" y="1080800"/>
                  </a:cubicBezTo>
                  <a:cubicBezTo>
                    <a:pt x="1351280" y="1066195"/>
                    <a:pt x="1379855" y="1076990"/>
                    <a:pt x="1405890" y="1073180"/>
                  </a:cubicBezTo>
                  <a:cubicBezTo>
                    <a:pt x="1431925" y="1069370"/>
                    <a:pt x="1444625" y="1070640"/>
                    <a:pt x="1470660" y="1061750"/>
                  </a:cubicBezTo>
                  <a:cubicBezTo>
                    <a:pt x="1496695" y="1052860"/>
                    <a:pt x="1509395" y="1031905"/>
                    <a:pt x="1535430" y="1027460"/>
                  </a:cubicBezTo>
                  <a:cubicBezTo>
                    <a:pt x="1561465" y="1023015"/>
                    <a:pt x="1574165" y="1030635"/>
                    <a:pt x="1600200" y="1038890"/>
                  </a:cubicBezTo>
                  <a:cubicBezTo>
                    <a:pt x="1626235" y="1047145"/>
                    <a:pt x="1638935" y="1061750"/>
                    <a:pt x="1664970" y="1069370"/>
                  </a:cubicBezTo>
                  <a:cubicBezTo>
                    <a:pt x="1691005" y="1076990"/>
                    <a:pt x="1703705" y="1083975"/>
                    <a:pt x="1729740" y="1076990"/>
                  </a:cubicBezTo>
                  <a:cubicBezTo>
                    <a:pt x="1755775" y="1070005"/>
                    <a:pt x="1768475" y="1055400"/>
                    <a:pt x="1794510" y="1035080"/>
                  </a:cubicBezTo>
                  <a:cubicBezTo>
                    <a:pt x="1820545" y="1014760"/>
                    <a:pt x="1833245" y="993170"/>
                    <a:pt x="1859280" y="974120"/>
                  </a:cubicBezTo>
                  <a:cubicBezTo>
                    <a:pt x="1885315" y="955070"/>
                    <a:pt x="1898015" y="943005"/>
                    <a:pt x="1924050" y="939830"/>
                  </a:cubicBezTo>
                  <a:cubicBezTo>
                    <a:pt x="1950085" y="936655"/>
                    <a:pt x="1962785" y="951895"/>
                    <a:pt x="1988820" y="958880"/>
                  </a:cubicBezTo>
                  <a:cubicBezTo>
                    <a:pt x="2014855" y="965865"/>
                    <a:pt x="2027555" y="969040"/>
                    <a:pt x="2053590" y="974120"/>
                  </a:cubicBezTo>
                  <a:cubicBezTo>
                    <a:pt x="2079625" y="979200"/>
                    <a:pt x="2092325" y="970945"/>
                    <a:pt x="2118360" y="985550"/>
                  </a:cubicBezTo>
                  <a:cubicBezTo>
                    <a:pt x="2144395" y="1000155"/>
                    <a:pt x="2167890" y="1021110"/>
                    <a:pt x="2183130" y="1046510"/>
                  </a:cubicBezTo>
                  <a:cubicBezTo>
                    <a:pt x="2198370" y="1071910"/>
                    <a:pt x="2184400" y="1085245"/>
                    <a:pt x="2194560" y="1111280"/>
                  </a:cubicBezTo>
                  <a:cubicBezTo>
                    <a:pt x="2204720" y="1137315"/>
                    <a:pt x="2212340" y="1162080"/>
                    <a:pt x="2232660" y="1176050"/>
                  </a:cubicBezTo>
                  <a:cubicBezTo>
                    <a:pt x="2252980" y="1190020"/>
                    <a:pt x="2271395" y="1177320"/>
                    <a:pt x="2297430" y="1179860"/>
                  </a:cubicBezTo>
                  <a:cubicBezTo>
                    <a:pt x="2323465" y="1182400"/>
                    <a:pt x="2336165" y="1183670"/>
                    <a:pt x="2362200" y="1187480"/>
                  </a:cubicBezTo>
                  <a:cubicBezTo>
                    <a:pt x="2388235" y="1191290"/>
                    <a:pt x="2400935" y="1197640"/>
                    <a:pt x="2426970" y="1198910"/>
                  </a:cubicBezTo>
                  <a:cubicBezTo>
                    <a:pt x="2453005" y="1200180"/>
                    <a:pt x="2465070" y="1194465"/>
                    <a:pt x="2491740" y="1195100"/>
                  </a:cubicBezTo>
                  <a:cubicBezTo>
                    <a:pt x="2518410" y="1195735"/>
                    <a:pt x="2533650" y="1198910"/>
                    <a:pt x="2560320" y="1202720"/>
                  </a:cubicBezTo>
                  <a:cubicBezTo>
                    <a:pt x="2586990" y="1206530"/>
                    <a:pt x="2600960" y="1198910"/>
                    <a:pt x="2625090" y="1214150"/>
                  </a:cubicBezTo>
                  <a:cubicBezTo>
                    <a:pt x="2649220" y="1229390"/>
                    <a:pt x="2672080" y="1252885"/>
                    <a:pt x="2682240" y="1278920"/>
                  </a:cubicBezTo>
                  <a:cubicBezTo>
                    <a:pt x="2692400" y="1304955"/>
                    <a:pt x="2662555" y="1323370"/>
                    <a:pt x="2674620" y="1343690"/>
                  </a:cubicBezTo>
                  <a:cubicBezTo>
                    <a:pt x="2686685" y="1364010"/>
                    <a:pt x="2716530" y="1374170"/>
                    <a:pt x="2743200" y="1381790"/>
                  </a:cubicBezTo>
                  <a:cubicBezTo>
                    <a:pt x="2769870" y="1389410"/>
                    <a:pt x="2795270" y="1394490"/>
                    <a:pt x="2807970" y="1381790"/>
                  </a:cubicBezTo>
                  <a:cubicBezTo>
                    <a:pt x="2820670" y="1369090"/>
                    <a:pt x="2807970" y="1343690"/>
                    <a:pt x="2807970" y="1317020"/>
                  </a:cubicBezTo>
                  <a:cubicBezTo>
                    <a:pt x="2807970" y="1290350"/>
                    <a:pt x="2795270" y="1263045"/>
                    <a:pt x="2807970" y="1248440"/>
                  </a:cubicBezTo>
                  <a:cubicBezTo>
                    <a:pt x="2820670" y="1233835"/>
                    <a:pt x="2846705" y="1252250"/>
                    <a:pt x="2872740" y="1244630"/>
                  </a:cubicBezTo>
                  <a:cubicBezTo>
                    <a:pt x="2898775" y="1237010"/>
                    <a:pt x="2911475" y="1226215"/>
                    <a:pt x="2937510" y="1210340"/>
                  </a:cubicBezTo>
                  <a:cubicBezTo>
                    <a:pt x="2963545" y="1194465"/>
                    <a:pt x="2976245" y="1179225"/>
                    <a:pt x="3002280" y="1164620"/>
                  </a:cubicBezTo>
                  <a:cubicBezTo>
                    <a:pt x="3028315" y="1150015"/>
                    <a:pt x="3041015" y="1145570"/>
                    <a:pt x="3067050" y="1137950"/>
                  </a:cubicBezTo>
                  <a:cubicBezTo>
                    <a:pt x="3093085" y="1130330"/>
                    <a:pt x="3120390" y="1128425"/>
                    <a:pt x="3131820" y="11265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10310" y="10036"/>
              <a:ext cx="576" cy="513"/>
            </a:xfrm>
            <a:custGeom>
              <a:avLst/>
              <a:gdLst>
                <a:gd name="connisteX0" fmla="*/ 289436 w 365643"/>
                <a:gd name="connsiteY0" fmla="*/ 141 h 325825"/>
                <a:gd name="connisteX1" fmla="*/ 224666 w 365643"/>
                <a:gd name="connsiteY1" fmla="*/ 7761 h 325825"/>
                <a:gd name="connisteX2" fmla="*/ 159896 w 365643"/>
                <a:gd name="connsiteY2" fmla="*/ 26811 h 325825"/>
                <a:gd name="connisteX3" fmla="*/ 95126 w 365643"/>
                <a:gd name="connsiteY3" fmla="*/ 61101 h 325825"/>
                <a:gd name="connisteX4" fmla="*/ 41786 w 365643"/>
                <a:gd name="connsiteY4" fmla="*/ 125871 h 325825"/>
                <a:gd name="connisteX5" fmla="*/ 3686 w 365643"/>
                <a:gd name="connsiteY5" fmla="*/ 190641 h 325825"/>
                <a:gd name="connisteX6" fmla="*/ 3686 w 365643"/>
                <a:gd name="connsiteY6" fmla="*/ 255411 h 325825"/>
                <a:gd name="connisteX7" fmla="*/ 11306 w 365643"/>
                <a:gd name="connsiteY7" fmla="*/ 320181 h 325825"/>
                <a:gd name="connisteX8" fmla="*/ 76076 w 365643"/>
                <a:gd name="connsiteY8" fmla="*/ 320181 h 325825"/>
                <a:gd name="connisteX9" fmla="*/ 140846 w 365643"/>
                <a:gd name="connsiteY9" fmla="*/ 320181 h 325825"/>
                <a:gd name="connisteX10" fmla="*/ 205616 w 365643"/>
                <a:gd name="connsiteY10" fmla="*/ 320181 h 325825"/>
                <a:gd name="connisteX11" fmla="*/ 262766 w 365643"/>
                <a:gd name="connsiteY11" fmla="*/ 255411 h 325825"/>
                <a:gd name="connisteX12" fmla="*/ 274196 w 365643"/>
                <a:gd name="connsiteY12" fmla="*/ 186831 h 325825"/>
                <a:gd name="connisteX13" fmla="*/ 300866 w 365643"/>
                <a:gd name="connsiteY13" fmla="*/ 122061 h 325825"/>
                <a:gd name="connisteX14" fmla="*/ 365636 w 365643"/>
                <a:gd name="connsiteY14" fmla="*/ 76341 h 325825"/>
                <a:gd name="connisteX15" fmla="*/ 304676 w 365643"/>
                <a:gd name="connsiteY15" fmla="*/ 11571 h 325825"/>
                <a:gd name="connisteX16" fmla="*/ 289436 w 365643"/>
                <a:gd name="connsiteY16" fmla="*/ 141 h 3258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</a:cxnLst>
              <a:rect l="l" t="t" r="r" b="b"/>
              <a:pathLst>
                <a:path w="365643" h="325826">
                  <a:moveTo>
                    <a:pt x="289437" y="141"/>
                  </a:moveTo>
                  <a:cubicBezTo>
                    <a:pt x="273562" y="-494"/>
                    <a:pt x="250702" y="2681"/>
                    <a:pt x="224667" y="7761"/>
                  </a:cubicBezTo>
                  <a:cubicBezTo>
                    <a:pt x="198632" y="12841"/>
                    <a:pt x="185932" y="16016"/>
                    <a:pt x="159897" y="26811"/>
                  </a:cubicBezTo>
                  <a:cubicBezTo>
                    <a:pt x="133862" y="37606"/>
                    <a:pt x="118622" y="41416"/>
                    <a:pt x="95127" y="61101"/>
                  </a:cubicBezTo>
                  <a:cubicBezTo>
                    <a:pt x="71632" y="80786"/>
                    <a:pt x="60202" y="99836"/>
                    <a:pt x="41787" y="125871"/>
                  </a:cubicBezTo>
                  <a:cubicBezTo>
                    <a:pt x="23372" y="151906"/>
                    <a:pt x="11307" y="164606"/>
                    <a:pt x="3687" y="190641"/>
                  </a:cubicBezTo>
                  <a:cubicBezTo>
                    <a:pt x="-3933" y="216676"/>
                    <a:pt x="2417" y="229376"/>
                    <a:pt x="3687" y="255411"/>
                  </a:cubicBezTo>
                  <a:cubicBezTo>
                    <a:pt x="4957" y="281446"/>
                    <a:pt x="-3298" y="307481"/>
                    <a:pt x="11307" y="320181"/>
                  </a:cubicBezTo>
                  <a:cubicBezTo>
                    <a:pt x="25912" y="332881"/>
                    <a:pt x="50042" y="320181"/>
                    <a:pt x="76077" y="320181"/>
                  </a:cubicBezTo>
                  <a:cubicBezTo>
                    <a:pt x="102112" y="320181"/>
                    <a:pt x="114812" y="320181"/>
                    <a:pt x="140847" y="320181"/>
                  </a:cubicBezTo>
                  <a:cubicBezTo>
                    <a:pt x="166882" y="320181"/>
                    <a:pt x="181487" y="332881"/>
                    <a:pt x="205617" y="320181"/>
                  </a:cubicBezTo>
                  <a:cubicBezTo>
                    <a:pt x="229747" y="307481"/>
                    <a:pt x="248797" y="282081"/>
                    <a:pt x="262767" y="255411"/>
                  </a:cubicBezTo>
                  <a:cubicBezTo>
                    <a:pt x="276737" y="228741"/>
                    <a:pt x="266577" y="213501"/>
                    <a:pt x="274197" y="186831"/>
                  </a:cubicBezTo>
                  <a:cubicBezTo>
                    <a:pt x="281817" y="160161"/>
                    <a:pt x="282452" y="144286"/>
                    <a:pt x="300867" y="122061"/>
                  </a:cubicBezTo>
                  <a:cubicBezTo>
                    <a:pt x="319282" y="99836"/>
                    <a:pt x="365002" y="98566"/>
                    <a:pt x="365637" y="76341"/>
                  </a:cubicBezTo>
                  <a:cubicBezTo>
                    <a:pt x="366272" y="54116"/>
                    <a:pt x="319917" y="26811"/>
                    <a:pt x="304677" y="11571"/>
                  </a:cubicBezTo>
                  <a:cubicBezTo>
                    <a:pt x="289437" y="-3669"/>
                    <a:pt x="305312" y="776"/>
                    <a:pt x="289437" y="141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13093" y="8146"/>
              <a:ext cx="412" cy="1068"/>
            </a:xfrm>
            <a:custGeom>
              <a:avLst/>
              <a:gdLst>
                <a:gd name="connisteX0" fmla="*/ 202327 w 261392"/>
                <a:gd name="connsiteY0" fmla="*/ 7620 h 678186"/>
                <a:gd name="connisteX1" fmla="*/ 137557 w 261392"/>
                <a:gd name="connsiteY1" fmla="*/ 60960 h 678186"/>
                <a:gd name="connisteX2" fmla="*/ 84217 w 261392"/>
                <a:gd name="connsiteY2" fmla="*/ 125730 h 678186"/>
                <a:gd name="connisteX3" fmla="*/ 57547 w 261392"/>
                <a:gd name="connsiteY3" fmla="*/ 190500 h 678186"/>
                <a:gd name="connisteX4" fmla="*/ 38497 w 261392"/>
                <a:gd name="connsiteY4" fmla="*/ 255270 h 678186"/>
                <a:gd name="connisteX5" fmla="*/ 11827 w 261392"/>
                <a:gd name="connsiteY5" fmla="*/ 320040 h 678186"/>
                <a:gd name="connisteX6" fmla="*/ 397 w 261392"/>
                <a:gd name="connsiteY6" fmla="*/ 384810 h 678186"/>
                <a:gd name="connisteX7" fmla="*/ 4207 w 261392"/>
                <a:gd name="connsiteY7" fmla="*/ 449580 h 678186"/>
                <a:gd name="connisteX8" fmla="*/ 15637 w 261392"/>
                <a:gd name="connsiteY8" fmla="*/ 514350 h 678186"/>
                <a:gd name="connisteX9" fmla="*/ 53737 w 261392"/>
                <a:gd name="connsiteY9" fmla="*/ 579120 h 678186"/>
                <a:gd name="connisteX10" fmla="*/ 118507 w 261392"/>
                <a:gd name="connsiteY10" fmla="*/ 613410 h 678186"/>
                <a:gd name="connisteX11" fmla="*/ 137557 w 261392"/>
                <a:gd name="connsiteY11" fmla="*/ 678180 h 678186"/>
                <a:gd name="connisteX12" fmla="*/ 198517 w 261392"/>
                <a:gd name="connsiteY12" fmla="*/ 609600 h 678186"/>
                <a:gd name="connisteX13" fmla="*/ 198517 w 261392"/>
                <a:gd name="connsiteY13" fmla="*/ 544830 h 678186"/>
                <a:gd name="connisteX14" fmla="*/ 202327 w 261392"/>
                <a:gd name="connsiteY14" fmla="*/ 480060 h 678186"/>
                <a:gd name="connisteX15" fmla="*/ 221377 w 261392"/>
                <a:gd name="connsiteY15" fmla="*/ 415290 h 678186"/>
                <a:gd name="connisteX16" fmla="*/ 236617 w 261392"/>
                <a:gd name="connsiteY16" fmla="*/ 350520 h 678186"/>
                <a:gd name="connisteX17" fmla="*/ 248047 w 261392"/>
                <a:gd name="connsiteY17" fmla="*/ 285750 h 678186"/>
                <a:gd name="connisteX18" fmla="*/ 248047 w 261392"/>
                <a:gd name="connsiteY18" fmla="*/ 220980 h 678186"/>
                <a:gd name="connisteX19" fmla="*/ 248047 w 261392"/>
                <a:gd name="connsiteY19" fmla="*/ 156210 h 678186"/>
                <a:gd name="connisteX20" fmla="*/ 259477 w 261392"/>
                <a:gd name="connsiteY20" fmla="*/ 91440 h 678186"/>
                <a:gd name="connisteX21" fmla="*/ 251857 w 261392"/>
                <a:gd name="connsiteY21" fmla="*/ 26670 h 678186"/>
                <a:gd name="connisteX22" fmla="*/ 187087 w 261392"/>
                <a:gd name="connsiteY22" fmla="*/ 3810 h 678186"/>
                <a:gd name="connisteX23" fmla="*/ 202327 w 261392"/>
                <a:gd name="connsiteY23" fmla="*/ 7620 h 6781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</a:cxnLst>
              <a:rect l="l" t="t" r="r" b="b"/>
              <a:pathLst>
                <a:path w="261393" h="678187">
                  <a:moveTo>
                    <a:pt x="202328" y="7620"/>
                  </a:moveTo>
                  <a:cubicBezTo>
                    <a:pt x="192168" y="19050"/>
                    <a:pt x="161053" y="37465"/>
                    <a:pt x="137558" y="60960"/>
                  </a:cubicBezTo>
                  <a:cubicBezTo>
                    <a:pt x="114063" y="84455"/>
                    <a:pt x="100093" y="99695"/>
                    <a:pt x="84218" y="125730"/>
                  </a:cubicBezTo>
                  <a:cubicBezTo>
                    <a:pt x="68343" y="151765"/>
                    <a:pt x="66438" y="164465"/>
                    <a:pt x="57548" y="190500"/>
                  </a:cubicBezTo>
                  <a:cubicBezTo>
                    <a:pt x="48658" y="216535"/>
                    <a:pt x="47388" y="229235"/>
                    <a:pt x="38498" y="255270"/>
                  </a:cubicBezTo>
                  <a:cubicBezTo>
                    <a:pt x="29608" y="281305"/>
                    <a:pt x="19448" y="294005"/>
                    <a:pt x="11828" y="320040"/>
                  </a:cubicBezTo>
                  <a:cubicBezTo>
                    <a:pt x="4208" y="346075"/>
                    <a:pt x="1668" y="358775"/>
                    <a:pt x="398" y="384810"/>
                  </a:cubicBezTo>
                  <a:cubicBezTo>
                    <a:pt x="-872" y="410845"/>
                    <a:pt x="1033" y="423545"/>
                    <a:pt x="4208" y="449580"/>
                  </a:cubicBezTo>
                  <a:cubicBezTo>
                    <a:pt x="7383" y="475615"/>
                    <a:pt x="5478" y="488315"/>
                    <a:pt x="15638" y="514350"/>
                  </a:cubicBezTo>
                  <a:cubicBezTo>
                    <a:pt x="25798" y="540385"/>
                    <a:pt x="33418" y="559435"/>
                    <a:pt x="53738" y="579120"/>
                  </a:cubicBezTo>
                  <a:cubicBezTo>
                    <a:pt x="74058" y="598805"/>
                    <a:pt x="101998" y="593725"/>
                    <a:pt x="118508" y="613410"/>
                  </a:cubicBezTo>
                  <a:cubicBezTo>
                    <a:pt x="135018" y="633095"/>
                    <a:pt x="121683" y="678815"/>
                    <a:pt x="137558" y="678180"/>
                  </a:cubicBezTo>
                  <a:cubicBezTo>
                    <a:pt x="153433" y="677545"/>
                    <a:pt x="186453" y="636270"/>
                    <a:pt x="198518" y="609600"/>
                  </a:cubicBezTo>
                  <a:cubicBezTo>
                    <a:pt x="210583" y="582930"/>
                    <a:pt x="197883" y="570865"/>
                    <a:pt x="198518" y="544830"/>
                  </a:cubicBezTo>
                  <a:cubicBezTo>
                    <a:pt x="199153" y="518795"/>
                    <a:pt x="197883" y="506095"/>
                    <a:pt x="202328" y="480060"/>
                  </a:cubicBezTo>
                  <a:cubicBezTo>
                    <a:pt x="206773" y="454025"/>
                    <a:pt x="214393" y="441325"/>
                    <a:pt x="221378" y="415290"/>
                  </a:cubicBezTo>
                  <a:cubicBezTo>
                    <a:pt x="228363" y="389255"/>
                    <a:pt x="231538" y="376555"/>
                    <a:pt x="236618" y="350520"/>
                  </a:cubicBezTo>
                  <a:cubicBezTo>
                    <a:pt x="241698" y="324485"/>
                    <a:pt x="245508" y="311785"/>
                    <a:pt x="248048" y="285750"/>
                  </a:cubicBezTo>
                  <a:cubicBezTo>
                    <a:pt x="250588" y="259715"/>
                    <a:pt x="248048" y="247015"/>
                    <a:pt x="248048" y="220980"/>
                  </a:cubicBezTo>
                  <a:cubicBezTo>
                    <a:pt x="248048" y="194945"/>
                    <a:pt x="245508" y="182245"/>
                    <a:pt x="248048" y="156210"/>
                  </a:cubicBezTo>
                  <a:cubicBezTo>
                    <a:pt x="250588" y="130175"/>
                    <a:pt x="258843" y="117475"/>
                    <a:pt x="259478" y="91440"/>
                  </a:cubicBezTo>
                  <a:cubicBezTo>
                    <a:pt x="260113" y="65405"/>
                    <a:pt x="266463" y="44450"/>
                    <a:pt x="251858" y="26670"/>
                  </a:cubicBezTo>
                  <a:cubicBezTo>
                    <a:pt x="237253" y="8890"/>
                    <a:pt x="197248" y="7620"/>
                    <a:pt x="187088" y="3810"/>
                  </a:cubicBezTo>
                  <a:cubicBezTo>
                    <a:pt x="176928" y="0"/>
                    <a:pt x="212488" y="-3810"/>
                    <a:pt x="202328" y="762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11192" y="5883"/>
              <a:ext cx="2052" cy="3678"/>
            </a:xfrm>
            <a:custGeom>
              <a:avLst/>
              <a:gdLst>
                <a:gd name="connisteX0" fmla="*/ 0 w 1303068"/>
                <a:gd name="connsiteY0" fmla="*/ 2335530 h 2335530"/>
                <a:gd name="connisteX1" fmla="*/ 64770 w 1303068"/>
                <a:gd name="connsiteY1" fmla="*/ 2308860 h 2335530"/>
                <a:gd name="connisteX2" fmla="*/ 129540 w 1303068"/>
                <a:gd name="connsiteY2" fmla="*/ 2240280 h 2335530"/>
                <a:gd name="connisteX3" fmla="*/ 194310 w 1303068"/>
                <a:gd name="connsiteY3" fmla="*/ 2205990 h 2335530"/>
                <a:gd name="connisteX4" fmla="*/ 259080 w 1303068"/>
                <a:gd name="connsiteY4" fmla="*/ 2171700 h 2335530"/>
                <a:gd name="connisteX5" fmla="*/ 323850 w 1303068"/>
                <a:gd name="connsiteY5" fmla="*/ 2145030 h 2335530"/>
                <a:gd name="connisteX6" fmla="*/ 388620 w 1303068"/>
                <a:gd name="connsiteY6" fmla="*/ 2095500 h 2335530"/>
                <a:gd name="connisteX7" fmla="*/ 453390 w 1303068"/>
                <a:gd name="connsiteY7" fmla="*/ 2072640 h 2335530"/>
                <a:gd name="connisteX8" fmla="*/ 518160 w 1303068"/>
                <a:gd name="connsiteY8" fmla="*/ 2053590 h 2335530"/>
                <a:gd name="connisteX9" fmla="*/ 582930 w 1303068"/>
                <a:gd name="connsiteY9" fmla="*/ 2034540 h 2335530"/>
                <a:gd name="connisteX10" fmla="*/ 647700 w 1303068"/>
                <a:gd name="connsiteY10" fmla="*/ 2019300 h 2335530"/>
                <a:gd name="connisteX11" fmla="*/ 712470 w 1303068"/>
                <a:gd name="connsiteY11" fmla="*/ 1969770 h 2335530"/>
                <a:gd name="connisteX12" fmla="*/ 758190 w 1303068"/>
                <a:gd name="connsiteY12" fmla="*/ 1905000 h 2335530"/>
                <a:gd name="connisteX13" fmla="*/ 803910 w 1303068"/>
                <a:gd name="connsiteY13" fmla="*/ 1840230 h 2335530"/>
                <a:gd name="connisteX14" fmla="*/ 864870 w 1303068"/>
                <a:gd name="connsiteY14" fmla="*/ 1775460 h 2335530"/>
                <a:gd name="connisteX15" fmla="*/ 902970 w 1303068"/>
                <a:gd name="connsiteY15" fmla="*/ 1710690 h 2335530"/>
                <a:gd name="connisteX16" fmla="*/ 929640 w 1303068"/>
                <a:gd name="connsiteY16" fmla="*/ 1645920 h 2335530"/>
                <a:gd name="connisteX17" fmla="*/ 956310 w 1303068"/>
                <a:gd name="connsiteY17" fmla="*/ 1581150 h 2335530"/>
                <a:gd name="connisteX18" fmla="*/ 971550 w 1303068"/>
                <a:gd name="connsiteY18" fmla="*/ 1516380 h 2335530"/>
                <a:gd name="connisteX19" fmla="*/ 1005840 w 1303068"/>
                <a:gd name="connsiteY19" fmla="*/ 1451610 h 2335530"/>
                <a:gd name="connisteX20" fmla="*/ 1055370 w 1303068"/>
                <a:gd name="connsiteY20" fmla="*/ 1386840 h 2335530"/>
                <a:gd name="connisteX21" fmla="*/ 1085850 w 1303068"/>
                <a:gd name="connsiteY21" fmla="*/ 1322070 h 2335530"/>
                <a:gd name="connisteX22" fmla="*/ 1131570 w 1303068"/>
                <a:gd name="connsiteY22" fmla="*/ 1257300 h 2335530"/>
                <a:gd name="connisteX23" fmla="*/ 1169670 w 1303068"/>
                <a:gd name="connsiteY23" fmla="*/ 1192530 h 2335530"/>
                <a:gd name="connisteX24" fmla="*/ 1188720 w 1303068"/>
                <a:gd name="connsiteY24" fmla="*/ 1123950 h 2335530"/>
                <a:gd name="connisteX25" fmla="*/ 1188720 w 1303068"/>
                <a:gd name="connsiteY25" fmla="*/ 1059180 h 2335530"/>
                <a:gd name="connisteX26" fmla="*/ 1200150 w 1303068"/>
                <a:gd name="connsiteY26" fmla="*/ 994410 h 2335530"/>
                <a:gd name="connisteX27" fmla="*/ 1249680 w 1303068"/>
                <a:gd name="connsiteY27" fmla="*/ 929640 h 2335530"/>
                <a:gd name="connisteX28" fmla="*/ 1291590 w 1303068"/>
                <a:gd name="connsiteY28" fmla="*/ 864870 h 2335530"/>
                <a:gd name="connisteX29" fmla="*/ 1303020 w 1303068"/>
                <a:gd name="connsiteY29" fmla="*/ 800100 h 2335530"/>
                <a:gd name="connisteX30" fmla="*/ 1295400 w 1303068"/>
                <a:gd name="connsiteY30" fmla="*/ 735330 h 2335530"/>
                <a:gd name="connisteX31" fmla="*/ 1291590 w 1303068"/>
                <a:gd name="connsiteY31" fmla="*/ 670560 h 2335530"/>
                <a:gd name="connisteX32" fmla="*/ 1226820 w 1303068"/>
                <a:gd name="connsiteY32" fmla="*/ 628650 h 2335530"/>
                <a:gd name="connisteX33" fmla="*/ 1162050 w 1303068"/>
                <a:gd name="connsiteY33" fmla="*/ 628650 h 2335530"/>
                <a:gd name="connisteX34" fmla="*/ 1097280 w 1303068"/>
                <a:gd name="connsiteY34" fmla="*/ 628650 h 2335530"/>
                <a:gd name="connisteX35" fmla="*/ 1059180 w 1303068"/>
                <a:gd name="connsiteY35" fmla="*/ 563880 h 2335530"/>
                <a:gd name="connisteX36" fmla="*/ 1120140 w 1303068"/>
                <a:gd name="connsiteY36" fmla="*/ 495300 h 2335530"/>
                <a:gd name="connisteX37" fmla="*/ 1158240 w 1303068"/>
                <a:gd name="connsiteY37" fmla="*/ 430530 h 2335530"/>
                <a:gd name="connisteX38" fmla="*/ 1173480 w 1303068"/>
                <a:gd name="connsiteY38" fmla="*/ 365760 h 2335530"/>
                <a:gd name="connisteX39" fmla="*/ 1165860 w 1303068"/>
                <a:gd name="connsiteY39" fmla="*/ 300990 h 2335530"/>
                <a:gd name="connisteX40" fmla="*/ 1101090 w 1303068"/>
                <a:gd name="connsiteY40" fmla="*/ 259080 h 2335530"/>
                <a:gd name="connisteX41" fmla="*/ 1047750 w 1303068"/>
                <a:gd name="connsiteY41" fmla="*/ 194310 h 2335530"/>
                <a:gd name="connisteX42" fmla="*/ 1005840 w 1303068"/>
                <a:gd name="connsiteY42" fmla="*/ 129540 h 2335530"/>
                <a:gd name="connisteX43" fmla="*/ 975360 w 1303068"/>
                <a:gd name="connsiteY43" fmla="*/ 64770 h 2335530"/>
                <a:gd name="connisteX44" fmla="*/ 929640 w 1303068"/>
                <a:gd name="connsiteY44" fmla="*/ 0 h 23355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</a:cxnLst>
              <a:rect l="l" t="t" r="r" b="b"/>
              <a:pathLst>
                <a:path w="1303069" h="2335530">
                  <a:moveTo>
                    <a:pt x="0" y="2335530"/>
                  </a:moveTo>
                  <a:cubicBezTo>
                    <a:pt x="11430" y="2331720"/>
                    <a:pt x="38735" y="2327910"/>
                    <a:pt x="64770" y="2308860"/>
                  </a:cubicBezTo>
                  <a:cubicBezTo>
                    <a:pt x="90805" y="2289810"/>
                    <a:pt x="103505" y="2260600"/>
                    <a:pt x="129540" y="2240280"/>
                  </a:cubicBezTo>
                  <a:cubicBezTo>
                    <a:pt x="155575" y="2219960"/>
                    <a:pt x="168275" y="2219960"/>
                    <a:pt x="194310" y="2205990"/>
                  </a:cubicBezTo>
                  <a:cubicBezTo>
                    <a:pt x="220345" y="2192020"/>
                    <a:pt x="233045" y="2183765"/>
                    <a:pt x="259080" y="2171700"/>
                  </a:cubicBezTo>
                  <a:cubicBezTo>
                    <a:pt x="285115" y="2159635"/>
                    <a:pt x="297815" y="2160270"/>
                    <a:pt x="323850" y="2145030"/>
                  </a:cubicBezTo>
                  <a:cubicBezTo>
                    <a:pt x="349885" y="2129790"/>
                    <a:pt x="362585" y="2110105"/>
                    <a:pt x="388620" y="2095500"/>
                  </a:cubicBezTo>
                  <a:cubicBezTo>
                    <a:pt x="414655" y="2080895"/>
                    <a:pt x="427355" y="2080895"/>
                    <a:pt x="453390" y="2072640"/>
                  </a:cubicBezTo>
                  <a:cubicBezTo>
                    <a:pt x="479425" y="2064385"/>
                    <a:pt x="492125" y="2061210"/>
                    <a:pt x="518160" y="2053590"/>
                  </a:cubicBezTo>
                  <a:cubicBezTo>
                    <a:pt x="544195" y="2045970"/>
                    <a:pt x="556895" y="2041525"/>
                    <a:pt x="582930" y="2034540"/>
                  </a:cubicBezTo>
                  <a:cubicBezTo>
                    <a:pt x="608965" y="2027555"/>
                    <a:pt x="621665" y="2032000"/>
                    <a:pt x="647700" y="2019300"/>
                  </a:cubicBezTo>
                  <a:cubicBezTo>
                    <a:pt x="673735" y="2006600"/>
                    <a:pt x="690245" y="1992630"/>
                    <a:pt x="712470" y="1969770"/>
                  </a:cubicBezTo>
                  <a:cubicBezTo>
                    <a:pt x="734695" y="1946910"/>
                    <a:pt x="739775" y="1931035"/>
                    <a:pt x="758190" y="1905000"/>
                  </a:cubicBezTo>
                  <a:cubicBezTo>
                    <a:pt x="776605" y="1878965"/>
                    <a:pt x="782320" y="1866265"/>
                    <a:pt x="803910" y="1840230"/>
                  </a:cubicBezTo>
                  <a:cubicBezTo>
                    <a:pt x="825500" y="1814195"/>
                    <a:pt x="845185" y="1801495"/>
                    <a:pt x="864870" y="1775460"/>
                  </a:cubicBezTo>
                  <a:cubicBezTo>
                    <a:pt x="884555" y="1749425"/>
                    <a:pt x="890270" y="1736725"/>
                    <a:pt x="902970" y="1710690"/>
                  </a:cubicBezTo>
                  <a:cubicBezTo>
                    <a:pt x="915670" y="1684655"/>
                    <a:pt x="918845" y="1671955"/>
                    <a:pt x="929640" y="1645920"/>
                  </a:cubicBezTo>
                  <a:cubicBezTo>
                    <a:pt x="940435" y="1619885"/>
                    <a:pt x="948055" y="1607185"/>
                    <a:pt x="956310" y="1581150"/>
                  </a:cubicBezTo>
                  <a:cubicBezTo>
                    <a:pt x="964565" y="1555115"/>
                    <a:pt x="961390" y="1542415"/>
                    <a:pt x="971550" y="1516380"/>
                  </a:cubicBezTo>
                  <a:cubicBezTo>
                    <a:pt x="981710" y="1490345"/>
                    <a:pt x="989330" y="1477645"/>
                    <a:pt x="1005840" y="1451610"/>
                  </a:cubicBezTo>
                  <a:cubicBezTo>
                    <a:pt x="1022350" y="1425575"/>
                    <a:pt x="1039495" y="1412875"/>
                    <a:pt x="1055370" y="1386840"/>
                  </a:cubicBezTo>
                  <a:cubicBezTo>
                    <a:pt x="1071245" y="1360805"/>
                    <a:pt x="1070610" y="1348105"/>
                    <a:pt x="1085850" y="1322070"/>
                  </a:cubicBezTo>
                  <a:cubicBezTo>
                    <a:pt x="1101090" y="1296035"/>
                    <a:pt x="1115060" y="1283335"/>
                    <a:pt x="1131570" y="1257300"/>
                  </a:cubicBezTo>
                  <a:cubicBezTo>
                    <a:pt x="1148080" y="1231265"/>
                    <a:pt x="1158240" y="1219200"/>
                    <a:pt x="1169670" y="1192530"/>
                  </a:cubicBezTo>
                  <a:cubicBezTo>
                    <a:pt x="1181100" y="1165860"/>
                    <a:pt x="1184910" y="1150620"/>
                    <a:pt x="1188720" y="1123950"/>
                  </a:cubicBezTo>
                  <a:cubicBezTo>
                    <a:pt x="1192530" y="1097280"/>
                    <a:pt x="1186180" y="1085215"/>
                    <a:pt x="1188720" y="1059180"/>
                  </a:cubicBezTo>
                  <a:cubicBezTo>
                    <a:pt x="1191260" y="1033145"/>
                    <a:pt x="1188085" y="1020445"/>
                    <a:pt x="1200150" y="994410"/>
                  </a:cubicBezTo>
                  <a:cubicBezTo>
                    <a:pt x="1212215" y="968375"/>
                    <a:pt x="1231265" y="955675"/>
                    <a:pt x="1249680" y="929640"/>
                  </a:cubicBezTo>
                  <a:cubicBezTo>
                    <a:pt x="1268095" y="903605"/>
                    <a:pt x="1280795" y="890905"/>
                    <a:pt x="1291590" y="864870"/>
                  </a:cubicBezTo>
                  <a:cubicBezTo>
                    <a:pt x="1302385" y="838835"/>
                    <a:pt x="1302385" y="826135"/>
                    <a:pt x="1303020" y="800100"/>
                  </a:cubicBezTo>
                  <a:cubicBezTo>
                    <a:pt x="1303655" y="774065"/>
                    <a:pt x="1297940" y="761365"/>
                    <a:pt x="1295400" y="735330"/>
                  </a:cubicBezTo>
                  <a:cubicBezTo>
                    <a:pt x="1292860" y="709295"/>
                    <a:pt x="1305560" y="692150"/>
                    <a:pt x="1291590" y="670560"/>
                  </a:cubicBezTo>
                  <a:cubicBezTo>
                    <a:pt x="1277620" y="648970"/>
                    <a:pt x="1252855" y="636905"/>
                    <a:pt x="1226820" y="628650"/>
                  </a:cubicBezTo>
                  <a:cubicBezTo>
                    <a:pt x="1200785" y="620395"/>
                    <a:pt x="1188085" y="628650"/>
                    <a:pt x="1162050" y="628650"/>
                  </a:cubicBezTo>
                  <a:cubicBezTo>
                    <a:pt x="1136015" y="628650"/>
                    <a:pt x="1117600" y="641350"/>
                    <a:pt x="1097280" y="628650"/>
                  </a:cubicBezTo>
                  <a:cubicBezTo>
                    <a:pt x="1076960" y="615950"/>
                    <a:pt x="1054735" y="590550"/>
                    <a:pt x="1059180" y="563880"/>
                  </a:cubicBezTo>
                  <a:cubicBezTo>
                    <a:pt x="1063625" y="537210"/>
                    <a:pt x="1100455" y="521970"/>
                    <a:pt x="1120140" y="495300"/>
                  </a:cubicBezTo>
                  <a:cubicBezTo>
                    <a:pt x="1139825" y="468630"/>
                    <a:pt x="1147445" y="456565"/>
                    <a:pt x="1158240" y="430530"/>
                  </a:cubicBezTo>
                  <a:cubicBezTo>
                    <a:pt x="1169035" y="404495"/>
                    <a:pt x="1172210" y="391795"/>
                    <a:pt x="1173480" y="365760"/>
                  </a:cubicBezTo>
                  <a:cubicBezTo>
                    <a:pt x="1174750" y="339725"/>
                    <a:pt x="1180465" y="322580"/>
                    <a:pt x="1165860" y="300990"/>
                  </a:cubicBezTo>
                  <a:cubicBezTo>
                    <a:pt x="1151255" y="279400"/>
                    <a:pt x="1124585" y="280670"/>
                    <a:pt x="1101090" y="259080"/>
                  </a:cubicBezTo>
                  <a:cubicBezTo>
                    <a:pt x="1077595" y="237490"/>
                    <a:pt x="1066800" y="220345"/>
                    <a:pt x="1047750" y="194310"/>
                  </a:cubicBezTo>
                  <a:cubicBezTo>
                    <a:pt x="1028700" y="168275"/>
                    <a:pt x="1020445" y="155575"/>
                    <a:pt x="1005840" y="129540"/>
                  </a:cubicBezTo>
                  <a:cubicBezTo>
                    <a:pt x="991235" y="103505"/>
                    <a:pt x="990600" y="90805"/>
                    <a:pt x="975360" y="64770"/>
                  </a:cubicBezTo>
                  <a:cubicBezTo>
                    <a:pt x="960120" y="38735"/>
                    <a:pt x="937895" y="11430"/>
                    <a:pt x="92964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11746" y="2928"/>
              <a:ext cx="2404" cy="2958"/>
            </a:xfrm>
            <a:custGeom>
              <a:avLst/>
              <a:gdLst>
                <a:gd name="connisteX0" fmla="*/ 581375 w 1526255"/>
                <a:gd name="connsiteY0" fmla="*/ 1878330 h 1878330"/>
                <a:gd name="connisteX1" fmla="*/ 516605 w 1526255"/>
                <a:gd name="connsiteY1" fmla="*/ 1840230 h 1878330"/>
                <a:gd name="connisteX2" fmla="*/ 451835 w 1526255"/>
                <a:gd name="connsiteY2" fmla="*/ 1798320 h 1878330"/>
                <a:gd name="connisteX3" fmla="*/ 387065 w 1526255"/>
                <a:gd name="connsiteY3" fmla="*/ 1748790 h 1878330"/>
                <a:gd name="connisteX4" fmla="*/ 352775 w 1526255"/>
                <a:gd name="connsiteY4" fmla="*/ 1684020 h 1878330"/>
                <a:gd name="connisteX5" fmla="*/ 360395 w 1526255"/>
                <a:gd name="connsiteY5" fmla="*/ 1619250 h 1878330"/>
                <a:gd name="connisteX6" fmla="*/ 425165 w 1526255"/>
                <a:gd name="connsiteY6" fmla="*/ 1558290 h 1878330"/>
                <a:gd name="connisteX7" fmla="*/ 486125 w 1526255"/>
                <a:gd name="connsiteY7" fmla="*/ 1493520 h 1878330"/>
                <a:gd name="connisteX8" fmla="*/ 550895 w 1526255"/>
                <a:gd name="connsiteY8" fmla="*/ 1432560 h 1878330"/>
                <a:gd name="connisteX9" fmla="*/ 604235 w 1526255"/>
                <a:gd name="connsiteY9" fmla="*/ 1367790 h 1878330"/>
                <a:gd name="connisteX10" fmla="*/ 669005 w 1526255"/>
                <a:gd name="connsiteY10" fmla="*/ 1310640 h 1878330"/>
                <a:gd name="connisteX11" fmla="*/ 733775 w 1526255"/>
                <a:gd name="connsiteY11" fmla="*/ 1264920 h 1878330"/>
                <a:gd name="connisteX12" fmla="*/ 790925 w 1526255"/>
                <a:gd name="connsiteY12" fmla="*/ 1200150 h 1878330"/>
                <a:gd name="connisteX13" fmla="*/ 722345 w 1526255"/>
                <a:gd name="connsiteY13" fmla="*/ 1143000 h 1878330"/>
                <a:gd name="connisteX14" fmla="*/ 657575 w 1526255"/>
                <a:gd name="connsiteY14" fmla="*/ 1135380 h 1878330"/>
                <a:gd name="connisteX15" fmla="*/ 592805 w 1526255"/>
                <a:gd name="connsiteY15" fmla="*/ 1131570 h 1878330"/>
                <a:gd name="connisteX16" fmla="*/ 528035 w 1526255"/>
                <a:gd name="connsiteY16" fmla="*/ 1139190 h 1878330"/>
                <a:gd name="connisteX17" fmla="*/ 463265 w 1526255"/>
                <a:gd name="connsiteY17" fmla="*/ 1154430 h 1878330"/>
                <a:gd name="connisteX18" fmla="*/ 398495 w 1526255"/>
                <a:gd name="connsiteY18" fmla="*/ 1181100 h 1878330"/>
                <a:gd name="connisteX19" fmla="*/ 360395 w 1526255"/>
                <a:gd name="connsiteY19" fmla="*/ 1245870 h 1878330"/>
                <a:gd name="connisteX20" fmla="*/ 295625 w 1526255"/>
                <a:gd name="connsiteY20" fmla="*/ 1287780 h 1878330"/>
                <a:gd name="connisteX21" fmla="*/ 242285 w 1526255"/>
                <a:gd name="connsiteY21" fmla="*/ 1223010 h 1878330"/>
                <a:gd name="connisteX22" fmla="*/ 257525 w 1526255"/>
                <a:gd name="connsiteY22" fmla="*/ 1158240 h 1878330"/>
                <a:gd name="connisteX23" fmla="*/ 192755 w 1526255"/>
                <a:gd name="connsiteY23" fmla="*/ 1135380 h 1878330"/>
                <a:gd name="connisteX24" fmla="*/ 127985 w 1526255"/>
                <a:gd name="connsiteY24" fmla="*/ 1139190 h 1878330"/>
                <a:gd name="connisteX25" fmla="*/ 63215 w 1526255"/>
                <a:gd name="connsiteY25" fmla="*/ 1123950 h 1878330"/>
                <a:gd name="connisteX26" fmla="*/ 2255 w 1526255"/>
                <a:gd name="connsiteY26" fmla="*/ 1059180 h 1878330"/>
                <a:gd name="connisteX27" fmla="*/ 25115 w 1526255"/>
                <a:gd name="connsiteY27" fmla="*/ 994410 h 1878330"/>
                <a:gd name="connisteX28" fmla="*/ 89885 w 1526255"/>
                <a:gd name="connsiteY28" fmla="*/ 967740 h 1878330"/>
                <a:gd name="connisteX29" fmla="*/ 154655 w 1526255"/>
                <a:gd name="connsiteY29" fmla="*/ 944880 h 1878330"/>
                <a:gd name="connisteX30" fmla="*/ 219425 w 1526255"/>
                <a:gd name="connsiteY30" fmla="*/ 899160 h 1878330"/>
                <a:gd name="connisteX31" fmla="*/ 272765 w 1526255"/>
                <a:gd name="connsiteY31" fmla="*/ 834390 h 1878330"/>
                <a:gd name="connisteX32" fmla="*/ 310865 w 1526255"/>
                <a:gd name="connsiteY32" fmla="*/ 765810 h 1878330"/>
                <a:gd name="connisteX33" fmla="*/ 333725 w 1526255"/>
                <a:gd name="connsiteY33" fmla="*/ 701040 h 1878330"/>
                <a:gd name="connisteX34" fmla="*/ 371825 w 1526255"/>
                <a:gd name="connsiteY34" fmla="*/ 636270 h 1878330"/>
                <a:gd name="connisteX35" fmla="*/ 436595 w 1526255"/>
                <a:gd name="connsiteY35" fmla="*/ 605790 h 1878330"/>
                <a:gd name="connisteX36" fmla="*/ 501365 w 1526255"/>
                <a:gd name="connsiteY36" fmla="*/ 590550 h 1878330"/>
                <a:gd name="connisteX37" fmla="*/ 566135 w 1526255"/>
                <a:gd name="connsiteY37" fmla="*/ 640080 h 1878330"/>
                <a:gd name="connisteX38" fmla="*/ 550895 w 1526255"/>
                <a:gd name="connsiteY38" fmla="*/ 704850 h 1878330"/>
                <a:gd name="connisteX39" fmla="*/ 516605 w 1526255"/>
                <a:gd name="connsiteY39" fmla="*/ 769620 h 1878330"/>
                <a:gd name="connisteX40" fmla="*/ 493745 w 1526255"/>
                <a:gd name="connsiteY40" fmla="*/ 834390 h 1878330"/>
                <a:gd name="connisteX41" fmla="*/ 489935 w 1526255"/>
                <a:gd name="connsiteY41" fmla="*/ 899160 h 1878330"/>
                <a:gd name="connisteX42" fmla="*/ 554705 w 1526255"/>
                <a:gd name="connsiteY42" fmla="*/ 929640 h 1878330"/>
                <a:gd name="connisteX43" fmla="*/ 611855 w 1526255"/>
                <a:gd name="connsiteY43" fmla="*/ 864870 h 1878330"/>
                <a:gd name="connisteX44" fmla="*/ 653765 w 1526255"/>
                <a:gd name="connsiteY44" fmla="*/ 800100 h 1878330"/>
                <a:gd name="connisteX45" fmla="*/ 718535 w 1526255"/>
                <a:gd name="connsiteY45" fmla="*/ 746760 h 1878330"/>
                <a:gd name="connisteX46" fmla="*/ 783305 w 1526255"/>
                <a:gd name="connsiteY46" fmla="*/ 712470 h 1878330"/>
                <a:gd name="connisteX47" fmla="*/ 848075 w 1526255"/>
                <a:gd name="connsiteY47" fmla="*/ 674370 h 1878330"/>
                <a:gd name="connisteX48" fmla="*/ 912845 w 1526255"/>
                <a:gd name="connsiteY48" fmla="*/ 643890 h 1878330"/>
                <a:gd name="connisteX49" fmla="*/ 977615 w 1526255"/>
                <a:gd name="connsiteY49" fmla="*/ 598170 h 1878330"/>
                <a:gd name="connisteX50" fmla="*/ 1042385 w 1526255"/>
                <a:gd name="connsiteY50" fmla="*/ 544830 h 1878330"/>
                <a:gd name="connisteX51" fmla="*/ 1072865 w 1526255"/>
                <a:gd name="connsiteY51" fmla="*/ 480060 h 1878330"/>
                <a:gd name="connisteX52" fmla="*/ 1076675 w 1526255"/>
                <a:gd name="connsiteY52" fmla="*/ 415290 h 1878330"/>
                <a:gd name="connisteX53" fmla="*/ 1076675 w 1526255"/>
                <a:gd name="connsiteY53" fmla="*/ 350520 h 1878330"/>
                <a:gd name="connisteX54" fmla="*/ 1141445 w 1526255"/>
                <a:gd name="connsiteY54" fmla="*/ 297180 h 1878330"/>
                <a:gd name="connisteX55" fmla="*/ 1206215 w 1526255"/>
                <a:gd name="connsiteY55" fmla="*/ 297180 h 1878330"/>
                <a:gd name="connisteX56" fmla="*/ 1270985 w 1526255"/>
                <a:gd name="connsiteY56" fmla="*/ 297180 h 1878330"/>
                <a:gd name="connisteX57" fmla="*/ 1331945 w 1526255"/>
                <a:gd name="connsiteY57" fmla="*/ 232410 h 1878330"/>
                <a:gd name="connisteX58" fmla="*/ 1331945 w 1526255"/>
                <a:gd name="connsiteY58" fmla="*/ 167640 h 1878330"/>
                <a:gd name="connisteX59" fmla="*/ 1396715 w 1526255"/>
                <a:gd name="connsiteY59" fmla="*/ 110490 h 1878330"/>
                <a:gd name="connisteX60" fmla="*/ 1461485 w 1526255"/>
                <a:gd name="connsiteY60" fmla="*/ 53340 h 1878330"/>
                <a:gd name="connisteX61" fmla="*/ 1526255 w 1526255"/>
                <a:gd name="connsiteY61" fmla="*/ 0 h 18783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</a:cxnLst>
              <a:rect l="l" t="t" r="r" b="b"/>
              <a:pathLst>
                <a:path w="1526256" h="1878330">
                  <a:moveTo>
                    <a:pt x="581376" y="1878330"/>
                  </a:moveTo>
                  <a:cubicBezTo>
                    <a:pt x="569946" y="1871345"/>
                    <a:pt x="542641" y="1856105"/>
                    <a:pt x="516606" y="1840230"/>
                  </a:cubicBezTo>
                  <a:cubicBezTo>
                    <a:pt x="490571" y="1824355"/>
                    <a:pt x="477871" y="1816735"/>
                    <a:pt x="451836" y="1798320"/>
                  </a:cubicBezTo>
                  <a:cubicBezTo>
                    <a:pt x="425801" y="1779905"/>
                    <a:pt x="406751" y="1771650"/>
                    <a:pt x="387066" y="1748790"/>
                  </a:cubicBezTo>
                  <a:cubicBezTo>
                    <a:pt x="367381" y="1725930"/>
                    <a:pt x="357856" y="1710055"/>
                    <a:pt x="352776" y="1684020"/>
                  </a:cubicBezTo>
                  <a:cubicBezTo>
                    <a:pt x="347696" y="1657985"/>
                    <a:pt x="345791" y="1644650"/>
                    <a:pt x="360396" y="1619250"/>
                  </a:cubicBezTo>
                  <a:cubicBezTo>
                    <a:pt x="375001" y="1593850"/>
                    <a:pt x="399766" y="1583690"/>
                    <a:pt x="425166" y="1558290"/>
                  </a:cubicBezTo>
                  <a:cubicBezTo>
                    <a:pt x="450566" y="1532890"/>
                    <a:pt x="460726" y="1518920"/>
                    <a:pt x="486126" y="1493520"/>
                  </a:cubicBezTo>
                  <a:cubicBezTo>
                    <a:pt x="511526" y="1468120"/>
                    <a:pt x="527401" y="1457960"/>
                    <a:pt x="550896" y="1432560"/>
                  </a:cubicBezTo>
                  <a:cubicBezTo>
                    <a:pt x="574391" y="1407160"/>
                    <a:pt x="580741" y="1391920"/>
                    <a:pt x="604236" y="1367790"/>
                  </a:cubicBezTo>
                  <a:cubicBezTo>
                    <a:pt x="627731" y="1343660"/>
                    <a:pt x="642971" y="1330960"/>
                    <a:pt x="669006" y="1310640"/>
                  </a:cubicBezTo>
                  <a:cubicBezTo>
                    <a:pt x="695041" y="1290320"/>
                    <a:pt x="709646" y="1287145"/>
                    <a:pt x="733776" y="1264920"/>
                  </a:cubicBezTo>
                  <a:cubicBezTo>
                    <a:pt x="757906" y="1242695"/>
                    <a:pt x="793466" y="1224280"/>
                    <a:pt x="790926" y="1200150"/>
                  </a:cubicBezTo>
                  <a:cubicBezTo>
                    <a:pt x="788386" y="1176020"/>
                    <a:pt x="749016" y="1155700"/>
                    <a:pt x="722346" y="1143000"/>
                  </a:cubicBezTo>
                  <a:cubicBezTo>
                    <a:pt x="695676" y="1130300"/>
                    <a:pt x="683611" y="1137920"/>
                    <a:pt x="657576" y="1135380"/>
                  </a:cubicBezTo>
                  <a:cubicBezTo>
                    <a:pt x="631541" y="1132840"/>
                    <a:pt x="618841" y="1130935"/>
                    <a:pt x="592806" y="1131570"/>
                  </a:cubicBezTo>
                  <a:cubicBezTo>
                    <a:pt x="566771" y="1132205"/>
                    <a:pt x="554071" y="1134745"/>
                    <a:pt x="528036" y="1139190"/>
                  </a:cubicBezTo>
                  <a:cubicBezTo>
                    <a:pt x="502001" y="1143635"/>
                    <a:pt x="489301" y="1146175"/>
                    <a:pt x="463266" y="1154430"/>
                  </a:cubicBezTo>
                  <a:cubicBezTo>
                    <a:pt x="437231" y="1162685"/>
                    <a:pt x="418816" y="1162685"/>
                    <a:pt x="398496" y="1181100"/>
                  </a:cubicBezTo>
                  <a:cubicBezTo>
                    <a:pt x="378176" y="1199515"/>
                    <a:pt x="380716" y="1224280"/>
                    <a:pt x="360396" y="1245870"/>
                  </a:cubicBezTo>
                  <a:cubicBezTo>
                    <a:pt x="340076" y="1267460"/>
                    <a:pt x="319121" y="1292225"/>
                    <a:pt x="295626" y="1287780"/>
                  </a:cubicBezTo>
                  <a:cubicBezTo>
                    <a:pt x="272131" y="1283335"/>
                    <a:pt x="249906" y="1249045"/>
                    <a:pt x="242286" y="1223010"/>
                  </a:cubicBezTo>
                  <a:cubicBezTo>
                    <a:pt x="234666" y="1196975"/>
                    <a:pt x="267686" y="1176020"/>
                    <a:pt x="257526" y="1158240"/>
                  </a:cubicBezTo>
                  <a:cubicBezTo>
                    <a:pt x="247366" y="1140460"/>
                    <a:pt x="218791" y="1139190"/>
                    <a:pt x="192756" y="1135380"/>
                  </a:cubicBezTo>
                  <a:cubicBezTo>
                    <a:pt x="166721" y="1131570"/>
                    <a:pt x="154021" y="1141730"/>
                    <a:pt x="127986" y="1139190"/>
                  </a:cubicBezTo>
                  <a:cubicBezTo>
                    <a:pt x="101951" y="1136650"/>
                    <a:pt x="88616" y="1139825"/>
                    <a:pt x="63216" y="1123950"/>
                  </a:cubicBezTo>
                  <a:cubicBezTo>
                    <a:pt x="37816" y="1108075"/>
                    <a:pt x="9876" y="1085215"/>
                    <a:pt x="2256" y="1059180"/>
                  </a:cubicBezTo>
                  <a:cubicBezTo>
                    <a:pt x="-5364" y="1033145"/>
                    <a:pt x="7336" y="1012825"/>
                    <a:pt x="25116" y="994410"/>
                  </a:cubicBezTo>
                  <a:cubicBezTo>
                    <a:pt x="42896" y="975995"/>
                    <a:pt x="63851" y="977900"/>
                    <a:pt x="89886" y="967740"/>
                  </a:cubicBezTo>
                  <a:cubicBezTo>
                    <a:pt x="115921" y="957580"/>
                    <a:pt x="128621" y="958850"/>
                    <a:pt x="154656" y="944880"/>
                  </a:cubicBezTo>
                  <a:cubicBezTo>
                    <a:pt x="180691" y="930910"/>
                    <a:pt x="195931" y="921385"/>
                    <a:pt x="219426" y="899160"/>
                  </a:cubicBezTo>
                  <a:cubicBezTo>
                    <a:pt x="242921" y="876935"/>
                    <a:pt x="254351" y="861060"/>
                    <a:pt x="272766" y="834390"/>
                  </a:cubicBezTo>
                  <a:cubicBezTo>
                    <a:pt x="291181" y="807720"/>
                    <a:pt x="298801" y="792480"/>
                    <a:pt x="310866" y="765810"/>
                  </a:cubicBezTo>
                  <a:cubicBezTo>
                    <a:pt x="322931" y="739140"/>
                    <a:pt x="321661" y="727075"/>
                    <a:pt x="333726" y="701040"/>
                  </a:cubicBezTo>
                  <a:cubicBezTo>
                    <a:pt x="345791" y="675005"/>
                    <a:pt x="351506" y="655320"/>
                    <a:pt x="371826" y="636270"/>
                  </a:cubicBezTo>
                  <a:cubicBezTo>
                    <a:pt x="392146" y="617220"/>
                    <a:pt x="410561" y="614680"/>
                    <a:pt x="436596" y="605790"/>
                  </a:cubicBezTo>
                  <a:cubicBezTo>
                    <a:pt x="462631" y="596900"/>
                    <a:pt x="475331" y="583565"/>
                    <a:pt x="501366" y="590550"/>
                  </a:cubicBezTo>
                  <a:cubicBezTo>
                    <a:pt x="527401" y="597535"/>
                    <a:pt x="555976" y="617220"/>
                    <a:pt x="566136" y="640080"/>
                  </a:cubicBezTo>
                  <a:cubicBezTo>
                    <a:pt x="576296" y="662940"/>
                    <a:pt x="561056" y="678815"/>
                    <a:pt x="550896" y="704850"/>
                  </a:cubicBezTo>
                  <a:cubicBezTo>
                    <a:pt x="540736" y="730885"/>
                    <a:pt x="528036" y="743585"/>
                    <a:pt x="516606" y="769620"/>
                  </a:cubicBezTo>
                  <a:cubicBezTo>
                    <a:pt x="505176" y="795655"/>
                    <a:pt x="498826" y="808355"/>
                    <a:pt x="493746" y="834390"/>
                  </a:cubicBezTo>
                  <a:cubicBezTo>
                    <a:pt x="488666" y="860425"/>
                    <a:pt x="477871" y="880110"/>
                    <a:pt x="489936" y="899160"/>
                  </a:cubicBezTo>
                  <a:cubicBezTo>
                    <a:pt x="502001" y="918210"/>
                    <a:pt x="530576" y="936625"/>
                    <a:pt x="554706" y="929640"/>
                  </a:cubicBezTo>
                  <a:cubicBezTo>
                    <a:pt x="578836" y="922655"/>
                    <a:pt x="592171" y="890905"/>
                    <a:pt x="611856" y="864870"/>
                  </a:cubicBezTo>
                  <a:cubicBezTo>
                    <a:pt x="631541" y="838835"/>
                    <a:pt x="632176" y="823595"/>
                    <a:pt x="653766" y="800100"/>
                  </a:cubicBezTo>
                  <a:cubicBezTo>
                    <a:pt x="675356" y="776605"/>
                    <a:pt x="692501" y="764540"/>
                    <a:pt x="718536" y="746760"/>
                  </a:cubicBezTo>
                  <a:cubicBezTo>
                    <a:pt x="744571" y="728980"/>
                    <a:pt x="757271" y="727075"/>
                    <a:pt x="783306" y="712470"/>
                  </a:cubicBezTo>
                  <a:cubicBezTo>
                    <a:pt x="809341" y="697865"/>
                    <a:pt x="822041" y="688340"/>
                    <a:pt x="848076" y="674370"/>
                  </a:cubicBezTo>
                  <a:cubicBezTo>
                    <a:pt x="874111" y="660400"/>
                    <a:pt x="886811" y="659130"/>
                    <a:pt x="912846" y="643890"/>
                  </a:cubicBezTo>
                  <a:cubicBezTo>
                    <a:pt x="938881" y="628650"/>
                    <a:pt x="951581" y="617855"/>
                    <a:pt x="977616" y="598170"/>
                  </a:cubicBezTo>
                  <a:cubicBezTo>
                    <a:pt x="1003651" y="578485"/>
                    <a:pt x="1023336" y="568325"/>
                    <a:pt x="1042386" y="544830"/>
                  </a:cubicBezTo>
                  <a:cubicBezTo>
                    <a:pt x="1061436" y="521335"/>
                    <a:pt x="1065881" y="506095"/>
                    <a:pt x="1072866" y="480060"/>
                  </a:cubicBezTo>
                  <a:cubicBezTo>
                    <a:pt x="1079851" y="454025"/>
                    <a:pt x="1076041" y="441325"/>
                    <a:pt x="1076676" y="415290"/>
                  </a:cubicBezTo>
                  <a:cubicBezTo>
                    <a:pt x="1077311" y="389255"/>
                    <a:pt x="1063976" y="374015"/>
                    <a:pt x="1076676" y="350520"/>
                  </a:cubicBezTo>
                  <a:cubicBezTo>
                    <a:pt x="1089376" y="327025"/>
                    <a:pt x="1115411" y="307975"/>
                    <a:pt x="1141446" y="297180"/>
                  </a:cubicBezTo>
                  <a:cubicBezTo>
                    <a:pt x="1167481" y="286385"/>
                    <a:pt x="1180181" y="297180"/>
                    <a:pt x="1206216" y="297180"/>
                  </a:cubicBezTo>
                  <a:cubicBezTo>
                    <a:pt x="1232251" y="297180"/>
                    <a:pt x="1245586" y="309880"/>
                    <a:pt x="1270986" y="297180"/>
                  </a:cubicBezTo>
                  <a:cubicBezTo>
                    <a:pt x="1296386" y="284480"/>
                    <a:pt x="1319881" y="258445"/>
                    <a:pt x="1331946" y="232410"/>
                  </a:cubicBezTo>
                  <a:cubicBezTo>
                    <a:pt x="1344011" y="206375"/>
                    <a:pt x="1319246" y="191770"/>
                    <a:pt x="1331946" y="167640"/>
                  </a:cubicBezTo>
                  <a:cubicBezTo>
                    <a:pt x="1344646" y="143510"/>
                    <a:pt x="1370681" y="133350"/>
                    <a:pt x="1396716" y="110490"/>
                  </a:cubicBezTo>
                  <a:cubicBezTo>
                    <a:pt x="1422751" y="87630"/>
                    <a:pt x="1435451" y="75565"/>
                    <a:pt x="1461486" y="53340"/>
                  </a:cubicBezTo>
                  <a:cubicBezTo>
                    <a:pt x="1487521" y="31115"/>
                    <a:pt x="1514826" y="9525"/>
                    <a:pt x="1526256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11552" y="395"/>
              <a:ext cx="2892" cy="2529"/>
            </a:xfrm>
            <a:custGeom>
              <a:avLst/>
              <a:gdLst>
                <a:gd name="connisteX0" fmla="*/ 0 w 1836451"/>
                <a:gd name="connsiteY0" fmla="*/ 47695 h 1605985"/>
                <a:gd name="connisteX1" fmla="*/ 64770 w 1836451"/>
                <a:gd name="connsiteY1" fmla="*/ 28645 h 1605985"/>
                <a:gd name="connisteX2" fmla="*/ 133350 w 1836451"/>
                <a:gd name="connsiteY2" fmla="*/ 21025 h 1605985"/>
                <a:gd name="connisteX3" fmla="*/ 198120 w 1836451"/>
                <a:gd name="connsiteY3" fmla="*/ 9595 h 1605985"/>
                <a:gd name="connisteX4" fmla="*/ 262890 w 1836451"/>
                <a:gd name="connsiteY4" fmla="*/ 1975 h 1605985"/>
                <a:gd name="connisteX5" fmla="*/ 327660 w 1836451"/>
                <a:gd name="connsiteY5" fmla="*/ 1975 h 1605985"/>
                <a:gd name="connisteX6" fmla="*/ 392430 w 1836451"/>
                <a:gd name="connsiteY6" fmla="*/ 1975 h 1605985"/>
                <a:gd name="connisteX7" fmla="*/ 457200 w 1836451"/>
                <a:gd name="connsiteY7" fmla="*/ 24835 h 1605985"/>
                <a:gd name="connisteX8" fmla="*/ 521970 w 1836451"/>
                <a:gd name="connsiteY8" fmla="*/ 55315 h 1605985"/>
                <a:gd name="connisteX9" fmla="*/ 582930 w 1836451"/>
                <a:gd name="connsiteY9" fmla="*/ 120085 h 1605985"/>
                <a:gd name="connisteX10" fmla="*/ 636270 w 1836451"/>
                <a:gd name="connsiteY10" fmla="*/ 184855 h 1605985"/>
                <a:gd name="connisteX11" fmla="*/ 701040 w 1836451"/>
                <a:gd name="connsiteY11" fmla="*/ 245815 h 1605985"/>
                <a:gd name="connisteX12" fmla="*/ 765810 w 1836451"/>
                <a:gd name="connsiteY12" fmla="*/ 306775 h 1605985"/>
                <a:gd name="connisteX13" fmla="*/ 815340 w 1836451"/>
                <a:gd name="connsiteY13" fmla="*/ 371545 h 1605985"/>
                <a:gd name="connisteX14" fmla="*/ 872490 w 1836451"/>
                <a:gd name="connsiteY14" fmla="*/ 436315 h 1605985"/>
                <a:gd name="connisteX15" fmla="*/ 937260 w 1836451"/>
                <a:gd name="connsiteY15" fmla="*/ 478225 h 1605985"/>
                <a:gd name="connisteX16" fmla="*/ 1005840 w 1836451"/>
                <a:gd name="connsiteY16" fmla="*/ 501085 h 1605985"/>
                <a:gd name="connisteX17" fmla="*/ 1070610 w 1836451"/>
                <a:gd name="connsiteY17" fmla="*/ 497275 h 1605985"/>
                <a:gd name="connisteX18" fmla="*/ 1135380 w 1836451"/>
                <a:gd name="connsiteY18" fmla="*/ 504895 h 1605985"/>
                <a:gd name="connisteX19" fmla="*/ 1200150 w 1836451"/>
                <a:gd name="connsiteY19" fmla="*/ 539185 h 1605985"/>
                <a:gd name="connisteX20" fmla="*/ 1249680 w 1836451"/>
                <a:gd name="connsiteY20" fmla="*/ 603955 h 1605985"/>
                <a:gd name="connisteX21" fmla="*/ 1314450 w 1836451"/>
                <a:gd name="connsiteY21" fmla="*/ 653485 h 1605985"/>
                <a:gd name="connisteX22" fmla="*/ 1379220 w 1836451"/>
                <a:gd name="connsiteY22" fmla="*/ 683965 h 1605985"/>
                <a:gd name="connisteX23" fmla="*/ 1443990 w 1836451"/>
                <a:gd name="connsiteY23" fmla="*/ 706825 h 1605985"/>
                <a:gd name="connisteX24" fmla="*/ 1508760 w 1836451"/>
                <a:gd name="connsiteY24" fmla="*/ 710635 h 1605985"/>
                <a:gd name="connisteX25" fmla="*/ 1573530 w 1836451"/>
                <a:gd name="connsiteY25" fmla="*/ 683965 h 1605985"/>
                <a:gd name="connisteX26" fmla="*/ 1611630 w 1836451"/>
                <a:gd name="connsiteY26" fmla="*/ 619195 h 1605985"/>
                <a:gd name="connisteX27" fmla="*/ 1634490 w 1836451"/>
                <a:gd name="connsiteY27" fmla="*/ 554425 h 1605985"/>
                <a:gd name="connisteX28" fmla="*/ 1699260 w 1836451"/>
                <a:gd name="connsiteY28" fmla="*/ 497275 h 1605985"/>
                <a:gd name="connisteX29" fmla="*/ 1764030 w 1836451"/>
                <a:gd name="connsiteY29" fmla="*/ 466795 h 1605985"/>
                <a:gd name="connisteX30" fmla="*/ 1828800 w 1836451"/>
                <a:gd name="connsiteY30" fmla="*/ 440125 h 1605985"/>
                <a:gd name="connisteX31" fmla="*/ 1821180 w 1836451"/>
                <a:gd name="connsiteY31" fmla="*/ 504895 h 1605985"/>
                <a:gd name="connisteX32" fmla="*/ 1813560 w 1836451"/>
                <a:gd name="connsiteY32" fmla="*/ 569665 h 1605985"/>
                <a:gd name="connisteX33" fmla="*/ 1817370 w 1836451"/>
                <a:gd name="connsiteY33" fmla="*/ 634435 h 1605985"/>
                <a:gd name="connisteX34" fmla="*/ 1821180 w 1836451"/>
                <a:gd name="connsiteY34" fmla="*/ 699205 h 1605985"/>
                <a:gd name="connisteX35" fmla="*/ 1828800 w 1836451"/>
                <a:gd name="connsiteY35" fmla="*/ 763975 h 1605985"/>
                <a:gd name="connisteX36" fmla="*/ 1824990 w 1836451"/>
                <a:gd name="connsiteY36" fmla="*/ 832555 h 1605985"/>
                <a:gd name="connisteX37" fmla="*/ 1832610 w 1836451"/>
                <a:gd name="connsiteY37" fmla="*/ 897325 h 1605985"/>
                <a:gd name="connisteX38" fmla="*/ 1836420 w 1836451"/>
                <a:gd name="connsiteY38" fmla="*/ 962095 h 1605985"/>
                <a:gd name="connisteX39" fmla="*/ 1832610 w 1836451"/>
                <a:gd name="connsiteY39" fmla="*/ 1026865 h 1605985"/>
                <a:gd name="connisteX40" fmla="*/ 1813560 w 1836451"/>
                <a:gd name="connsiteY40" fmla="*/ 1091635 h 1605985"/>
                <a:gd name="connisteX41" fmla="*/ 1748790 w 1836451"/>
                <a:gd name="connsiteY41" fmla="*/ 1133545 h 1605985"/>
                <a:gd name="connisteX42" fmla="*/ 1684020 w 1836451"/>
                <a:gd name="connsiteY42" fmla="*/ 1133545 h 1605985"/>
                <a:gd name="connisteX43" fmla="*/ 1619250 w 1836451"/>
                <a:gd name="connsiteY43" fmla="*/ 1148785 h 1605985"/>
                <a:gd name="connisteX44" fmla="*/ 1592580 w 1836451"/>
                <a:gd name="connsiteY44" fmla="*/ 1217365 h 1605985"/>
                <a:gd name="connisteX45" fmla="*/ 1623060 w 1836451"/>
                <a:gd name="connsiteY45" fmla="*/ 1282135 h 1605985"/>
                <a:gd name="connisteX46" fmla="*/ 1649730 w 1836451"/>
                <a:gd name="connsiteY46" fmla="*/ 1346905 h 1605985"/>
                <a:gd name="connisteX47" fmla="*/ 1691640 w 1836451"/>
                <a:gd name="connsiteY47" fmla="*/ 1411675 h 1605985"/>
                <a:gd name="connisteX48" fmla="*/ 1699260 w 1836451"/>
                <a:gd name="connsiteY48" fmla="*/ 1476445 h 1605985"/>
                <a:gd name="connisteX49" fmla="*/ 1684020 w 1836451"/>
                <a:gd name="connsiteY49" fmla="*/ 1541215 h 1605985"/>
                <a:gd name="connisteX50" fmla="*/ 1645920 w 1836451"/>
                <a:gd name="connsiteY50" fmla="*/ 1605985 h 16059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</a:cxnLst>
              <a:rect l="l" t="t" r="r" b="b"/>
              <a:pathLst>
                <a:path w="1836451" h="1605986">
                  <a:moveTo>
                    <a:pt x="0" y="47696"/>
                  </a:moveTo>
                  <a:cubicBezTo>
                    <a:pt x="11430" y="43886"/>
                    <a:pt x="38100" y="33726"/>
                    <a:pt x="64770" y="28646"/>
                  </a:cubicBezTo>
                  <a:cubicBezTo>
                    <a:pt x="91440" y="23566"/>
                    <a:pt x="106680" y="24836"/>
                    <a:pt x="133350" y="21026"/>
                  </a:cubicBezTo>
                  <a:cubicBezTo>
                    <a:pt x="160020" y="17216"/>
                    <a:pt x="172085" y="13406"/>
                    <a:pt x="198120" y="9596"/>
                  </a:cubicBezTo>
                  <a:cubicBezTo>
                    <a:pt x="224155" y="5786"/>
                    <a:pt x="236855" y="3246"/>
                    <a:pt x="262890" y="1976"/>
                  </a:cubicBezTo>
                  <a:cubicBezTo>
                    <a:pt x="288925" y="706"/>
                    <a:pt x="301625" y="1976"/>
                    <a:pt x="327660" y="1976"/>
                  </a:cubicBezTo>
                  <a:cubicBezTo>
                    <a:pt x="353695" y="1976"/>
                    <a:pt x="366395" y="-2469"/>
                    <a:pt x="392430" y="1976"/>
                  </a:cubicBezTo>
                  <a:cubicBezTo>
                    <a:pt x="418465" y="6421"/>
                    <a:pt x="431165" y="14041"/>
                    <a:pt x="457200" y="24836"/>
                  </a:cubicBezTo>
                  <a:cubicBezTo>
                    <a:pt x="483235" y="35631"/>
                    <a:pt x="496570" y="36266"/>
                    <a:pt x="521970" y="55316"/>
                  </a:cubicBezTo>
                  <a:cubicBezTo>
                    <a:pt x="547370" y="74366"/>
                    <a:pt x="560070" y="94051"/>
                    <a:pt x="582930" y="120086"/>
                  </a:cubicBezTo>
                  <a:cubicBezTo>
                    <a:pt x="605790" y="146121"/>
                    <a:pt x="612775" y="159456"/>
                    <a:pt x="636270" y="184856"/>
                  </a:cubicBezTo>
                  <a:cubicBezTo>
                    <a:pt x="659765" y="210256"/>
                    <a:pt x="675005" y="221686"/>
                    <a:pt x="701040" y="245816"/>
                  </a:cubicBezTo>
                  <a:cubicBezTo>
                    <a:pt x="727075" y="269946"/>
                    <a:pt x="742950" y="281376"/>
                    <a:pt x="765810" y="306776"/>
                  </a:cubicBezTo>
                  <a:cubicBezTo>
                    <a:pt x="788670" y="332176"/>
                    <a:pt x="793750" y="345511"/>
                    <a:pt x="815340" y="371546"/>
                  </a:cubicBezTo>
                  <a:cubicBezTo>
                    <a:pt x="836930" y="397581"/>
                    <a:pt x="848360" y="414726"/>
                    <a:pt x="872490" y="436316"/>
                  </a:cubicBezTo>
                  <a:cubicBezTo>
                    <a:pt x="896620" y="457906"/>
                    <a:pt x="910590" y="465526"/>
                    <a:pt x="937260" y="478226"/>
                  </a:cubicBezTo>
                  <a:cubicBezTo>
                    <a:pt x="963930" y="490926"/>
                    <a:pt x="979170" y="497276"/>
                    <a:pt x="1005840" y="501086"/>
                  </a:cubicBezTo>
                  <a:cubicBezTo>
                    <a:pt x="1032510" y="504896"/>
                    <a:pt x="1044575" y="496641"/>
                    <a:pt x="1070610" y="497276"/>
                  </a:cubicBezTo>
                  <a:cubicBezTo>
                    <a:pt x="1096645" y="497911"/>
                    <a:pt x="1109345" y="496641"/>
                    <a:pt x="1135380" y="504896"/>
                  </a:cubicBezTo>
                  <a:cubicBezTo>
                    <a:pt x="1161415" y="513151"/>
                    <a:pt x="1177290" y="519501"/>
                    <a:pt x="1200150" y="539186"/>
                  </a:cubicBezTo>
                  <a:cubicBezTo>
                    <a:pt x="1223010" y="558871"/>
                    <a:pt x="1226820" y="581096"/>
                    <a:pt x="1249680" y="603956"/>
                  </a:cubicBezTo>
                  <a:cubicBezTo>
                    <a:pt x="1272540" y="626816"/>
                    <a:pt x="1288415" y="637611"/>
                    <a:pt x="1314450" y="653486"/>
                  </a:cubicBezTo>
                  <a:cubicBezTo>
                    <a:pt x="1340485" y="669361"/>
                    <a:pt x="1353185" y="673171"/>
                    <a:pt x="1379220" y="683966"/>
                  </a:cubicBezTo>
                  <a:cubicBezTo>
                    <a:pt x="1405255" y="694761"/>
                    <a:pt x="1417955" y="701746"/>
                    <a:pt x="1443990" y="706826"/>
                  </a:cubicBezTo>
                  <a:cubicBezTo>
                    <a:pt x="1470025" y="711906"/>
                    <a:pt x="1482725" y="715081"/>
                    <a:pt x="1508760" y="710636"/>
                  </a:cubicBezTo>
                  <a:cubicBezTo>
                    <a:pt x="1534795" y="706191"/>
                    <a:pt x="1553210" y="702381"/>
                    <a:pt x="1573530" y="683966"/>
                  </a:cubicBezTo>
                  <a:cubicBezTo>
                    <a:pt x="1593850" y="665551"/>
                    <a:pt x="1599565" y="645231"/>
                    <a:pt x="1611630" y="619196"/>
                  </a:cubicBezTo>
                  <a:cubicBezTo>
                    <a:pt x="1623695" y="593161"/>
                    <a:pt x="1616710" y="578556"/>
                    <a:pt x="1634490" y="554426"/>
                  </a:cubicBezTo>
                  <a:cubicBezTo>
                    <a:pt x="1652270" y="530296"/>
                    <a:pt x="1673225" y="515056"/>
                    <a:pt x="1699260" y="497276"/>
                  </a:cubicBezTo>
                  <a:cubicBezTo>
                    <a:pt x="1725295" y="479496"/>
                    <a:pt x="1737995" y="478226"/>
                    <a:pt x="1764030" y="466796"/>
                  </a:cubicBezTo>
                  <a:cubicBezTo>
                    <a:pt x="1790065" y="455366"/>
                    <a:pt x="1817370" y="432506"/>
                    <a:pt x="1828800" y="440126"/>
                  </a:cubicBezTo>
                  <a:cubicBezTo>
                    <a:pt x="1840230" y="447746"/>
                    <a:pt x="1824355" y="478861"/>
                    <a:pt x="1821180" y="504896"/>
                  </a:cubicBezTo>
                  <a:cubicBezTo>
                    <a:pt x="1818005" y="530931"/>
                    <a:pt x="1814195" y="543631"/>
                    <a:pt x="1813560" y="569666"/>
                  </a:cubicBezTo>
                  <a:cubicBezTo>
                    <a:pt x="1812925" y="595701"/>
                    <a:pt x="1816100" y="608401"/>
                    <a:pt x="1817370" y="634436"/>
                  </a:cubicBezTo>
                  <a:cubicBezTo>
                    <a:pt x="1818640" y="660471"/>
                    <a:pt x="1818640" y="673171"/>
                    <a:pt x="1821180" y="699206"/>
                  </a:cubicBezTo>
                  <a:cubicBezTo>
                    <a:pt x="1823720" y="725241"/>
                    <a:pt x="1828165" y="737306"/>
                    <a:pt x="1828800" y="763976"/>
                  </a:cubicBezTo>
                  <a:cubicBezTo>
                    <a:pt x="1829435" y="790646"/>
                    <a:pt x="1824355" y="805886"/>
                    <a:pt x="1824990" y="832556"/>
                  </a:cubicBezTo>
                  <a:cubicBezTo>
                    <a:pt x="1825625" y="859226"/>
                    <a:pt x="1830070" y="871291"/>
                    <a:pt x="1832610" y="897326"/>
                  </a:cubicBezTo>
                  <a:cubicBezTo>
                    <a:pt x="1835150" y="923361"/>
                    <a:pt x="1836420" y="936061"/>
                    <a:pt x="1836420" y="962096"/>
                  </a:cubicBezTo>
                  <a:cubicBezTo>
                    <a:pt x="1836420" y="988131"/>
                    <a:pt x="1837055" y="1000831"/>
                    <a:pt x="1832610" y="1026866"/>
                  </a:cubicBezTo>
                  <a:cubicBezTo>
                    <a:pt x="1828165" y="1052901"/>
                    <a:pt x="1830070" y="1070046"/>
                    <a:pt x="1813560" y="1091636"/>
                  </a:cubicBezTo>
                  <a:cubicBezTo>
                    <a:pt x="1797050" y="1113226"/>
                    <a:pt x="1774825" y="1125291"/>
                    <a:pt x="1748790" y="1133546"/>
                  </a:cubicBezTo>
                  <a:cubicBezTo>
                    <a:pt x="1722755" y="1141801"/>
                    <a:pt x="1710055" y="1130371"/>
                    <a:pt x="1684020" y="1133546"/>
                  </a:cubicBezTo>
                  <a:cubicBezTo>
                    <a:pt x="1657985" y="1136721"/>
                    <a:pt x="1637665" y="1132276"/>
                    <a:pt x="1619250" y="1148786"/>
                  </a:cubicBezTo>
                  <a:cubicBezTo>
                    <a:pt x="1600835" y="1165296"/>
                    <a:pt x="1591945" y="1190696"/>
                    <a:pt x="1592580" y="1217366"/>
                  </a:cubicBezTo>
                  <a:cubicBezTo>
                    <a:pt x="1593215" y="1244036"/>
                    <a:pt x="1611630" y="1256101"/>
                    <a:pt x="1623060" y="1282136"/>
                  </a:cubicBezTo>
                  <a:cubicBezTo>
                    <a:pt x="1634490" y="1308171"/>
                    <a:pt x="1635760" y="1320871"/>
                    <a:pt x="1649730" y="1346906"/>
                  </a:cubicBezTo>
                  <a:cubicBezTo>
                    <a:pt x="1663700" y="1372941"/>
                    <a:pt x="1681480" y="1385641"/>
                    <a:pt x="1691640" y="1411676"/>
                  </a:cubicBezTo>
                  <a:cubicBezTo>
                    <a:pt x="1701800" y="1437711"/>
                    <a:pt x="1700530" y="1450411"/>
                    <a:pt x="1699260" y="1476446"/>
                  </a:cubicBezTo>
                  <a:cubicBezTo>
                    <a:pt x="1697990" y="1502481"/>
                    <a:pt x="1694815" y="1515181"/>
                    <a:pt x="1684020" y="1541216"/>
                  </a:cubicBezTo>
                  <a:cubicBezTo>
                    <a:pt x="1673225" y="1567251"/>
                    <a:pt x="1653540" y="1594556"/>
                    <a:pt x="1645920" y="16059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rot="0">
            <a:off x="5148580" y="3545205"/>
            <a:ext cx="6439535" cy="2369820"/>
            <a:chOff x="6240" y="6080"/>
            <a:chExt cx="6762" cy="2486"/>
          </a:xfrm>
        </p:grpSpPr>
        <p:sp>
          <p:nvSpPr>
            <p:cNvPr id="23" name="任意多边形 22"/>
            <p:cNvSpPr/>
            <p:nvPr/>
          </p:nvSpPr>
          <p:spPr>
            <a:xfrm>
              <a:off x="6240" y="6080"/>
              <a:ext cx="5160" cy="2486"/>
            </a:xfrm>
            <a:custGeom>
              <a:avLst/>
              <a:gdLst>
                <a:gd name="connsiteX0" fmla="*/ 0 w 5160"/>
                <a:gd name="connsiteY0" fmla="*/ 122 h 2485"/>
                <a:gd name="connsiteX1" fmla="*/ 108 w 5160"/>
                <a:gd name="connsiteY1" fmla="*/ 122 h 2485"/>
                <a:gd name="connsiteX2" fmla="*/ 210 w 5160"/>
                <a:gd name="connsiteY2" fmla="*/ 104 h 2485"/>
                <a:gd name="connsiteX3" fmla="*/ 312 w 5160"/>
                <a:gd name="connsiteY3" fmla="*/ 80 h 2485"/>
                <a:gd name="connsiteX4" fmla="*/ 414 w 5160"/>
                <a:gd name="connsiteY4" fmla="*/ 44 h 2485"/>
                <a:gd name="connsiteX5" fmla="*/ 516 w 5160"/>
                <a:gd name="connsiteY5" fmla="*/ 2 h 2485"/>
                <a:gd name="connsiteX6" fmla="*/ 618 w 5160"/>
                <a:gd name="connsiteY6" fmla="*/ 92 h 2485"/>
                <a:gd name="connsiteX7" fmla="*/ 720 w 5160"/>
                <a:gd name="connsiteY7" fmla="*/ 194 h 2485"/>
                <a:gd name="connsiteX8" fmla="*/ 822 w 5160"/>
                <a:gd name="connsiteY8" fmla="*/ 272 h 2485"/>
                <a:gd name="connsiteX9" fmla="*/ 924 w 5160"/>
                <a:gd name="connsiteY9" fmla="*/ 296 h 2485"/>
                <a:gd name="connsiteX10" fmla="*/ 1002 w 5160"/>
                <a:gd name="connsiteY10" fmla="*/ 398 h 2485"/>
                <a:gd name="connsiteX11" fmla="*/ 1080 w 5160"/>
                <a:gd name="connsiteY11" fmla="*/ 500 h 2485"/>
                <a:gd name="connsiteX12" fmla="*/ 1146 w 5160"/>
                <a:gd name="connsiteY12" fmla="*/ 602 h 2485"/>
                <a:gd name="connsiteX13" fmla="*/ 1260 w 5160"/>
                <a:gd name="connsiteY13" fmla="*/ 704 h 2485"/>
                <a:gd name="connsiteX14" fmla="*/ 1344 w 5160"/>
                <a:gd name="connsiteY14" fmla="*/ 806 h 2485"/>
                <a:gd name="connsiteX15" fmla="*/ 1398 w 5160"/>
                <a:gd name="connsiteY15" fmla="*/ 908 h 2485"/>
                <a:gd name="connsiteX16" fmla="*/ 1368 w 5160"/>
                <a:gd name="connsiteY16" fmla="*/ 1010 h 2485"/>
                <a:gd name="connsiteX17" fmla="*/ 1422 w 5160"/>
                <a:gd name="connsiteY17" fmla="*/ 1112 h 2485"/>
                <a:gd name="connsiteX18" fmla="*/ 1464 w 5160"/>
                <a:gd name="connsiteY18" fmla="*/ 1214 h 2485"/>
                <a:gd name="connsiteX19" fmla="*/ 1482 w 5160"/>
                <a:gd name="connsiteY19" fmla="*/ 1322 h 2485"/>
                <a:gd name="connsiteX20" fmla="*/ 1482 w 5160"/>
                <a:gd name="connsiteY20" fmla="*/ 1430 h 2485"/>
                <a:gd name="connsiteX21" fmla="*/ 1482 w 5160"/>
                <a:gd name="connsiteY21" fmla="*/ 1532 h 2485"/>
                <a:gd name="connsiteX22" fmla="*/ 1488 w 5160"/>
                <a:gd name="connsiteY22" fmla="*/ 1634 h 2485"/>
                <a:gd name="connsiteX23" fmla="*/ 1500 w 5160"/>
                <a:gd name="connsiteY23" fmla="*/ 1736 h 2485"/>
                <a:gd name="connsiteX24" fmla="*/ 1512 w 5160"/>
                <a:gd name="connsiteY24" fmla="*/ 1838 h 2485"/>
                <a:gd name="connsiteX25" fmla="*/ 1530 w 5160"/>
                <a:gd name="connsiteY25" fmla="*/ 1940 h 2485"/>
                <a:gd name="connsiteX26" fmla="*/ 1560 w 5160"/>
                <a:gd name="connsiteY26" fmla="*/ 2042 h 2485"/>
                <a:gd name="connsiteX27" fmla="*/ 1620 w 5160"/>
                <a:gd name="connsiteY27" fmla="*/ 2144 h 2485"/>
                <a:gd name="connsiteX28" fmla="*/ 1674 w 5160"/>
                <a:gd name="connsiteY28" fmla="*/ 2252 h 2485"/>
                <a:gd name="connsiteX29" fmla="*/ 1722 w 5160"/>
                <a:gd name="connsiteY29" fmla="*/ 2150 h 2485"/>
                <a:gd name="connsiteX30" fmla="*/ 1722 w 5160"/>
                <a:gd name="connsiteY30" fmla="*/ 2048 h 2485"/>
                <a:gd name="connsiteX31" fmla="*/ 1824 w 5160"/>
                <a:gd name="connsiteY31" fmla="*/ 2054 h 2485"/>
                <a:gd name="connsiteX32" fmla="*/ 1830 w 5160"/>
                <a:gd name="connsiteY32" fmla="*/ 2156 h 2485"/>
                <a:gd name="connsiteX33" fmla="*/ 1794 w 5160"/>
                <a:gd name="connsiteY33" fmla="*/ 2258 h 2485"/>
                <a:gd name="connsiteX34" fmla="*/ 1788 w 5160"/>
                <a:gd name="connsiteY34" fmla="*/ 2360 h 2485"/>
                <a:gd name="connsiteX35" fmla="*/ 1890 w 5160"/>
                <a:gd name="connsiteY35" fmla="*/ 2420 h 2485"/>
                <a:gd name="connsiteX36" fmla="*/ 1992 w 5160"/>
                <a:gd name="connsiteY36" fmla="*/ 2438 h 2485"/>
                <a:gd name="connsiteX37" fmla="*/ 2088 w 5160"/>
                <a:gd name="connsiteY37" fmla="*/ 2330 h 2485"/>
                <a:gd name="connsiteX38" fmla="*/ 2154 w 5160"/>
                <a:gd name="connsiteY38" fmla="*/ 2438 h 2485"/>
                <a:gd name="connsiteX39" fmla="*/ 2256 w 5160"/>
                <a:gd name="connsiteY39" fmla="*/ 2486 h 2485"/>
                <a:gd name="connsiteX40" fmla="*/ 2358 w 5160"/>
                <a:gd name="connsiteY40" fmla="*/ 2432 h 2485"/>
                <a:gd name="connsiteX41" fmla="*/ 2460 w 5160"/>
                <a:gd name="connsiteY41" fmla="*/ 2330 h 2485"/>
                <a:gd name="connsiteX42" fmla="*/ 2448 w 5160"/>
                <a:gd name="connsiteY42" fmla="*/ 2228 h 2485"/>
                <a:gd name="connsiteX43" fmla="*/ 2436 w 5160"/>
                <a:gd name="connsiteY43" fmla="*/ 2126 h 2485"/>
                <a:gd name="connsiteX44" fmla="*/ 2538 w 5160"/>
                <a:gd name="connsiteY44" fmla="*/ 2036 h 2485"/>
                <a:gd name="connsiteX45" fmla="*/ 2580 w 5160"/>
                <a:gd name="connsiteY45" fmla="*/ 1928 h 2485"/>
                <a:gd name="connsiteX46" fmla="*/ 2598 w 5160"/>
                <a:gd name="connsiteY46" fmla="*/ 1826 h 2485"/>
                <a:gd name="connsiteX47" fmla="*/ 2700 w 5160"/>
                <a:gd name="connsiteY47" fmla="*/ 1778 h 2485"/>
                <a:gd name="connsiteX48" fmla="*/ 2802 w 5160"/>
                <a:gd name="connsiteY48" fmla="*/ 1712 h 2485"/>
                <a:gd name="connsiteX49" fmla="*/ 2904 w 5160"/>
                <a:gd name="connsiteY49" fmla="*/ 1676 h 2485"/>
                <a:gd name="connsiteX50" fmla="*/ 3006 w 5160"/>
                <a:gd name="connsiteY50" fmla="*/ 1652 h 2485"/>
                <a:gd name="connsiteX51" fmla="*/ 3108 w 5160"/>
                <a:gd name="connsiteY51" fmla="*/ 1616 h 2485"/>
                <a:gd name="connsiteX52" fmla="*/ 3222 w 5160"/>
                <a:gd name="connsiteY52" fmla="*/ 1538 h 2485"/>
                <a:gd name="connsiteX53" fmla="*/ 3288 w 5160"/>
                <a:gd name="connsiteY53" fmla="*/ 1436 h 2485"/>
                <a:gd name="connsiteX54" fmla="*/ 3390 w 5160"/>
                <a:gd name="connsiteY54" fmla="*/ 1400 h 2485"/>
                <a:gd name="connsiteX55" fmla="*/ 3492 w 5160"/>
                <a:gd name="connsiteY55" fmla="*/ 1370 h 2485"/>
                <a:gd name="connsiteX56" fmla="*/ 3588 w 5160"/>
                <a:gd name="connsiteY56" fmla="*/ 1268 h 2485"/>
                <a:gd name="connsiteX57" fmla="*/ 3606 w 5160"/>
                <a:gd name="connsiteY57" fmla="*/ 1160 h 2485"/>
                <a:gd name="connsiteX58" fmla="*/ 3690 w 5160"/>
                <a:gd name="connsiteY58" fmla="*/ 1058 h 2485"/>
                <a:gd name="connsiteX59" fmla="*/ 3792 w 5160"/>
                <a:gd name="connsiteY59" fmla="*/ 998 h 2485"/>
                <a:gd name="connsiteX60" fmla="*/ 3894 w 5160"/>
                <a:gd name="connsiteY60" fmla="*/ 992 h 2485"/>
                <a:gd name="connsiteX61" fmla="*/ 3996 w 5160"/>
                <a:gd name="connsiteY61" fmla="*/ 986 h 2485"/>
                <a:gd name="connsiteX62" fmla="*/ 4098 w 5160"/>
                <a:gd name="connsiteY62" fmla="*/ 956 h 2485"/>
                <a:gd name="connsiteX63" fmla="*/ 4200 w 5160"/>
                <a:gd name="connsiteY63" fmla="*/ 950 h 2485"/>
                <a:gd name="connsiteX64" fmla="*/ 4308 w 5160"/>
                <a:gd name="connsiteY64" fmla="*/ 968 h 2485"/>
                <a:gd name="connsiteX65" fmla="*/ 4410 w 5160"/>
                <a:gd name="connsiteY65" fmla="*/ 1004 h 2485"/>
                <a:gd name="connsiteX66" fmla="*/ 4512 w 5160"/>
                <a:gd name="connsiteY66" fmla="*/ 1052 h 2485"/>
                <a:gd name="connsiteX67" fmla="*/ 4614 w 5160"/>
                <a:gd name="connsiteY67" fmla="*/ 1106 h 2485"/>
                <a:gd name="connsiteX68" fmla="*/ 4716 w 5160"/>
                <a:gd name="connsiteY68" fmla="*/ 1184 h 2485"/>
                <a:gd name="connsiteX69" fmla="*/ 4818 w 5160"/>
                <a:gd name="connsiteY69" fmla="*/ 1214 h 2485"/>
                <a:gd name="connsiteX70" fmla="*/ 4920 w 5160"/>
                <a:gd name="connsiteY70" fmla="*/ 1190 h 2485"/>
                <a:gd name="connsiteX71" fmla="*/ 5022 w 5160"/>
                <a:gd name="connsiteY71" fmla="*/ 1088 h 2485"/>
                <a:gd name="connsiteX72" fmla="*/ 5058 w 5160"/>
                <a:gd name="connsiteY72" fmla="*/ 986 h 2485"/>
                <a:gd name="connsiteX73" fmla="*/ 5160 w 5160"/>
                <a:gd name="connsiteY73" fmla="*/ 950 h 2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60" h="2486">
                  <a:moveTo>
                    <a:pt x="0" y="122"/>
                  </a:moveTo>
                  <a:cubicBezTo>
                    <a:pt x="20" y="122"/>
                    <a:pt x="66" y="126"/>
                    <a:pt x="108" y="122"/>
                  </a:cubicBezTo>
                  <a:cubicBezTo>
                    <a:pt x="150" y="118"/>
                    <a:pt x="169" y="112"/>
                    <a:pt x="210" y="104"/>
                  </a:cubicBezTo>
                  <a:cubicBezTo>
                    <a:pt x="251" y="96"/>
                    <a:pt x="271" y="92"/>
                    <a:pt x="312" y="80"/>
                  </a:cubicBezTo>
                  <a:cubicBezTo>
                    <a:pt x="353" y="68"/>
                    <a:pt x="373" y="60"/>
                    <a:pt x="414" y="44"/>
                  </a:cubicBezTo>
                  <a:cubicBezTo>
                    <a:pt x="455" y="28"/>
                    <a:pt x="475" y="-8"/>
                    <a:pt x="516" y="2"/>
                  </a:cubicBezTo>
                  <a:cubicBezTo>
                    <a:pt x="557" y="12"/>
                    <a:pt x="577" y="54"/>
                    <a:pt x="618" y="92"/>
                  </a:cubicBezTo>
                  <a:cubicBezTo>
                    <a:pt x="659" y="130"/>
                    <a:pt x="679" y="158"/>
                    <a:pt x="720" y="194"/>
                  </a:cubicBezTo>
                  <a:cubicBezTo>
                    <a:pt x="761" y="230"/>
                    <a:pt x="781" y="252"/>
                    <a:pt x="822" y="272"/>
                  </a:cubicBezTo>
                  <a:cubicBezTo>
                    <a:pt x="863" y="292"/>
                    <a:pt x="888" y="271"/>
                    <a:pt x="924" y="296"/>
                  </a:cubicBezTo>
                  <a:cubicBezTo>
                    <a:pt x="960" y="321"/>
                    <a:pt x="971" y="357"/>
                    <a:pt x="1002" y="398"/>
                  </a:cubicBezTo>
                  <a:cubicBezTo>
                    <a:pt x="1033" y="439"/>
                    <a:pt x="1051" y="459"/>
                    <a:pt x="1080" y="500"/>
                  </a:cubicBezTo>
                  <a:cubicBezTo>
                    <a:pt x="1109" y="541"/>
                    <a:pt x="1110" y="561"/>
                    <a:pt x="1146" y="602"/>
                  </a:cubicBezTo>
                  <a:cubicBezTo>
                    <a:pt x="1182" y="643"/>
                    <a:pt x="1220" y="663"/>
                    <a:pt x="1260" y="704"/>
                  </a:cubicBezTo>
                  <a:cubicBezTo>
                    <a:pt x="1300" y="745"/>
                    <a:pt x="1316" y="765"/>
                    <a:pt x="1344" y="806"/>
                  </a:cubicBezTo>
                  <a:cubicBezTo>
                    <a:pt x="1372" y="847"/>
                    <a:pt x="1393" y="867"/>
                    <a:pt x="1398" y="908"/>
                  </a:cubicBezTo>
                  <a:cubicBezTo>
                    <a:pt x="1403" y="949"/>
                    <a:pt x="1363" y="969"/>
                    <a:pt x="1368" y="1010"/>
                  </a:cubicBezTo>
                  <a:cubicBezTo>
                    <a:pt x="1373" y="1051"/>
                    <a:pt x="1403" y="1071"/>
                    <a:pt x="1422" y="1112"/>
                  </a:cubicBezTo>
                  <a:cubicBezTo>
                    <a:pt x="1441" y="1153"/>
                    <a:pt x="1452" y="1172"/>
                    <a:pt x="1464" y="1214"/>
                  </a:cubicBezTo>
                  <a:cubicBezTo>
                    <a:pt x="1476" y="1256"/>
                    <a:pt x="1478" y="1279"/>
                    <a:pt x="1482" y="1322"/>
                  </a:cubicBezTo>
                  <a:cubicBezTo>
                    <a:pt x="1486" y="1365"/>
                    <a:pt x="1482" y="1388"/>
                    <a:pt x="1482" y="1430"/>
                  </a:cubicBezTo>
                  <a:cubicBezTo>
                    <a:pt x="1482" y="1472"/>
                    <a:pt x="1481" y="1491"/>
                    <a:pt x="1482" y="1532"/>
                  </a:cubicBezTo>
                  <a:cubicBezTo>
                    <a:pt x="1483" y="1573"/>
                    <a:pt x="1484" y="1593"/>
                    <a:pt x="1488" y="1634"/>
                  </a:cubicBezTo>
                  <a:cubicBezTo>
                    <a:pt x="1492" y="1675"/>
                    <a:pt x="1495" y="1695"/>
                    <a:pt x="1500" y="1736"/>
                  </a:cubicBezTo>
                  <a:cubicBezTo>
                    <a:pt x="1505" y="1777"/>
                    <a:pt x="1506" y="1797"/>
                    <a:pt x="1512" y="1838"/>
                  </a:cubicBezTo>
                  <a:cubicBezTo>
                    <a:pt x="1518" y="1879"/>
                    <a:pt x="1520" y="1899"/>
                    <a:pt x="1530" y="1940"/>
                  </a:cubicBezTo>
                  <a:cubicBezTo>
                    <a:pt x="1540" y="1981"/>
                    <a:pt x="1542" y="2001"/>
                    <a:pt x="1560" y="2042"/>
                  </a:cubicBezTo>
                  <a:cubicBezTo>
                    <a:pt x="1578" y="2083"/>
                    <a:pt x="1597" y="2102"/>
                    <a:pt x="1620" y="2144"/>
                  </a:cubicBezTo>
                  <a:cubicBezTo>
                    <a:pt x="1643" y="2186"/>
                    <a:pt x="1654" y="2251"/>
                    <a:pt x="1674" y="2252"/>
                  </a:cubicBezTo>
                  <a:cubicBezTo>
                    <a:pt x="1694" y="2253"/>
                    <a:pt x="1712" y="2191"/>
                    <a:pt x="1722" y="2150"/>
                  </a:cubicBezTo>
                  <a:cubicBezTo>
                    <a:pt x="1732" y="2109"/>
                    <a:pt x="1702" y="2067"/>
                    <a:pt x="1722" y="2048"/>
                  </a:cubicBezTo>
                  <a:cubicBezTo>
                    <a:pt x="1742" y="2029"/>
                    <a:pt x="1802" y="2032"/>
                    <a:pt x="1824" y="2054"/>
                  </a:cubicBezTo>
                  <a:cubicBezTo>
                    <a:pt x="1846" y="2076"/>
                    <a:pt x="1836" y="2115"/>
                    <a:pt x="1830" y="2156"/>
                  </a:cubicBezTo>
                  <a:cubicBezTo>
                    <a:pt x="1824" y="2197"/>
                    <a:pt x="1802" y="2217"/>
                    <a:pt x="1794" y="2258"/>
                  </a:cubicBezTo>
                  <a:cubicBezTo>
                    <a:pt x="1786" y="2299"/>
                    <a:pt x="1769" y="2328"/>
                    <a:pt x="1788" y="2360"/>
                  </a:cubicBezTo>
                  <a:cubicBezTo>
                    <a:pt x="1807" y="2392"/>
                    <a:pt x="1849" y="2404"/>
                    <a:pt x="1890" y="2420"/>
                  </a:cubicBezTo>
                  <a:cubicBezTo>
                    <a:pt x="1931" y="2436"/>
                    <a:pt x="1952" y="2456"/>
                    <a:pt x="1992" y="2438"/>
                  </a:cubicBezTo>
                  <a:cubicBezTo>
                    <a:pt x="2032" y="2420"/>
                    <a:pt x="2056" y="2330"/>
                    <a:pt x="2088" y="2330"/>
                  </a:cubicBezTo>
                  <a:cubicBezTo>
                    <a:pt x="2120" y="2330"/>
                    <a:pt x="2120" y="2407"/>
                    <a:pt x="2154" y="2438"/>
                  </a:cubicBezTo>
                  <a:cubicBezTo>
                    <a:pt x="2188" y="2469"/>
                    <a:pt x="2215" y="2487"/>
                    <a:pt x="2256" y="2486"/>
                  </a:cubicBezTo>
                  <a:cubicBezTo>
                    <a:pt x="2297" y="2485"/>
                    <a:pt x="2317" y="2463"/>
                    <a:pt x="2358" y="2432"/>
                  </a:cubicBezTo>
                  <a:cubicBezTo>
                    <a:pt x="2399" y="2401"/>
                    <a:pt x="2442" y="2371"/>
                    <a:pt x="2460" y="2330"/>
                  </a:cubicBezTo>
                  <a:cubicBezTo>
                    <a:pt x="2478" y="2289"/>
                    <a:pt x="2453" y="2269"/>
                    <a:pt x="2448" y="2228"/>
                  </a:cubicBezTo>
                  <a:cubicBezTo>
                    <a:pt x="2443" y="2187"/>
                    <a:pt x="2418" y="2164"/>
                    <a:pt x="2436" y="2126"/>
                  </a:cubicBezTo>
                  <a:cubicBezTo>
                    <a:pt x="2454" y="2088"/>
                    <a:pt x="2509" y="2076"/>
                    <a:pt x="2538" y="2036"/>
                  </a:cubicBezTo>
                  <a:cubicBezTo>
                    <a:pt x="2567" y="1996"/>
                    <a:pt x="2568" y="1970"/>
                    <a:pt x="2580" y="1928"/>
                  </a:cubicBezTo>
                  <a:cubicBezTo>
                    <a:pt x="2592" y="1886"/>
                    <a:pt x="2574" y="1856"/>
                    <a:pt x="2598" y="1826"/>
                  </a:cubicBezTo>
                  <a:cubicBezTo>
                    <a:pt x="2622" y="1796"/>
                    <a:pt x="2659" y="1801"/>
                    <a:pt x="2700" y="1778"/>
                  </a:cubicBezTo>
                  <a:cubicBezTo>
                    <a:pt x="2741" y="1755"/>
                    <a:pt x="2761" y="1732"/>
                    <a:pt x="2802" y="1712"/>
                  </a:cubicBezTo>
                  <a:cubicBezTo>
                    <a:pt x="2843" y="1692"/>
                    <a:pt x="2863" y="1688"/>
                    <a:pt x="2904" y="1676"/>
                  </a:cubicBezTo>
                  <a:cubicBezTo>
                    <a:pt x="2945" y="1664"/>
                    <a:pt x="2965" y="1664"/>
                    <a:pt x="3006" y="1652"/>
                  </a:cubicBezTo>
                  <a:cubicBezTo>
                    <a:pt x="3047" y="1640"/>
                    <a:pt x="3065" y="1639"/>
                    <a:pt x="3108" y="1616"/>
                  </a:cubicBezTo>
                  <a:cubicBezTo>
                    <a:pt x="3151" y="1593"/>
                    <a:pt x="3186" y="1574"/>
                    <a:pt x="3222" y="1538"/>
                  </a:cubicBezTo>
                  <a:cubicBezTo>
                    <a:pt x="3258" y="1502"/>
                    <a:pt x="3254" y="1464"/>
                    <a:pt x="3288" y="1436"/>
                  </a:cubicBezTo>
                  <a:cubicBezTo>
                    <a:pt x="3322" y="1408"/>
                    <a:pt x="3349" y="1413"/>
                    <a:pt x="3390" y="1400"/>
                  </a:cubicBezTo>
                  <a:cubicBezTo>
                    <a:pt x="3431" y="1387"/>
                    <a:pt x="3452" y="1396"/>
                    <a:pt x="3492" y="1370"/>
                  </a:cubicBezTo>
                  <a:cubicBezTo>
                    <a:pt x="3532" y="1344"/>
                    <a:pt x="3565" y="1310"/>
                    <a:pt x="3588" y="1268"/>
                  </a:cubicBezTo>
                  <a:cubicBezTo>
                    <a:pt x="3611" y="1226"/>
                    <a:pt x="3586" y="1202"/>
                    <a:pt x="3606" y="1160"/>
                  </a:cubicBezTo>
                  <a:cubicBezTo>
                    <a:pt x="3626" y="1118"/>
                    <a:pt x="3653" y="1090"/>
                    <a:pt x="3690" y="1058"/>
                  </a:cubicBezTo>
                  <a:cubicBezTo>
                    <a:pt x="3727" y="1026"/>
                    <a:pt x="3751" y="1011"/>
                    <a:pt x="3792" y="998"/>
                  </a:cubicBezTo>
                  <a:cubicBezTo>
                    <a:pt x="3833" y="985"/>
                    <a:pt x="3853" y="994"/>
                    <a:pt x="3894" y="992"/>
                  </a:cubicBezTo>
                  <a:cubicBezTo>
                    <a:pt x="3935" y="990"/>
                    <a:pt x="3955" y="993"/>
                    <a:pt x="3996" y="986"/>
                  </a:cubicBezTo>
                  <a:cubicBezTo>
                    <a:pt x="4037" y="979"/>
                    <a:pt x="4057" y="963"/>
                    <a:pt x="4098" y="956"/>
                  </a:cubicBezTo>
                  <a:cubicBezTo>
                    <a:pt x="4139" y="949"/>
                    <a:pt x="4158" y="948"/>
                    <a:pt x="4200" y="950"/>
                  </a:cubicBezTo>
                  <a:cubicBezTo>
                    <a:pt x="4242" y="952"/>
                    <a:pt x="4266" y="957"/>
                    <a:pt x="4308" y="968"/>
                  </a:cubicBezTo>
                  <a:cubicBezTo>
                    <a:pt x="4350" y="979"/>
                    <a:pt x="4369" y="987"/>
                    <a:pt x="4410" y="1004"/>
                  </a:cubicBezTo>
                  <a:cubicBezTo>
                    <a:pt x="4451" y="1021"/>
                    <a:pt x="4471" y="1032"/>
                    <a:pt x="4512" y="1052"/>
                  </a:cubicBezTo>
                  <a:cubicBezTo>
                    <a:pt x="4553" y="1072"/>
                    <a:pt x="4573" y="1080"/>
                    <a:pt x="4614" y="1106"/>
                  </a:cubicBezTo>
                  <a:cubicBezTo>
                    <a:pt x="4655" y="1132"/>
                    <a:pt x="4675" y="1162"/>
                    <a:pt x="4716" y="1184"/>
                  </a:cubicBezTo>
                  <a:cubicBezTo>
                    <a:pt x="4757" y="1206"/>
                    <a:pt x="4777" y="1213"/>
                    <a:pt x="4818" y="1214"/>
                  </a:cubicBezTo>
                  <a:cubicBezTo>
                    <a:pt x="4859" y="1215"/>
                    <a:pt x="4879" y="1215"/>
                    <a:pt x="4920" y="1190"/>
                  </a:cubicBezTo>
                  <a:cubicBezTo>
                    <a:pt x="4961" y="1165"/>
                    <a:pt x="4994" y="1129"/>
                    <a:pt x="5022" y="1088"/>
                  </a:cubicBezTo>
                  <a:cubicBezTo>
                    <a:pt x="5050" y="1047"/>
                    <a:pt x="5030" y="1014"/>
                    <a:pt x="5058" y="986"/>
                  </a:cubicBezTo>
                  <a:cubicBezTo>
                    <a:pt x="5086" y="958"/>
                    <a:pt x="5119" y="954"/>
                    <a:pt x="5160" y="95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1370" y="6379"/>
              <a:ext cx="1632" cy="845"/>
            </a:xfrm>
            <a:custGeom>
              <a:avLst/>
              <a:gdLst>
                <a:gd name="connsiteX0" fmla="*/ 0 w 1632"/>
                <a:gd name="connsiteY0" fmla="*/ 661 h 844"/>
                <a:gd name="connsiteX1" fmla="*/ 102 w 1632"/>
                <a:gd name="connsiteY1" fmla="*/ 643 h 844"/>
                <a:gd name="connsiteX2" fmla="*/ 204 w 1632"/>
                <a:gd name="connsiteY2" fmla="*/ 739 h 844"/>
                <a:gd name="connsiteX3" fmla="*/ 306 w 1632"/>
                <a:gd name="connsiteY3" fmla="*/ 823 h 844"/>
                <a:gd name="connsiteX4" fmla="*/ 408 w 1632"/>
                <a:gd name="connsiteY4" fmla="*/ 841 h 844"/>
                <a:gd name="connsiteX5" fmla="*/ 516 w 1632"/>
                <a:gd name="connsiteY5" fmla="*/ 781 h 844"/>
                <a:gd name="connsiteX6" fmla="*/ 588 w 1632"/>
                <a:gd name="connsiteY6" fmla="*/ 673 h 844"/>
                <a:gd name="connsiteX7" fmla="*/ 642 w 1632"/>
                <a:gd name="connsiteY7" fmla="*/ 570 h 844"/>
                <a:gd name="connsiteX8" fmla="*/ 744 w 1632"/>
                <a:gd name="connsiteY8" fmla="*/ 468 h 844"/>
                <a:gd name="connsiteX9" fmla="*/ 840 w 1632"/>
                <a:gd name="connsiteY9" fmla="*/ 366 h 844"/>
                <a:gd name="connsiteX10" fmla="*/ 882 w 1632"/>
                <a:gd name="connsiteY10" fmla="*/ 264 h 844"/>
                <a:gd name="connsiteX11" fmla="*/ 900 w 1632"/>
                <a:gd name="connsiteY11" fmla="*/ 162 h 844"/>
                <a:gd name="connsiteX12" fmla="*/ 900 w 1632"/>
                <a:gd name="connsiteY12" fmla="*/ 60 h 844"/>
                <a:gd name="connsiteX13" fmla="*/ 1002 w 1632"/>
                <a:gd name="connsiteY13" fmla="*/ 12 h 844"/>
                <a:gd name="connsiteX14" fmla="*/ 1104 w 1632"/>
                <a:gd name="connsiteY14" fmla="*/ 0 h 844"/>
                <a:gd name="connsiteX15" fmla="*/ 1206 w 1632"/>
                <a:gd name="connsiteY15" fmla="*/ 31 h 844"/>
                <a:gd name="connsiteX16" fmla="*/ 1320 w 1632"/>
                <a:gd name="connsiteY16" fmla="*/ 85 h 844"/>
                <a:gd name="connsiteX17" fmla="*/ 1404 w 1632"/>
                <a:gd name="connsiteY17" fmla="*/ 127 h 844"/>
                <a:gd name="connsiteX18" fmla="*/ 1536 w 1632"/>
                <a:gd name="connsiteY18" fmla="*/ 156 h 844"/>
                <a:gd name="connsiteX19" fmla="*/ 1632 w 1632"/>
                <a:gd name="connsiteY19" fmla="*/ 211 h 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32" h="845">
                  <a:moveTo>
                    <a:pt x="0" y="661"/>
                  </a:moveTo>
                  <a:cubicBezTo>
                    <a:pt x="18" y="655"/>
                    <a:pt x="61" y="626"/>
                    <a:pt x="102" y="643"/>
                  </a:cubicBezTo>
                  <a:cubicBezTo>
                    <a:pt x="143" y="659"/>
                    <a:pt x="163" y="703"/>
                    <a:pt x="204" y="739"/>
                  </a:cubicBezTo>
                  <a:cubicBezTo>
                    <a:pt x="245" y="775"/>
                    <a:pt x="265" y="803"/>
                    <a:pt x="306" y="823"/>
                  </a:cubicBezTo>
                  <a:cubicBezTo>
                    <a:pt x="347" y="843"/>
                    <a:pt x="366" y="849"/>
                    <a:pt x="408" y="841"/>
                  </a:cubicBezTo>
                  <a:cubicBezTo>
                    <a:pt x="450" y="833"/>
                    <a:pt x="480" y="815"/>
                    <a:pt x="516" y="781"/>
                  </a:cubicBezTo>
                  <a:cubicBezTo>
                    <a:pt x="552" y="747"/>
                    <a:pt x="563" y="715"/>
                    <a:pt x="588" y="673"/>
                  </a:cubicBezTo>
                  <a:cubicBezTo>
                    <a:pt x="613" y="631"/>
                    <a:pt x="611" y="611"/>
                    <a:pt x="642" y="570"/>
                  </a:cubicBezTo>
                  <a:cubicBezTo>
                    <a:pt x="673" y="529"/>
                    <a:pt x="704" y="509"/>
                    <a:pt x="744" y="468"/>
                  </a:cubicBezTo>
                  <a:cubicBezTo>
                    <a:pt x="784" y="427"/>
                    <a:pt x="812" y="407"/>
                    <a:pt x="840" y="366"/>
                  </a:cubicBezTo>
                  <a:cubicBezTo>
                    <a:pt x="868" y="325"/>
                    <a:pt x="870" y="305"/>
                    <a:pt x="882" y="264"/>
                  </a:cubicBezTo>
                  <a:cubicBezTo>
                    <a:pt x="894" y="223"/>
                    <a:pt x="896" y="203"/>
                    <a:pt x="900" y="162"/>
                  </a:cubicBezTo>
                  <a:cubicBezTo>
                    <a:pt x="904" y="121"/>
                    <a:pt x="880" y="90"/>
                    <a:pt x="900" y="60"/>
                  </a:cubicBezTo>
                  <a:cubicBezTo>
                    <a:pt x="920" y="30"/>
                    <a:pt x="961" y="24"/>
                    <a:pt x="1002" y="12"/>
                  </a:cubicBezTo>
                  <a:cubicBezTo>
                    <a:pt x="1043" y="0"/>
                    <a:pt x="1063" y="-1"/>
                    <a:pt x="1104" y="0"/>
                  </a:cubicBezTo>
                  <a:cubicBezTo>
                    <a:pt x="1145" y="1"/>
                    <a:pt x="1165" y="25"/>
                    <a:pt x="1206" y="31"/>
                  </a:cubicBezTo>
                  <a:cubicBezTo>
                    <a:pt x="1247" y="37"/>
                    <a:pt x="1278" y="79"/>
                    <a:pt x="1320" y="85"/>
                  </a:cubicBezTo>
                  <a:cubicBezTo>
                    <a:pt x="1362" y="91"/>
                    <a:pt x="1362" y="122"/>
                    <a:pt x="1404" y="127"/>
                  </a:cubicBezTo>
                  <a:cubicBezTo>
                    <a:pt x="1446" y="132"/>
                    <a:pt x="1495" y="150"/>
                    <a:pt x="1536" y="156"/>
                  </a:cubicBezTo>
                  <a:cubicBezTo>
                    <a:pt x="1577" y="162"/>
                    <a:pt x="1614" y="206"/>
                    <a:pt x="1632" y="211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 rot="0">
            <a:off x="5951220" y="1809115"/>
            <a:ext cx="4784090" cy="2116455"/>
            <a:chOff x="7128" y="4257"/>
            <a:chExt cx="5024" cy="2220"/>
          </a:xfrm>
        </p:grpSpPr>
        <p:sp>
          <p:nvSpPr>
            <p:cNvPr id="26" name="任意多边形 25"/>
            <p:cNvSpPr/>
            <p:nvPr/>
          </p:nvSpPr>
          <p:spPr>
            <a:xfrm>
              <a:off x="7128" y="5667"/>
              <a:ext cx="1768" cy="811"/>
            </a:xfrm>
            <a:custGeom>
              <a:avLst/>
              <a:gdLst>
                <a:gd name="connsiteX0" fmla="*/ 0 w 1768"/>
                <a:gd name="connsiteY0" fmla="*/ 280 h 811"/>
                <a:gd name="connsiteX1" fmla="*/ 104 w 1768"/>
                <a:gd name="connsiteY1" fmla="*/ 284 h 811"/>
                <a:gd name="connsiteX2" fmla="*/ 208 w 1768"/>
                <a:gd name="connsiteY2" fmla="*/ 320 h 811"/>
                <a:gd name="connsiteX3" fmla="*/ 316 w 1768"/>
                <a:gd name="connsiteY3" fmla="*/ 364 h 811"/>
                <a:gd name="connsiteX4" fmla="*/ 420 w 1768"/>
                <a:gd name="connsiteY4" fmla="*/ 336 h 811"/>
                <a:gd name="connsiteX5" fmla="*/ 508 w 1768"/>
                <a:gd name="connsiteY5" fmla="*/ 440 h 811"/>
                <a:gd name="connsiteX6" fmla="*/ 612 w 1768"/>
                <a:gd name="connsiteY6" fmla="*/ 528 h 811"/>
                <a:gd name="connsiteX7" fmla="*/ 680 w 1768"/>
                <a:gd name="connsiteY7" fmla="*/ 632 h 811"/>
                <a:gd name="connsiteX8" fmla="*/ 784 w 1768"/>
                <a:gd name="connsiteY8" fmla="*/ 696 h 811"/>
                <a:gd name="connsiteX9" fmla="*/ 892 w 1768"/>
                <a:gd name="connsiteY9" fmla="*/ 692 h 811"/>
                <a:gd name="connsiteX10" fmla="*/ 1000 w 1768"/>
                <a:gd name="connsiteY10" fmla="*/ 712 h 811"/>
                <a:gd name="connsiteX11" fmla="*/ 1108 w 1768"/>
                <a:gd name="connsiteY11" fmla="*/ 704 h 811"/>
                <a:gd name="connsiteX12" fmla="*/ 1216 w 1768"/>
                <a:gd name="connsiteY12" fmla="*/ 744 h 811"/>
                <a:gd name="connsiteX13" fmla="*/ 1324 w 1768"/>
                <a:gd name="connsiteY13" fmla="*/ 808 h 811"/>
                <a:gd name="connsiteX14" fmla="*/ 1432 w 1768"/>
                <a:gd name="connsiteY14" fmla="*/ 784 h 811"/>
                <a:gd name="connsiteX15" fmla="*/ 1412 w 1768"/>
                <a:gd name="connsiteY15" fmla="*/ 680 h 811"/>
                <a:gd name="connsiteX16" fmla="*/ 1308 w 1768"/>
                <a:gd name="connsiteY16" fmla="*/ 592 h 811"/>
                <a:gd name="connsiteX17" fmla="*/ 1200 w 1768"/>
                <a:gd name="connsiteY17" fmla="*/ 544 h 811"/>
                <a:gd name="connsiteX18" fmla="*/ 1092 w 1768"/>
                <a:gd name="connsiteY18" fmla="*/ 480 h 811"/>
                <a:gd name="connsiteX19" fmla="*/ 984 w 1768"/>
                <a:gd name="connsiteY19" fmla="*/ 408 h 811"/>
                <a:gd name="connsiteX20" fmla="*/ 928 w 1768"/>
                <a:gd name="connsiteY20" fmla="*/ 304 h 811"/>
                <a:gd name="connsiteX21" fmla="*/ 916 w 1768"/>
                <a:gd name="connsiteY21" fmla="*/ 196 h 811"/>
                <a:gd name="connsiteX22" fmla="*/ 972 w 1768"/>
                <a:gd name="connsiteY22" fmla="*/ 92 h 811"/>
                <a:gd name="connsiteX23" fmla="*/ 1088 w 1768"/>
                <a:gd name="connsiteY23" fmla="*/ 24 h 811"/>
                <a:gd name="connsiteX24" fmla="*/ 1288 w 1768"/>
                <a:gd name="connsiteY24" fmla="*/ 32 h 811"/>
                <a:gd name="connsiteX25" fmla="*/ 1356 w 1768"/>
                <a:gd name="connsiteY25" fmla="*/ 60 h 811"/>
                <a:gd name="connsiteX26" fmla="*/ 1444 w 1768"/>
                <a:gd name="connsiteY26" fmla="*/ 96 h 811"/>
                <a:gd name="connsiteX27" fmla="*/ 1552 w 1768"/>
                <a:gd name="connsiteY27" fmla="*/ 80 h 811"/>
                <a:gd name="connsiteX28" fmla="*/ 1660 w 1768"/>
                <a:gd name="connsiteY28" fmla="*/ 60 h 811"/>
                <a:gd name="connsiteX29" fmla="*/ 1768 w 1768"/>
                <a:gd name="connsiteY29" fmla="*/ 0 h 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8" h="811">
                  <a:moveTo>
                    <a:pt x="0" y="280"/>
                  </a:moveTo>
                  <a:cubicBezTo>
                    <a:pt x="19" y="280"/>
                    <a:pt x="62" y="276"/>
                    <a:pt x="104" y="284"/>
                  </a:cubicBezTo>
                  <a:cubicBezTo>
                    <a:pt x="146" y="292"/>
                    <a:pt x="166" y="304"/>
                    <a:pt x="208" y="320"/>
                  </a:cubicBezTo>
                  <a:cubicBezTo>
                    <a:pt x="250" y="336"/>
                    <a:pt x="274" y="361"/>
                    <a:pt x="316" y="364"/>
                  </a:cubicBezTo>
                  <a:cubicBezTo>
                    <a:pt x="358" y="367"/>
                    <a:pt x="382" y="321"/>
                    <a:pt x="420" y="336"/>
                  </a:cubicBezTo>
                  <a:cubicBezTo>
                    <a:pt x="458" y="351"/>
                    <a:pt x="470" y="402"/>
                    <a:pt x="508" y="440"/>
                  </a:cubicBezTo>
                  <a:cubicBezTo>
                    <a:pt x="546" y="478"/>
                    <a:pt x="578" y="490"/>
                    <a:pt x="612" y="528"/>
                  </a:cubicBezTo>
                  <a:cubicBezTo>
                    <a:pt x="646" y="566"/>
                    <a:pt x="646" y="598"/>
                    <a:pt x="680" y="632"/>
                  </a:cubicBezTo>
                  <a:cubicBezTo>
                    <a:pt x="714" y="666"/>
                    <a:pt x="742" y="684"/>
                    <a:pt x="784" y="696"/>
                  </a:cubicBezTo>
                  <a:cubicBezTo>
                    <a:pt x="826" y="708"/>
                    <a:pt x="849" y="689"/>
                    <a:pt x="892" y="692"/>
                  </a:cubicBezTo>
                  <a:cubicBezTo>
                    <a:pt x="935" y="695"/>
                    <a:pt x="957" y="710"/>
                    <a:pt x="1000" y="712"/>
                  </a:cubicBezTo>
                  <a:cubicBezTo>
                    <a:pt x="1043" y="714"/>
                    <a:pt x="1065" y="698"/>
                    <a:pt x="1108" y="704"/>
                  </a:cubicBezTo>
                  <a:cubicBezTo>
                    <a:pt x="1151" y="710"/>
                    <a:pt x="1173" y="723"/>
                    <a:pt x="1216" y="744"/>
                  </a:cubicBezTo>
                  <a:cubicBezTo>
                    <a:pt x="1259" y="765"/>
                    <a:pt x="1281" y="800"/>
                    <a:pt x="1324" y="808"/>
                  </a:cubicBezTo>
                  <a:cubicBezTo>
                    <a:pt x="1367" y="816"/>
                    <a:pt x="1414" y="810"/>
                    <a:pt x="1432" y="784"/>
                  </a:cubicBezTo>
                  <a:cubicBezTo>
                    <a:pt x="1450" y="758"/>
                    <a:pt x="1437" y="718"/>
                    <a:pt x="1412" y="680"/>
                  </a:cubicBezTo>
                  <a:cubicBezTo>
                    <a:pt x="1387" y="642"/>
                    <a:pt x="1350" y="619"/>
                    <a:pt x="1308" y="592"/>
                  </a:cubicBezTo>
                  <a:cubicBezTo>
                    <a:pt x="1266" y="565"/>
                    <a:pt x="1243" y="566"/>
                    <a:pt x="1200" y="544"/>
                  </a:cubicBezTo>
                  <a:cubicBezTo>
                    <a:pt x="1157" y="522"/>
                    <a:pt x="1135" y="507"/>
                    <a:pt x="1092" y="480"/>
                  </a:cubicBezTo>
                  <a:cubicBezTo>
                    <a:pt x="1049" y="453"/>
                    <a:pt x="1017" y="443"/>
                    <a:pt x="984" y="408"/>
                  </a:cubicBezTo>
                  <a:cubicBezTo>
                    <a:pt x="951" y="373"/>
                    <a:pt x="942" y="346"/>
                    <a:pt x="928" y="304"/>
                  </a:cubicBezTo>
                  <a:cubicBezTo>
                    <a:pt x="914" y="262"/>
                    <a:pt x="898" y="237"/>
                    <a:pt x="916" y="196"/>
                  </a:cubicBezTo>
                  <a:cubicBezTo>
                    <a:pt x="934" y="155"/>
                    <a:pt x="930" y="118"/>
                    <a:pt x="972" y="92"/>
                  </a:cubicBezTo>
                  <a:cubicBezTo>
                    <a:pt x="1014" y="66"/>
                    <a:pt x="1046" y="34"/>
                    <a:pt x="1088" y="24"/>
                  </a:cubicBezTo>
                  <a:cubicBezTo>
                    <a:pt x="1130" y="14"/>
                    <a:pt x="1246" y="30"/>
                    <a:pt x="1288" y="32"/>
                  </a:cubicBezTo>
                  <a:cubicBezTo>
                    <a:pt x="1330" y="34"/>
                    <a:pt x="1314" y="51"/>
                    <a:pt x="1356" y="60"/>
                  </a:cubicBezTo>
                  <a:cubicBezTo>
                    <a:pt x="1398" y="69"/>
                    <a:pt x="1401" y="96"/>
                    <a:pt x="1444" y="96"/>
                  </a:cubicBezTo>
                  <a:cubicBezTo>
                    <a:pt x="1487" y="96"/>
                    <a:pt x="1509" y="87"/>
                    <a:pt x="1552" y="80"/>
                  </a:cubicBezTo>
                  <a:cubicBezTo>
                    <a:pt x="1595" y="73"/>
                    <a:pt x="1617" y="76"/>
                    <a:pt x="1660" y="60"/>
                  </a:cubicBezTo>
                  <a:cubicBezTo>
                    <a:pt x="1703" y="44"/>
                    <a:pt x="1749" y="12"/>
                    <a:pt x="1768" y="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8848" y="4257"/>
              <a:ext cx="3304" cy="1757"/>
            </a:xfrm>
            <a:custGeom>
              <a:avLst/>
              <a:gdLst>
                <a:gd name="connsiteX0" fmla="*/ 0 w 3304"/>
                <a:gd name="connsiteY0" fmla="*/ 1442 h 1756"/>
                <a:gd name="connsiteX1" fmla="*/ 104 w 3304"/>
                <a:gd name="connsiteY1" fmla="*/ 1362 h 1756"/>
                <a:gd name="connsiteX2" fmla="*/ 208 w 3304"/>
                <a:gd name="connsiteY2" fmla="*/ 1282 h 1756"/>
                <a:gd name="connsiteX3" fmla="*/ 264 w 3304"/>
                <a:gd name="connsiteY3" fmla="*/ 1174 h 1756"/>
                <a:gd name="connsiteX4" fmla="*/ 328 w 3304"/>
                <a:gd name="connsiteY4" fmla="*/ 1066 h 1756"/>
                <a:gd name="connsiteX5" fmla="*/ 392 w 3304"/>
                <a:gd name="connsiteY5" fmla="*/ 958 h 1756"/>
                <a:gd name="connsiteX6" fmla="*/ 452 w 3304"/>
                <a:gd name="connsiteY6" fmla="*/ 846 h 1756"/>
                <a:gd name="connsiteX7" fmla="*/ 504 w 3304"/>
                <a:gd name="connsiteY7" fmla="*/ 742 h 1756"/>
                <a:gd name="connsiteX8" fmla="*/ 560 w 3304"/>
                <a:gd name="connsiteY8" fmla="*/ 634 h 1756"/>
                <a:gd name="connsiteX9" fmla="*/ 596 w 3304"/>
                <a:gd name="connsiteY9" fmla="*/ 530 h 1756"/>
                <a:gd name="connsiteX10" fmla="*/ 624 w 3304"/>
                <a:gd name="connsiteY10" fmla="*/ 422 h 1756"/>
                <a:gd name="connsiteX11" fmla="*/ 628 w 3304"/>
                <a:gd name="connsiteY11" fmla="*/ 314 h 1756"/>
                <a:gd name="connsiteX12" fmla="*/ 628 w 3304"/>
                <a:gd name="connsiteY12" fmla="*/ 206 h 1756"/>
                <a:gd name="connsiteX13" fmla="*/ 692 w 3304"/>
                <a:gd name="connsiteY13" fmla="*/ 98 h 1756"/>
                <a:gd name="connsiteX14" fmla="*/ 800 w 3304"/>
                <a:gd name="connsiteY14" fmla="*/ 18 h 1756"/>
                <a:gd name="connsiteX15" fmla="*/ 904 w 3304"/>
                <a:gd name="connsiteY15" fmla="*/ 2 h 1756"/>
                <a:gd name="connsiteX16" fmla="*/ 1012 w 3304"/>
                <a:gd name="connsiteY16" fmla="*/ 38 h 1756"/>
                <a:gd name="connsiteX17" fmla="*/ 1128 w 3304"/>
                <a:gd name="connsiteY17" fmla="*/ 86 h 1756"/>
                <a:gd name="connsiteX18" fmla="*/ 1232 w 3304"/>
                <a:gd name="connsiteY18" fmla="*/ 70 h 1756"/>
                <a:gd name="connsiteX19" fmla="*/ 1336 w 3304"/>
                <a:gd name="connsiteY19" fmla="*/ 78 h 1756"/>
                <a:gd name="connsiteX20" fmla="*/ 1444 w 3304"/>
                <a:gd name="connsiteY20" fmla="*/ 122 h 1756"/>
                <a:gd name="connsiteX21" fmla="*/ 1552 w 3304"/>
                <a:gd name="connsiteY21" fmla="*/ 194 h 1756"/>
                <a:gd name="connsiteX22" fmla="*/ 1584 w 3304"/>
                <a:gd name="connsiteY22" fmla="*/ 302 h 1756"/>
                <a:gd name="connsiteX23" fmla="*/ 1536 w 3304"/>
                <a:gd name="connsiteY23" fmla="*/ 410 h 1756"/>
                <a:gd name="connsiteX24" fmla="*/ 1480 w 3304"/>
                <a:gd name="connsiteY24" fmla="*/ 518 h 1756"/>
                <a:gd name="connsiteX25" fmla="*/ 1468 w 3304"/>
                <a:gd name="connsiteY25" fmla="*/ 626 h 1756"/>
                <a:gd name="connsiteX26" fmla="*/ 1476 w 3304"/>
                <a:gd name="connsiteY26" fmla="*/ 734 h 1756"/>
                <a:gd name="connsiteX27" fmla="*/ 1476 w 3304"/>
                <a:gd name="connsiteY27" fmla="*/ 842 h 1756"/>
                <a:gd name="connsiteX28" fmla="*/ 1484 w 3304"/>
                <a:gd name="connsiteY28" fmla="*/ 974 h 1756"/>
                <a:gd name="connsiteX29" fmla="*/ 1452 w 3304"/>
                <a:gd name="connsiteY29" fmla="*/ 1062 h 1756"/>
                <a:gd name="connsiteX30" fmla="*/ 1464 w 3304"/>
                <a:gd name="connsiteY30" fmla="*/ 1166 h 1756"/>
                <a:gd name="connsiteX31" fmla="*/ 1484 w 3304"/>
                <a:gd name="connsiteY31" fmla="*/ 1274 h 1756"/>
                <a:gd name="connsiteX32" fmla="*/ 1516 w 3304"/>
                <a:gd name="connsiteY32" fmla="*/ 1382 h 1756"/>
                <a:gd name="connsiteX33" fmla="*/ 1516 w 3304"/>
                <a:gd name="connsiteY33" fmla="*/ 1502 h 1756"/>
                <a:gd name="connsiteX34" fmla="*/ 1496 w 3304"/>
                <a:gd name="connsiteY34" fmla="*/ 1598 h 1756"/>
                <a:gd name="connsiteX35" fmla="*/ 1488 w 3304"/>
                <a:gd name="connsiteY35" fmla="*/ 1706 h 1756"/>
                <a:gd name="connsiteX36" fmla="*/ 1592 w 3304"/>
                <a:gd name="connsiteY36" fmla="*/ 1754 h 1756"/>
                <a:gd name="connsiteX37" fmla="*/ 1692 w 3304"/>
                <a:gd name="connsiteY37" fmla="*/ 1646 h 1756"/>
                <a:gd name="connsiteX38" fmla="*/ 1796 w 3304"/>
                <a:gd name="connsiteY38" fmla="*/ 1626 h 1756"/>
                <a:gd name="connsiteX39" fmla="*/ 1904 w 3304"/>
                <a:gd name="connsiteY39" fmla="*/ 1582 h 1756"/>
                <a:gd name="connsiteX40" fmla="*/ 2012 w 3304"/>
                <a:gd name="connsiteY40" fmla="*/ 1622 h 1756"/>
                <a:gd name="connsiteX41" fmla="*/ 2120 w 3304"/>
                <a:gd name="connsiteY41" fmla="*/ 1634 h 1756"/>
                <a:gd name="connsiteX42" fmla="*/ 2228 w 3304"/>
                <a:gd name="connsiteY42" fmla="*/ 1578 h 1756"/>
                <a:gd name="connsiteX43" fmla="*/ 2336 w 3304"/>
                <a:gd name="connsiteY43" fmla="*/ 1562 h 1756"/>
                <a:gd name="connsiteX44" fmla="*/ 2440 w 3304"/>
                <a:gd name="connsiteY44" fmla="*/ 1562 h 1756"/>
                <a:gd name="connsiteX45" fmla="*/ 2548 w 3304"/>
                <a:gd name="connsiteY45" fmla="*/ 1498 h 1756"/>
                <a:gd name="connsiteX46" fmla="*/ 2568 w 3304"/>
                <a:gd name="connsiteY46" fmla="*/ 1390 h 1756"/>
                <a:gd name="connsiteX47" fmla="*/ 2608 w 3304"/>
                <a:gd name="connsiteY47" fmla="*/ 1282 h 1756"/>
                <a:gd name="connsiteX48" fmla="*/ 2712 w 3304"/>
                <a:gd name="connsiteY48" fmla="*/ 1198 h 1756"/>
                <a:gd name="connsiteX49" fmla="*/ 2784 w 3304"/>
                <a:gd name="connsiteY49" fmla="*/ 1094 h 1756"/>
                <a:gd name="connsiteX50" fmla="*/ 2832 w 3304"/>
                <a:gd name="connsiteY50" fmla="*/ 986 h 1756"/>
                <a:gd name="connsiteX51" fmla="*/ 2928 w 3304"/>
                <a:gd name="connsiteY51" fmla="*/ 885 h 1756"/>
                <a:gd name="connsiteX52" fmla="*/ 2996 w 3304"/>
                <a:gd name="connsiteY52" fmla="*/ 777 h 1756"/>
                <a:gd name="connsiteX53" fmla="*/ 3116 w 3304"/>
                <a:gd name="connsiteY53" fmla="*/ 701 h 1756"/>
                <a:gd name="connsiteX54" fmla="*/ 3200 w 3304"/>
                <a:gd name="connsiteY54" fmla="*/ 606 h 1756"/>
                <a:gd name="connsiteX55" fmla="*/ 3304 w 3304"/>
                <a:gd name="connsiteY55" fmla="*/ 526 h 1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04" h="1757">
                  <a:moveTo>
                    <a:pt x="0" y="1442"/>
                  </a:moveTo>
                  <a:cubicBezTo>
                    <a:pt x="19" y="1428"/>
                    <a:pt x="62" y="1394"/>
                    <a:pt x="104" y="1362"/>
                  </a:cubicBezTo>
                  <a:cubicBezTo>
                    <a:pt x="146" y="1330"/>
                    <a:pt x="176" y="1320"/>
                    <a:pt x="208" y="1282"/>
                  </a:cubicBezTo>
                  <a:cubicBezTo>
                    <a:pt x="240" y="1244"/>
                    <a:pt x="240" y="1217"/>
                    <a:pt x="264" y="1174"/>
                  </a:cubicBezTo>
                  <a:cubicBezTo>
                    <a:pt x="288" y="1131"/>
                    <a:pt x="302" y="1109"/>
                    <a:pt x="328" y="1066"/>
                  </a:cubicBezTo>
                  <a:cubicBezTo>
                    <a:pt x="354" y="1023"/>
                    <a:pt x="367" y="1002"/>
                    <a:pt x="392" y="958"/>
                  </a:cubicBezTo>
                  <a:cubicBezTo>
                    <a:pt x="417" y="914"/>
                    <a:pt x="430" y="889"/>
                    <a:pt x="452" y="846"/>
                  </a:cubicBezTo>
                  <a:cubicBezTo>
                    <a:pt x="474" y="803"/>
                    <a:pt x="482" y="784"/>
                    <a:pt x="504" y="742"/>
                  </a:cubicBezTo>
                  <a:cubicBezTo>
                    <a:pt x="526" y="700"/>
                    <a:pt x="542" y="676"/>
                    <a:pt x="560" y="634"/>
                  </a:cubicBezTo>
                  <a:cubicBezTo>
                    <a:pt x="578" y="592"/>
                    <a:pt x="583" y="572"/>
                    <a:pt x="596" y="530"/>
                  </a:cubicBezTo>
                  <a:cubicBezTo>
                    <a:pt x="609" y="488"/>
                    <a:pt x="618" y="465"/>
                    <a:pt x="624" y="422"/>
                  </a:cubicBezTo>
                  <a:cubicBezTo>
                    <a:pt x="630" y="379"/>
                    <a:pt x="627" y="357"/>
                    <a:pt x="628" y="314"/>
                  </a:cubicBezTo>
                  <a:cubicBezTo>
                    <a:pt x="629" y="271"/>
                    <a:pt x="615" y="249"/>
                    <a:pt x="628" y="206"/>
                  </a:cubicBezTo>
                  <a:cubicBezTo>
                    <a:pt x="641" y="163"/>
                    <a:pt x="658" y="136"/>
                    <a:pt x="692" y="98"/>
                  </a:cubicBezTo>
                  <a:cubicBezTo>
                    <a:pt x="726" y="60"/>
                    <a:pt x="758" y="37"/>
                    <a:pt x="800" y="18"/>
                  </a:cubicBezTo>
                  <a:cubicBezTo>
                    <a:pt x="842" y="-1"/>
                    <a:pt x="862" y="-2"/>
                    <a:pt x="904" y="2"/>
                  </a:cubicBezTo>
                  <a:cubicBezTo>
                    <a:pt x="946" y="6"/>
                    <a:pt x="967" y="21"/>
                    <a:pt x="1012" y="38"/>
                  </a:cubicBezTo>
                  <a:cubicBezTo>
                    <a:pt x="1057" y="55"/>
                    <a:pt x="1084" y="80"/>
                    <a:pt x="1128" y="86"/>
                  </a:cubicBezTo>
                  <a:cubicBezTo>
                    <a:pt x="1172" y="92"/>
                    <a:pt x="1190" y="72"/>
                    <a:pt x="1232" y="70"/>
                  </a:cubicBezTo>
                  <a:cubicBezTo>
                    <a:pt x="1274" y="68"/>
                    <a:pt x="1294" y="68"/>
                    <a:pt x="1336" y="78"/>
                  </a:cubicBezTo>
                  <a:cubicBezTo>
                    <a:pt x="1378" y="88"/>
                    <a:pt x="1401" y="99"/>
                    <a:pt x="1444" y="122"/>
                  </a:cubicBezTo>
                  <a:cubicBezTo>
                    <a:pt x="1487" y="145"/>
                    <a:pt x="1524" y="158"/>
                    <a:pt x="1552" y="194"/>
                  </a:cubicBezTo>
                  <a:cubicBezTo>
                    <a:pt x="1580" y="230"/>
                    <a:pt x="1587" y="259"/>
                    <a:pt x="1584" y="302"/>
                  </a:cubicBezTo>
                  <a:cubicBezTo>
                    <a:pt x="1581" y="345"/>
                    <a:pt x="1557" y="367"/>
                    <a:pt x="1536" y="410"/>
                  </a:cubicBezTo>
                  <a:cubicBezTo>
                    <a:pt x="1515" y="453"/>
                    <a:pt x="1494" y="475"/>
                    <a:pt x="1480" y="518"/>
                  </a:cubicBezTo>
                  <a:cubicBezTo>
                    <a:pt x="1466" y="561"/>
                    <a:pt x="1469" y="583"/>
                    <a:pt x="1468" y="626"/>
                  </a:cubicBezTo>
                  <a:cubicBezTo>
                    <a:pt x="1467" y="669"/>
                    <a:pt x="1474" y="691"/>
                    <a:pt x="1476" y="734"/>
                  </a:cubicBezTo>
                  <a:cubicBezTo>
                    <a:pt x="1478" y="777"/>
                    <a:pt x="1480" y="799"/>
                    <a:pt x="1476" y="842"/>
                  </a:cubicBezTo>
                  <a:cubicBezTo>
                    <a:pt x="1472" y="885"/>
                    <a:pt x="1489" y="930"/>
                    <a:pt x="1484" y="974"/>
                  </a:cubicBezTo>
                  <a:cubicBezTo>
                    <a:pt x="1479" y="1018"/>
                    <a:pt x="1456" y="1019"/>
                    <a:pt x="1452" y="1062"/>
                  </a:cubicBezTo>
                  <a:cubicBezTo>
                    <a:pt x="1448" y="1105"/>
                    <a:pt x="1469" y="1124"/>
                    <a:pt x="1464" y="1166"/>
                  </a:cubicBezTo>
                  <a:cubicBezTo>
                    <a:pt x="1459" y="1208"/>
                    <a:pt x="1484" y="1231"/>
                    <a:pt x="1484" y="1274"/>
                  </a:cubicBezTo>
                  <a:cubicBezTo>
                    <a:pt x="1484" y="1317"/>
                    <a:pt x="1511" y="1339"/>
                    <a:pt x="1516" y="1382"/>
                  </a:cubicBezTo>
                  <a:cubicBezTo>
                    <a:pt x="1521" y="1425"/>
                    <a:pt x="1511" y="1459"/>
                    <a:pt x="1516" y="1502"/>
                  </a:cubicBezTo>
                  <a:cubicBezTo>
                    <a:pt x="1521" y="1545"/>
                    <a:pt x="1489" y="1555"/>
                    <a:pt x="1496" y="1598"/>
                  </a:cubicBezTo>
                  <a:cubicBezTo>
                    <a:pt x="1503" y="1641"/>
                    <a:pt x="1462" y="1675"/>
                    <a:pt x="1488" y="1706"/>
                  </a:cubicBezTo>
                  <a:cubicBezTo>
                    <a:pt x="1514" y="1737"/>
                    <a:pt x="1551" y="1766"/>
                    <a:pt x="1592" y="1754"/>
                  </a:cubicBezTo>
                  <a:cubicBezTo>
                    <a:pt x="1633" y="1742"/>
                    <a:pt x="1651" y="1672"/>
                    <a:pt x="1692" y="1646"/>
                  </a:cubicBezTo>
                  <a:cubicBezTo>
                    <a:pt x="1733" y="1620"/>
                    <a:pt x="1754" y="1639"/>
                    <a:pt x="1796" y="1626"/>
                  </a:cubicBezTo>
                  <a:cubicBezTo>
                    <a:pt x="1838" y="1613"/>
                    <a:pt x="1861" y="1583"/>
                    <a:pt x="1904" y="1582"/>
                  </a:cubicBezTo>
                  <a:cubicBezTo>
                    <a:pt x="1947" y="1581"/>
                    <a:pt x="1969" y="1612"/>
                    <a:pt x="2012" y="1622"/>
                  </a:cubicBezTo>
                  <a:cubicBezTo>
                    <a:pt x="2055" y="1632"/>
                    <a:pt x="2077" y="1643"/>
                    <a:pt x="2120" y="1634"/>
                  </a:cubicBezTo>
                  <a:cubicBezTo>
                    <a:pt x="2163" y="1625"/>
                    <a:pt x="2185" y="1592"/>
                    <a:pt x="2228" y="1578"/>
                  </a:cubicBezTo>
                  <a:cubicBezTo>
                    <a:pt x="2271" y="1564"/>
                    <a:pt x="2294" y="1565"/>
                    <a:pt x="2336" y="1562"/>
                  </a:cubicBezTo>
                  <a:cubicBezTo>
                    <a:pt x="2378" y="1559"/>
                    <a:pt x="2398" y="1575"/>
                    <a:pt x="2440" y="1562"/>
                  </a:cubicBezTo>
                  <a:cubicBezTo>
                    <a:pt x="2482" y="1549"/>
                    <a:pt x="2522" y="1532"/>
                    <a:pt x="2548" y="1498"/>
                  </a:cubicBezTo>
                  <a:cubicBezTo>
                    <a:pt x="2574" y="1464"/>
                    <a:pt x="2556" y="1433"/>
                    <a:pt x="2568" y="1390"/>
                  </a:cubicBezTo>
                  <a:cubicBezTo>
                    <a:pt x="2580" y="1347"/>
                    <a:pt x="2579" y="1320"/>
                    <a:pt x="2608" y="1282"/>
                  </a:cubicBezTo>
                  <a:cubicBezTo>
                    <a:pt x="2637" y="1244"/>
                    <a:pt x="2677" y="1236"/>
                    <a:pt x="2712" y="1198"/>
                  </a:cubicBezTo>
                  <a:cubicBezTo>
                    <a:pt x="2747" y="1160"/>
                    <a:pt x="2760" y="1136"/>
                    <a:pt x="2784" y="1094"/>
                  </a:cubicBezTo>
                  <a:cubicBezTo>
                    <a:pt x="2808" y="1052"/>
                    <a:pt x="2801" y="1027"/>
                    <a:pt x="2832" y="986"/>
                  </a:cubicBezTo>
                  <a:cubicBezTo>
                    <a:pt x="2863" y="945"/>
                    <a:pt x="2890" y="925"/>
                    <a:pt x="2928" y="885"/>
                  </a:cubicBezTo>
                  <a:cubicBezTo>
                    <a:pt x="2966" y="845"/>
                    <a:pt x="2958" y="813"/>
                    <a:pt x="2996" y="777"/>
                  </a:cubicBezTo>
                  <a:cubicBezTo>
                    <a:pt x="3034" y="741"/>
                    <a:pt x="3080" y="737"/>
                    <a:pt x="3116" y="701"/>
                  </a:cubicBezTo>
                  <a:cubicBezTo>
                    <a:pt x="3152" y="665"/>
                    <a:pt x="3165" y="643"/>
                    <a:pt x="3200" y="606"/>
                  </a:cubicBezTo>
                  <a:cubicBezTo>
                    <a:pt x="3235" y="569"/>
                    <a:pt x="3285" y="540"/>
                    <a:pt x="3304" y="526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任意多边形 3"/>
          <p:cNvSpPr/>
          <p:nvPr/>
        </p:nvSpPr>
        <p:spPr>
          <a:xfrm>
            <a:off x="10050145" y="1857375"/>
            <a:ext cx="1523365" cy="2127885"/>
          </a:xfrm>
          <a:custGeom>
            <a:avLst/>
            <a:gdLst>
              <a:gd name="connsiteX0" fmla="*/ 0 w 1600"/>
              <a:gd name="connsiteY0" fmla="*/ 0 h 2232"/>
              <a:gd name="connsiteX1" fmla="*/ 104 w 1600"/>
              <a:gd name="connsiteY1" fmla="*/ 80 h 2232"/>
              <a:gd name="connsiteX2" fmla="*/ 160 w 1600"/>
              <a:gd name="connsiteY2" fmla="*/ 184 h 2232"/>
              <a:gd name="connsiteX3" fmla="*/ 240 w 1600"/>
              <a:gd name="connsiteY3" fmla="*/ 288 h 2232"/>
              <a:gd name="connsiteX4" fmla="*/ 256 w 1600"/>
              <a:gd name="connsiteY4" fmla="*/ 392 h 2232"/>
              <a:gd name="connsiteX5" fmla="*/ 216 w 1600"/>
              <a:gd name="connsiteY5" fmla="*/ 496 h 2232"/>
              <a:gd name="connsiteX6" fmla="*/ 168 w 1600"/>
              <a:gd name="connsiteY6" fmla="*/ 608 h 2232"/>
              <a:gd name="connsiteX7" fmla="*/ 160 w 1600"/>
              <a:gd name="connsiteY7" fmla="*/ 712 h 2232"/>
              <a:gd name="connsiteX8" fmla="*/ 176 w 1600"/>
              <a:gd name="connsiteY8" fmla="*/ 824 h 2232"/>
              <a:gd name="connsiteX9" fmla="*/ 280 w 1600"/>
              <a:gd name="connsiteY9" fmla="*/ 864 h 2232"/>
              <a:gd name="connsiteX10" fmla="*/ 392 w 1600"/>
              <a:gd name="connsiteY10" fmla="*/ 936 h 2232"/>
              <a:gd name="connsiteX11" fmla="*/ 400 w 1600"/>
              <a:gd name="connsiteY11" fmla="*/ 1040 h 2232"/>
              <a:gd name="connsiteX12" fmla="*/ 400 w 1600"/>
              <a:gd name="connsiteY12" fmla="*/ 1144 h 2232"/>
              <a:gd name="connsiteX13" fmla="*/ 424 w 1600"/>
              <a:gd name="connsiteY13" fmla="*/ 1256 h 2232"/>
              <a:gd name="connsiteX14" fmla="*/ 528 w 1600"/>
              <a:gd name="connsiteY14" fmla="*/ 1280 h 2232"/>
              <a:gd name="connsiteX15" fmla="*/ 632 w 1600"/>
              <a:gd name="connsiteY15" fmla="*/ 1344 h 2232"/>
              <a:gd name="connsiteX16" fmla="*/ 624 w 1600"/>
              <a:gd name="connsiteY16" fmla="*/ 1448 h 2232"/>
              <a:gd name="connsiteX17" fmla="*/ 592 w 1600"/>
              <a:gd name="connsiteY17" fmla="*/ 1552 h 2232"/>
              <a:gd name="connsiteX18" fmla="*/ 560 w 1600"/>
              <a:gd name="connsiteY18" fmla="*/ 1656 h 2232"/>
              <a:gd name="connsiteX19" fmla="*/ 536 w 1600"/>
              <a:gd name="connsiteY19" fmla="*/ 1768 h 2232"/>
              <a:gd name="connsiteX20" fmla="*/ 536 w 1600"/>
              <a:gd name="connsiteY20" fmla="*/ 1872 h 2232"/>
              <a:gd name="connsiteX21" fmla="*/ 589 w 1600"/>
              <a:gd name="connsiteY21" fmla="*/ 1972 h 2232"/>
              <a:gd name="connsiteX22" fmla="*/ 661 w 1600"/>
              <a:gd name="connsiteY22" fmla="*/ 1984 h 2232"/>
              <a:gd name="connsiteX23" fmla="*/ 751 w 1600"/>
              <a:gd name="connsiteY23" fmla="*/ 2005 h 2232"/>
              <a:gd name="connsiteX24" fmla="*/ 835 w 1600"/>
              <a:gd name="connsiteY24" fmla="*/ 2005 h 2232"/>
              <a:gd name="connsiteX25" fmla="*/ 967 w 1600"/>
              <a:gd name="connsiteY25" fmla="*/ 2011 h 2232"/>
              <a:gd name="connsiteX26" fmla="*/ 1108 w 1600"/>
              <a:gd name="connsiteY26" fmla="*/ 2029 h 2232"/>
              <a:gd name="connsiteX27" fmla="*/ 1231 w 1600"/>
              <a:gd name="connsiteY27" fmla="*/ 2068 h 2232"/>
              <a:gd name="connsiteX28" fmla="*/ 1363 w 1600"/>
              <a:gd name="connsiteY28" fmla="*/ 2113 h 2232"/>
              <a:gd name="connsiteX29" fmla="*/ 1468 w 1600"/>
              <a:gd name="connsiteY29" fmla="*/ 2152 h 2232"/>
              <a:gd name="connsiteX30" fmla="*/ 1531 w 1600"/>
              <a:gd name="connsiteY30" fmla="*/ 2173 h 2232"/>
              <a:gd name="connsiteX31" fmla="*/ 1600 w 1600"/>
              <a:gd name="connsiteY31" fmla="*/ 2232 h 2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" h="2232">
                <a:moveTo>
                  <a:pt x="0" y="0"/>
                </a:moveTo>
                <a:cubicBezTo>
                  <a:pt x="20" y="14"/>
                  <a:pt x="72" y="43"/>
                  <a:pt x="104" y="80"/>
                </a:cubicBezTo>
                <a:cubicBezTo>
                  <a:pt x="136" y="117"/>
                  <a:pt x="133" y="142"/>
                  <a:pt x="160" y="184"/>
                </a:cubicBezTo>
                <a:cubicBezTo>
                  <a:pt x="187" y="226"/>
                  <a:pt x="221" y="246"/>
                  <a:pt x="240" y="288"/>
                </a:cubicBezTo>
                <a:cubicBezTo>
                  <a:pt x="259" y="330"/>
                  <a:pt x="261" y="350"/>
                  <a:pt x="256" y="392"/>
                </a:cubicBezTo>
                <a:cubicBezTo>
                  <a:pt x="251" y="434"/>
                  <a:pt x="234" y="453"/>
                  <a:pt x="216" y="496"/>
                </a:cubicBezTo>
                <a:cubicBezTo>
                  <a:pt x="198" y="539"/>
                  <a:pt x="179" y="565"/>
                  <a:pt x="168" y="608"/>
                </a:cubicBezTo>
                <a:cubicBezTo>
                  <a:pt x="157" y="651"/>
                  <a:pt x="158" y="669"/>
                  <a:pt x="160" y="712"/>
                </a:cubicBezTo>
                <a:cubicBezTo>
                  <a:pt x="162" y="755"/>
                  <a:pt x="152" y="794"/>
                  <a:pt x="176" y="824"/>
                </a:cubicBezTo>
                <a:cubicBezTo>
                  <a:pt x="200" y="854"/>
                  <a:pt x="237" y="842"/>
                  <a:pt x="280" y="864"/>
                </a:cubicBezTo>
                <a:cubicBezTo>
                  <a:pt x="323" y="886"/>
                  <a:pt x="368" y="901"/>
                  <a:pt x="392" y="936"/>
                </a:cubicBezTo>
                <a:cubicBezTo>
                  <a:pt x="416" y="971"/>
                  <a:pt x="398" y="998"/>
                  <a:pt x="400" y="1040"/>
                </a:cubicBezTo>
                <a:cubicBezTo>
                  <a:pt x="402" y="1082"/>
                  <a:pt x="395" y="1101"/>
                  <a:pt x="400" y="1144"/>
                </a:cubicBezTo>
                <a:cubicBezTo>
                  <a:pt x="405" y="1187"/>
                  <a:pt x="398" y="1229"/>
                  <a:pt x="424" y="1256"/>
                </a:cubicBezTo>
                <a:cubicBezTo>
                  <a:pt x="450" y="1283"/>
                  <a:pt x="486" y="1262"/>
                  <a:pt x="528" y="1280"/>
                </a:cubicBezTo>
                <a:cubicBezTo>
                  <a:pt x="570" y="1298"/>
                  <a:pt x="613" y="1310"/>
                  <a:pt x="632" y="1344"/>
                </a:cubicBezTo>
                <a:cubicBezTo>
                  <a:pt x="651" y="1378"/>
                  <a:pt x="632" y="1406"/>
                  <a:pt x="624" y="1448"/>
                </a:cubicBezTo>
                <a:cubicBezTo>
                  <a:pt x="616" y="1490"/>
                  <a:pt x="605" y="1510"/>
                  <a:pt x="592" y="1552"/>
                </a:cubicBezTo>
                <a:cubicBezTo>
                  <a:pt x="579" y="1594"/>
                  <a:pt x="571" y="1613"/>
                  <a:pt x="560" y="1656"/>
                </a:cubicBezTo>
                <a:cubicBezTo>
                  <a:pt x="549" y="1699"/>
                  <a:pt x="541" y="1725"/>
                  <a:pt x="536" y="1768"/>
                </a:cubicBezTo>
                <a:cubicBezTo>
                  <a:pt x="531" y="1811"/>
                  <a:pt x="536" y="1829"/>
                  <a:pt x="536" y="1872"/>
                </a:cubicBezTo>
                <a:cubicBezTo>
                  <a:pt x="536" y="1915"/>
                  <a:pt x="568" y="1943"/>
                  <a:pt x="589" y="1972"/>
                </a:cubicBezTo>
                <a:cubicBezTo>
                  <a:pt x="610" y="2001"/>
                  <a:pt x="619" y="1973"/>
                  <a:pt x="661" y="1984"/>
                </a:cubicBezTo>
                <a:cubicBezTo>
                  <a:pt x="703" y="1995"/>
                  <a:pt x="709" y="2000"/>
                  <a:pt x="751" y="2005"/>
                </a:cubicBezTo>
                <a:cubicBezTo>
                  <a:pt x="793" y="2010"/>
                  <a:pt x="792" y="2000"/>
                  <a:pt x="835" y="2005"/>
                </a:cubicBezTo>
                <a:cubicBezTo>
                  <a:pt x="878" y="2010"/>
                  <a:pt x="924" y="2000"/>
                  <a:pt x="967" y="2011"/>
                </a:cubicBezTo>
                <a:cubicBezTo>
                  <a:pt x="1010" y="2022"/>
                  <a:pt x="1066" y="2013"/>
                  <a:pt x="1108" y="2029"/>
                </a:cubicBezTo>
                <a:cubicBezTo>
                  <a:pt x="1150" y="2045"/>
                  <a:pt x="1188" y="2052"/>
                  <a:pt x="1231" y="2068"/>
                </a:cubicBezTo>
                <a:cubicBezTo>
                  <a:pt x="1274" y="2084"/>
                  <a:pt x="1320" y="2105"/>
                  <a:pt x="1363" y="2113"/>
                </a:cubicBezTo>
                <a:cubicBezTo>
                  <a:pt x="1406" y="2121"/>
                  <a:pt x="1425" y="2146"/>
                  <a:pt x="1468" y="2152"/>
                </a:cubicBezTo>
                <a:cubicBezTo>
                  <a:pt x="1511" y="2158"/>
                  <a:pt x="1488" y="2163"/>
                  <a:pt x="1531" y="2173"/>
                </a:cubicBezTo>
                <a:cubicBezTo>
                  <a:pt x="1574" y="2183"/>
                  <a:pt x="1581" y="2228"/>
                  <a:pt x="1600" y="223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10057130" y="-67310"/>
            <a:ext cx="1685290" cy="1945005"/>
          </a:xfrm>
          <a:custGeom>
            <a:avLst/>
            <a:gdLst>
              <a:gd name="connisteX0" fmla="*/ 0 w 1123950"/>
              <a:gd name="connsiteY0" fmla="*/ 1295400 h 1295400"/>
              <a:gd name="connisteX1" fmla="*/ 64770 w 1123950"/>
              <a:gd name="connsiteY1" fmla="*/ 1280160 h 1295400"/>
              <a:gd name="connisteX2" fmla="*/ 129540 w 1123950"/>
              <a:gd name="connsiteY2" fmla="*/ 1272540 h 1295400"/>
              <a:gd name="connisteX3" fmla="*/ 194310 w 1123950"/>
              <a:gd name="connsiteY3" fmla="*/ 1272540 h 1295400"/>
              <a:gd name="connisteX4" fmla="*/ 259080 w 1123950"/>
              <a:gd name="connsiteY4" fmla="*/ 1272540 h 1295400"/>
              <a:gd name="connisteX5" fmla="*/ 327660 w 1123950"/>
              <a:gd name="connsiteY5" fmla="*/ 1257300 h 1295400"/>
              <a:gd name="connisteX6" fmla="*/ 392430 w 1123950"/>
              <a:gd name="connsiteY6" fmla="*/ 1219200 h 1295400"/>
              <a:gd name="connisteX7" fmla="*/ 457200 w 1123950"/>
              <a:gd name="connsiteY7" fmla="*/ 1158240 h 1295400"/>
              <a:gd name="connisteX8" fmla="*/ 502920 w 1123950"/>
              <a:gd name="connsiteY8" fmla="*/ 1093470 h 1295400"/>
              <a:gd name="connisteX9" fmla="*/ 560070 w 1123950"/>
              <a:gd name="connsiteY9" fmla="*/ 1028700 h 1295400"/>
              <a:gd name="connisteX10" fmla="*/ 586740 w 1123950"/>
              <a:gd name="connsiteY10" fmla="*/ 963930 h 1295400"/>
              <a:gd name="connisteX11" fmla="*/ 628650 w 1123950"/>
              <a:gd name="connsiteY11" fmla="*/ 899160 h 1295400"/>
              <a:gd name="connisteX12" fmla="*/ 693420 w 1123950"/>
              <a:gd name="connsiteY12" fmla="*/ 845820 h 1295400"/>
              <a:gd name="connisteX13" fmla="*/ 758190 w 1123950"/>
              <a:gd name="connsiteY13" fmla="*/ 807720 h 1295400"/>
              <a:gd name="connisteX14" fmla="*/ 822960 w 1123950"/>
              <a:gd name="connsiteY14" fmla="*/ 765810 h 1295400"/>
              <a:gd name="connisteX15" fmla="*/ 857250 w 1123950"/>
              <a:gd name="connsiteY15" fmla="*/ 701040 h 1295400"/>
              <a:gd name="connisteX16" fmla="*/ 872490 w 1123950"/>
              <a:gd name="connsiteY16" fmla="*/ 636270 h 1295400"/>
              <a:gd name="connisteX17" fmla="*/ 880110 w 1123950"/>
              <a:gd name="connsiteY17" fmla="*/ 567690 h 1295400"/>
              <a:gd name="connisteX18" fmla="*/ 887730 w 1123950"/>
              <a:gd name="connsiteY18" fmla="*/ 502920 h 1295400"/>
              <a:gd name="connisteX19" fmla="*/ 910590 w 1123950"/>
              <a:gd name="connsiteY19" fmla="*/ 438150 h 1295400"/>
              <a:gd name="connisteX20" fmla="*/ 937260 w 1123950"/>
              <a:gd name="connsiteY20" fmla="*/ 373380 h 1295400"/>
              <a:gd name="connisteX21" fmla="*/ 963930 w 1123950"/>
              <a:gd name="connsiteY21" fmla="*/ 308610 h 1295400"/>
              <a:gd name="connisteX22" fmla="*/ 982980 w 1123950"/>
              <a:gd name="connsiteY22" fmla="*/ 243840 h 1295400"/>
              <a:gd name="connisteX23" fmla="*/ 1002030 w 1123950"/>
              <a:gd name="connsiteY23" fmla="*/ 179070 h 1295400"/>
              <a:gd name="connisteX24" fmla="*/ 1028700 w 1123950"/>
              <a:gd name="connsiteY24" fmla="*/ 114300 h 1295400"/>
              <a:gd name="connisteX25" fmla="*/ 1059180 w 1123950"/>
              <a:gd name="connsiteY25" fmla="*/ 49530 h 1295400"/>
              <a:gd name="connisteX26" fmla="*/ 1123950 w 1123950"/>
              <a:gd name="connsiteY26" fmla="*/ 0 h 1295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1123950" h="1295400">
                <a:moveTo>
                  <a:pt x="0" y="1295400"/>
                </a:moveTo>
                <a:cubicBezTo>
                  <a:pt x="11430" y="1292225"/>
                  <a:pt x="38735" y="1284605"/>
                  <a:pt x="64770" y="1280160"/>
                </a:cubicBezTo>
                <a:cubicBezTo>
                  <a:pt x="90805" y="1275715"/>
                  <a:pt x="103505" y="1273810"/>
                  <a:pt x="129540" y="1272540"/>
                </a:cubicBezTo>
                <a:cubicBezTo>
                  <a:pt x="155575" y="1271270"/>
                  <a:pt x="168275" y="1272540"/>
                  <a:pt x="194310" y="1272540"/>
                </a:cubicBezTo>
                <a:cubicBezTo>
                  <a:pt x="220345" y="1272540"/>
                  <a:pt x="232410" y="1275715"/>
                  <a:pt x="259080" y="1272540"/>
                </a:cubicBezTo>
                <a:cubicBezTo>
                  <a:pt x="285750" y="1269365"/>
                  <a:pt x="300990" y="1268095"/>
                  <a:pt x="327660" y="1257300"/>
                </a:cubicBezTo>
                <a:cubicBezTo>
                  <a:pt x="354330" y="1246505"/>
                  <a:pt x="366395" y="1238885"/>
                  <a:pt x="392430" y="1219200"/>
                </a:cubicBezTo>
                <a:cubicBezTo>
                  <a:pt x="418465" y="1199515"/>
                  <a:pt x="434975" y="1183640"/>
                  <a:pt x="457200" y="1158240"/>
                </a:cubicBezTo>
                <a:cubicBezTo>
                  <a:pt x="479425" y="1132840"/>
                  <a:pt x="482600" y="1119505"/>
                  <a:pt x="502920" y="1093470"/>
                </a:cubicBezTo>
                <a:cubicBezTo>
                  <a:pt x="523240" y="1067435"/>
                  <a:pt x="543560" y="1054735"/>
                  <a:pt x="560070" y="1028700"/>
                </a:cubicBezTo>
                <a:cubicBezTo>
                  <a:pt x="576580" y="1002665"/>
                  <a:pt x="572770" y="989965"/>
                  <a:pt x="586740" y="963930"/>
                </a:cubicBezTo>
                <a:cubicBezTo>
                  <a:pt x="600710" y="937895"/>
                  <a:pt x="607060" y="922655"/>
                  <a:pt x="628650" y="899160"/>
                </a:cubicBezTo>
                <a:cubicBezTo>
                  <a:pt x="650240" y="875665"/>
                  <a:pt x="667385" y="864235"/>
                  <a:pt x="693420" y="845820"/>
                </a:cubicBezTo>
                <a:cubicBezTo>
                  <a:pt x="719455" y="827405"/>
                  <a:pt x="732155" y="823595"/>
                  <a:pt x="758190" y="807720"/>
                </a:cubicBezTo>
                <a:cubicBezTo>
                  <a:pt x="784225" y="791845"/>
                  <a:pt x="803275" y="787400"/>
                  <a:pt x="822960" y="765810"/>
                </a:cubicBezTo>
                <a:cubicBezTo>
                  <a:pt x="842645" y="744220"/>
                  <a:pt x="847090" y="727075"/>
                  <a:pt x="857250" y="701040"/>
                </a:cubicBezTo>
                <a:cubicBezTo>
                  <a:pt x="867410" y="675005"/>
                  <a:pt x="868045" y="662940"/>
                  <a:pt x="872490" y="636270"/>
                </a:cubicBezTo>
                <a:cubicBezTo>
                  <a:pt x="876935" y="609600"/>
                  <a:pt x="876935" y="594360"/>
                  <a:pt x="880110" y="567690"/>
                </a:cubicBezTo>
                <a:cubicBezTo>
                  <a:pt x="883285" y="541020"/>
                  <a:pt x="881380" y="528955"/>
                  <a:pt x="887730" y="502920"/>
                </a:cubicBezTo>
                <a:cubicBezTo>
                  <a:pt x="894080" y="476885"/>
                  <a:pt x="900430" y="464185"/>
                  <a:pt x="910590" y="438150"/>
                </a:cubicBezTo>
                <a:cubicBezTo>
                  <a:pt x="920750" y="412115"/>
                  <a:pt x="926465" y="399415"/>
                  <a:pt x="937260" y="373380"/>
                </a:cubicBezTo>
                <a:cubicBezTo>
                  <a:pt x="948055" y="347345"/>
                  <a:pt x="955040" y="334645"/>
                  <a:pt x="963930" y="308610"/>
                </a:cubicBezTo>
                <a:cubicBezTo>
                  <a:pt x="972820" y="282575"/>
                  <a:pt x="975360" y="269875"/>
                  <a:pt x="982980" y="243840"/>
                </a:cubicBezTo>
                <a:cubicBezTo>
                  <a:pt x="990600" y="217805"/>
                  <a:pt x="993140" y="205105"/>
                  <a:pt x="1002030" y="179070"/>
                </a:cubicBezTo>
                <a:cubicBezTo>
                  <a:pt x="1010920" y="153035"/>
                  <a:pt x="1017270" y="140335"/>
                  <a:pt x="1028700" y="114300"/>
                </a:cubicBezTo>
                <a:cubicBezTo>
                  <a:pt x="1040130" y="88265"/>
                  <a:pt x="1040130" y="72390"/>
                  <a:pt x="1059180" y="49530"/>
                </a:cubicBezTo>
                <a:cubicBezTo>
                  <a:pt x="1078230" y="26670"/>
                  <a:pt x="1111885" y="8890"/>
                  <a:pt x="112395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10061575" y="1875155"/>
            <a:ext cx="383540" cy="3060700"/>
          </a:xfrm>
          <a:custGeom>
            <a:avLst/>
            <a:gdLst>
              <a:gd name="connsiteX0" fmla="*/ 2 w 402"/>
              <a:gd name="connsiteY0" fmla="*/ 0 h 3210"/>
              <a:gd name="connsiteX1" fmla="*/ 2 w 402"/>
              <a:gd name="connsiteY1" fmla="*/ 102 h 3210"/>
              <a:gd name="connsiteX2" fmla="*/ 20 w 402"/>
              <a:gd name="connsiteY2" fmla="*/ 210 h 3210"/>
              <a:gd name="connsiteX3" fmla="*/ 20 w 402"/>
              <a:gd name="connsiteY3" fmla="*/ 312 h 3210"/>
              <a:gd name="connsiteX4" fmla="*/ 8 w 402"/>
              <a:gd name="connsiteY4" fmla="*/ 414 h 3210"/>
              <a:gd name="connsiteX5" fmla="*/ 2 w 402"/>
              <a:gd name="connsiteY5" fmla="*/ 516 h 3210"/>
              <a:gd name="connsiteX6" fmla="*/ 2 w 402"/>
              <a:gd name="connsiteY6" fmla="*/ 618 h 3210"/>
              <a:gd name="connsiteX7" fmla="*/ 2 w 402"/>
              <a:gd name="connsiteY7" fmla="*/ 720 h 3210"/>
              <a:gd name="connsiteX8" fmla="*/ 20 w 402"/>
              <a:gd name="connsiteY8" fmla="*/ 822 h 3210"/>
              <a:gd name="connsiteX9" fmla="*/ 50 w 402"/>
              <a:gd name="connsiteY9" fmla="*/ 924 h 3210"/>
              <a:gd name="connsiteX10" fmla="*/ 62 w 402"/>
              <a:gd name="connsiteY10" fmla="*/ 1026 h 3210"/>
              <a:gd name="connsiteX11" fmla="*/ 74 w 402"/>
              <a:gd name="connsiteY11" fmla="*/ 1128 h 3210"/>
              <a:gd name="connsiteX12" fmla="*/ 92 w 402"/>
              <a:gd name="connsiteY12" fmla="*/ 1230 h 3210"/>
              <a:gd name="connsiteX13" fmla="*/ 92 w 402"/>
              <a:gd name="connsiteY13" fmla="*/ 1332 h 3210"/>
              <a:gd name="connsiteX14" fmla="*/ 98 w 402"/>
              <a:gd name="connsiteY14" fmla="*/ 1434 h 3210"/>
              <a:gd name="connsiteX15" fmla="*/ 116 w 402"/>
              <a:gd name="connsiteY15" fmla="*/ 1536 h 3210"/>
              <a:gd name="connsiteX16" fmla="*/ 140 w 402"/>
              <a:gd name="connsiteY16" fmla="*/ 1638 h 3210"/>
              <a:gd name="connsiteX17" fmla="*/ 140 w 402"/>
              <a:gd name="connsiteY17" fmla="*/ 1746 h 3210"/>
              <a:gd name="connsiteX18" fmla="*/ 140 w 402"/>
              <a:gd name="connsiteY18" fmla="*/ 1848 h 3210"/>
              <a:gd name="connsiteX19" fmla="*/ 140 w 402"/>
              <a:gd name="connsiteY19" fmla="*/ 1950 h 3210"/>
              <a:gd name="connsiteX20" fmla="*/ 140 w 402"/>
              <a:gd name="connsiteY20" fmla="*/ 2052 h 3210"/>
              <a:gd name="connsiteX21" fmla="*/ 128 w 402"/>
              <a:gd name="connsiteY21" fmla="*/ 2154 h 3210"/>
              <a:gd name="connsiteX22" fmla="*/ 98 w 402"/>
              <a:gd name="connsiteY22" fmla="*/ 2256 h 3210"/>
              <a:gd name="connsiteX23" fmla="*/ 68 w 402"/>
              <a:gd name="connsiteY23" fmla="*/ 2358 h 3210"/>
              <a:gd name="connsiteX24" fmla="*/ 62 w 402"/>
              <a:gd name="connsiteY24" fmla="*/ 2460 h 3210"/>
              <a:gd name="connsiteX25" fmla="*/ 116 w 402"/>
              <a:gd name="connsiteY25" fmla="*/ 2562 h 3210"/>
              <a:gd name="connsiteX26" fmla="*/ 182 w 402"/>
              <a:gd name="connsiteY26" fmla="*/ 2664 h 3210"/>
              <a:gd name="connsiteX27" fmla="*/ 236 w 402"/>
              <a:gd name="connsiteY27" fmla="*/ 2766 h 3210"/>
              <a:gd name="connsiteX28" fmla="*/ 362 w 402"/>
              <a:gd name="connsiteY28" fmla="*/ 2886 h 3210"/>
              <a:gd name="connsiteX29" fmla="*/ 386 w 402"/>
              <a:gd name="connsiteY29" fmla="*/ 2994 h 3210"/>
              <a:gd name="connsiteX30" fmla="*/ 398 w 402"/>
              <a:gd name="connsiteY30" fmla="*/ 3096 h 3210"/>
              <a:gd name="connsiteX31" fmla="*/ 403 w 402"/>
              <a:gd name="connsiteY31" fmla="*/ 3210 h 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" h="3210">
                <a:moveTo>
                  <a:pt x="2" y="0"/>
                </a:moveTo>
                <a:cubicBezTo>
                  <a:pt x="2" y="18"/>
                  <a:pt x="-2" y="60"/>
                  <a:pt x="2" y="102"/>
                </a:cubicBezTo>
                <a:cubicBezTo>
                  <a:pt x="6" y="144"/>
                  <a:pt x="16" y="168"/>
                  <a:pt x="20" y="210"/>
                </a:cubicBezTo>
                <a:cubicBezTo>
                  <a:pt x="24" y="252"/>
                  <a:pt x="22" y="271"/>
                  <a:pt x="20" y="312"/>
                </a:cubicBezTo>
                <a:cubicBezTo>
                  <a:pt x="18" y="353"/>
                  <a:pt x="12" y="373"/>
                  <a:pt x="8" y="414"/>
                </a:cubicBezTo>
                <a:cubicBezTo>
                  <a:pt x="4" y="455"/>
                  <a:pt x="3" y="475"/>
                  <a:pt x="2" y="516"/>
                </a:cubicBezTo>
                <a:cubicBezTo>
                  <a:pt x="1" y="557"/>
                  <a:pt x="2" y="577"/>
                  <a:pt x="2" y="618"/>
                </a:cubicBezTo>
                <a:cubicBezTo>
                  <a:pt x="2" y="659"/>
                  <a:pt x="-2" y="679"/>
                  <a:pt x="2" y="720"/>
                </a:cubicBezTo>
                <a:cubicBezTo>
                  <a:pt x="6" y="761"/>
                  <a:pt x="10" y="781"/>
                  <a:pt x="20" y="822"/>
                </a:cubicBezTo>
                <a:cubicBezTo>
                  <a:pt x="30" y="863"/>
                  <a:pt x="42" y="883"/>
                  <a:pt x="50" y="924"/>
                </a:cubicBezTo>
                <a:cubicBezTo>
                  <a:pt x="58" y="965"/>
                  <a:pt x="57" y="985"/>
                  <a:pt x="62" y="1026"/>
                </a:cubicBezTo>
                <a:cubicBezTo>
                  <a:pt x="67" y="1067"/>
                  <a:pt x="68" y="1087"/>
                  <a:pt x="74" y="1128"/>
                </a:cubicBezTo>
                <a:cubicBezTo>
                  <a:pt x="80" y="1169"/>
                  <a:pt x="88" y="1189"/>
                  <a:pt x="92" y="1230"/>
                </a:cubicBezTo>
                <a:cubicBezTo>
                  <a:pt x="96" y="1271"/>
                  <a:pt x="91" y="1291"/>
                  <a:pt x="92" y="1332"/>
                </a:cubicBezTo>
                <a:cubicBezTo>
                  <a:pt x="93" y="1373"/>
                  <a:pt x="93" y="1393"/>
                  <a:pt x="98" y="1434"/>
                </a:cubicBezTo>
                <a:cubicBezTo>
                  <a:pt x="103" y="1475"/>
                  <a:pt x="108" y="1495"/>
                  <a:pt x="116" y="1536"/>
                </a:cubicBezTo>
                <a:cubicBezTo>
                  <a:pt x="124" y="1577"/>
                  <a:pt x="135" y="1596"/>
                  <a:pt x="140" y="1638"/>
                </a:cubicBezTo>
                <a:cubicBezTo>
                  <a:pt x="145" y="1680"/>
                  <a:pt x="140" y="1704"/>
                  <a:pt x="140" y="1746"/>
                </a:cubicBezTo>
                <a:cubicBezTo>
                  <a:pt x="140" y="1788"/>
                  <a:pt x="140" y="1807"/>
                  <a:pt x="140" y="1848"/>
                </a:cubicBezTo>
                <a:cubicBezTo>
                  <a:pt x="140" y="1889"/>
                  <a:pt x="140" y="1909"/>
                  <a:pt x="140" y="1950"/>
                </a:cubicBezTo>
                <a:cubicBezTo>
                  <a:pt x="140" y="1991"/>
                  <a:pt x="142" y="2011"/>
                  <a:pt x="140" y="2052"/>
                </a:cubicBezTo>
                <a:cubicBezTo>
                  <a:pt x="138" y="2093"/>
                  <a:pt x="136" y="2113"/>
                  <a:pt x="128" y="2154"/>
                </a:cubicBezTo>
                <a:cubicBezTo>
                  <a:pt x="120" y="2195"/>
                  <a:pt x="110" y="2215"/>
                  <a:pt x="98" y="2256"/>
                </a:cubicBezTo>
                <a:cubicBezTo>
                  <a:pt x="86" y="2297"/>
                  <a:pt x="75" y="2317"/>
                  <a:pt x="68" y="2358"/>
                </a:cubicBezTo>
                <a:cubicBezTo>
                  <a:pt x="61" y="2399"/>
                  <a:pt x="52" y="2419"/>
                  <a:pt x="62" y="2460"/>
                </a:cubicBezTo>
                <a:cubicBezTo>
                  <a:pt x="72" y="2501"/>
                  <a:pt x="92" y="2521"/>
                  <a:pt x="116" y="2562"/>
                </a:cubicBezTo>
                <a:cubicBezTo>
                  <a:pt x="140" y="2603"/>
                  <a:pt x="158" y="2623"/>
                  <a:pt x="182" y="2664"/>
                </a:cubicBezTo>
                <a:cubicBezTo>
                  <a:pt x="206" y="2705"/>
                  <a:pt x="216" y="2725"/>
                  <a:pt x="236" y="2766"/>
                </a:cubicBezTo>
                <a:cubicBezTo>
                  <a:pt x="256" y="2807"/>
                  <a:pt x="346" y="2845"/>
                  <a:pt x="362" y="2886"/>
                </a:cubicBezTo>
                <a:cubicBezTo>
                  <a:pt x="378" y="2927"/>
                  <a:pt x="381" y="2953"/>
                  <a:pt x="386" y="2994"/>
                </a:cubicBezTo>
                <a:cubicBezTo>
                  <a:pt x="391" y="3035"/>
                  <a:pt x="399" y="3055"/>
                  <a:pt x="398" y="3096"/>
                </a:cubicBezTo>
                <a:cubicBezTo>
                  <a:pt x="397" y="3137"/>
                  <a:pt x="403" y="3192"/>
                  <a:pt x="403" y="32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10267950" y="4799965"/>
            <a:ext cx="184785" cy="1664970"/>
          </a:xfrm>
          <a:custGeom>
            <a:avLst/>
            <a:gdLst>
              <a:gd name="connisteX0" fmla="*/ 110490 w 123202"/>
              <a:gd name="connsiteY0" fmla="*/ 0 h 1108710"/>
              <a:gd name="connisteX1" fmla="*/ 118110 w 123202"/>
              <a:gd name="connsiteY1" fmla="*/ 68580 h 1108710"/>
              <a:gd name="connisteX2" fmla="*/ 118110 w 123202"/>
              <a:gd name="connsiteY2" fmla="*/ 133350 h 1108710"/>
              <a:gd name="connisteX3" fmla="*/ 64770 w 123202"/>
              <a:gd name="connsiteY3" fmla="*/ 198120 h 1108710"/>
              <a:gd name="connisteX4" fmla="*/ 45720 w 123202"/>
              <a:gd name="connsiteY4" fmla="*/ 262890 h 1108710"/>
              <a:gd name="connisteX5" fmla="*/ 41910 w 123202"/>
              <a:gd name="connsiteY5" fmla="*/ 327660 h 1108710"/>
              <a:gd name="connisteX6" fmla="*/ 41910 w 123202"/>
              <a:gd name="connsiteY6" fmla="*/ 392430 h 1108710"/>
              <a:gd name="connisteX7" fmla="*/ 49530 w 123202"/>
              <a:gd name="connsiteY7" fmla="*/ 457200 h 1108710"/>
              <a:gd name="connisteX8" fmla="*/ 60960 w 123202"/>
              <a:gd name="connsiteY8" fmla="*/ 521970 h 1108710"/>
              <a:gd name="connisteX9" fmla="*/ 68580 w 123202"/>
              <a:gd name="connsiteY9" fmla="*/ 586740 h 1108710"/>
              <a:gd name="connisteX10" fmla="*/ 64770 w 123202"/>
              <a:gd name="connsiteY10" fmla="*/ 651510 h 1108710"/>
              <a:gd name="connisteX11" fmla="*/ 53340 w 123202"/>
              <a:gd name="connsiteY11" fmla="*/ 716280 h 1108710"/>
              <a:gd name="connisteX12" fmla="*/ 53340 w 123202"/>
              <a:gd name="connsiteY12" fmla="*/ 781050 h 1108710"/>
              <a:gd name="connisteX13" fmla="*/ 64770 w 123202"/>
              <a:gd name="connsiteY13" fmla="*/ 845820 h 1108710"/>
              <a:gd name="connisteX14" fmla="*/ 87630 w 123202"/>
              <a:gd name="connsiteY14" fmla="*/ 910590 h 1108710"/>
              <a:gd name="connisteX15" fmla="*/ 87630 w 123202"/>
              <a:gd name="connsiteY15" fmla="*/ 975360 h 1108710"/>
              <a:gd name="connisteX16" fmla="*/ 45720 w 123202"/>
              <a:gd name="connsiteY16" fmla="*/ 1043940 h 1108710"/>
              <a:gd name="connisteX17" fmla="*/ 0 w 123202"/>
              <a:gd name="connsiteY17" fmla="*/ 1108710 h 11087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</a:cxnLst>
            <a:rect l="l" t="t" r="r" b="b"/>
            <a:pathLst>
              <a:path w="123203" h="1108710">
                <a:moveTo>
                  <a:pt x="110490" y="0"/>
                </a:moveTo>
                <a:cubicBezTo>
                  <a:pt x="111760" y="12700"/>
                  <a:pt x="116840" y="41910"/>
                  <a:pt x="118110" y="68580"/>
                </a:cubicBezTo>
                <a:cubicBezTo>
                  <a:pt x="119380" y="95250"/>
                  <a:pt x="128905" y="107315"/>
                  <a:pt x="118110" y="133350"/>
                </a:cubicBezTo>
                <a:cubicBezTo>
                  <a:pt x="107315" y="159385"/>
                  <a:pt x="79375" y="172085"/>
                  <a:pt x="64770" y="198120"/>
                </a:cubicBezTo>
                <a:cubicBezTo>
                  <a:pt x="50165" y="224155"/>
                  <a:pt x="50165" y="236855"/>
                  <a:pt x="45720" y="262890"/>
                </a:cubicBezTo>
                <a:cubicBezTo>
                  <a:pt x="41275" y="288925"/>
                  <a:pt x="42545" y="301625"/>
                  <a:pt x="41910" y="327660"/>
                </a:cubicBezTo>
                <a:cubicBezTo>
                  <a:pt x="41275" y="353695"/>
                  <a:pt x="40640" y="366395"/>
                  <a:pt x="41910" y="392430"/>
                </a:cubicBezTo>
                <a:cubicBezTo>
                  <a:pt x="43180" y="418465"/>
                  <a:pt x="45720" y="431165"/>
                  <a:pt x="49530" y="457200"/>
                </a:cubicBezTo>
                <a:cubicBezTo>
                  <a:pt x="53340" y="483235"/>
                  <a:pt x="57150" y="495935"/>
                  <a:pt x="60960" y="521970"/>
                </a:cubicBezTo>
                <a:cubicBezTo>
                  <a:pt x="64770" y="548005"/>
                  <a:pt x="67945" y="560705"/>
                  <a:pt x="68580" y="586740"/>
                </a:cubicBezTo>
                <a:cubicBezTo>
                  <a:pt x="69215" y="612775"/>
                  <a:pt x="67945" y="625475"/>
                  <a:pt x="64770" y="651510"/>
                </a:cubicBezTo>
                <a:cubicBezTo>
                  <a:pt x="61595" y="677545"/>
                  <a:pt x="55880" y="690245"/>
                  <a:pt x="53340" y="716280"/>
                </a:cubicBezTo>
                <a:cubicBezTo>
                  <a:pt x="50800" y="742315"/>
                  <a:pt x="50800" y="755015"/>
                  <a:pt x="53340" y="781050"/>
                </a:cubicBezTo>
                <a:cubicBezTo>
                  <a:pt x="55880" y="807085"/>
                  <a:pt x="57785" y="819785"/>
                  <a:pt x="64770" y="845820"/>
                </a:cubicBezTo>
                <a:cubicBezTo>
                  <a:pt x="71755" y="871855"/>
                  <a:pt x="83185" y="884555"/>
                  <a:pt x="87630" y="910590"/>
                </a:cubicBezTo>
                <a:cubicBezTo>
                  <a:pt x="92075" y="936625"/>
                  <a:pt x="95885" y="948690"/>
                  <a:pt x="87630" y="975360"/>
                </a:cubicBezTo>
                <a:cubicBezTo>
                  <a:pt x="79375" y="1002030"/>
                  <a:pt x="63500" y="1017270"/>
                  <a:pt x="45720" y="1043940"/>
                </a:cubicBezTo>
                <a:cubicBezTo>
                  <a:pt x="27940" y="1070610"/>
                  <a:pt x="8255" y="1097280"/>
                  <a:pt x="0" y="11087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9756140" y="1864360"/>
            <a:ext cx="304800" cy="3209290"/>
          </a:xfrm>
          <a:custGeom>
            <a:avLst/>
            <a:gdLst>
              <a:gd name="connisteX0" fmla="*/ 202882 w 202882"/>
              <a:gd name="connsiteY0" fmla="*/ 0 h 2137410"/>
              <a:gd name="connisteX1" fmla="*/ 164782 w 202882"/>
              <a:gd name="connsiteY1" fmla="*/ 68580 h 2137410"/>
              <a:gd name="connisteX2" fmla="*/ 100012 w 202882"/>
              <a:gd name="connsiteY2" fmla="*/ 121920 h 2137410"/>
              <a:gd name="connisteX3" fmla="*/ 61912 w 202882"/>
              <a:gd name="connsiteY3" fmla="*/ 186690 h 2137410"/>
              <a:gd name="connisteX4" fmla="*/ 35242 w 202882"/>
              <a:gd name="connsiteY4" fmla="*/ 251460 h 2137410"/>
              <a:gd name="connisteX5" fmla="*/ 35242 w 202882"/>
              <a:gd name="connsiteY5" fmla="*/ 316230 h 2137410"/>
              <a:gd name="connisteX6" fmla="*/ 27622 w 202882"/>
              <a:gd name="connsiteY6" fmla="*/ 381000 h 2137410"/>
              <a:gd name="connisteX7" fmla="*/ 23812 w 202882"/>
              <a:gd name="connsiteY7" fmla="*/ 445770 h 2137410"/>
              <a:gd name="connisteX8" fmla="*/ 31432 w 202882"/>
              <a:gd name="connsiteY8" fmla="*/ 510540 h 2137410"/>
              <a:gd name="connisteX9" fmla="*/ 27622 w 202882"/>
              <a:gd name="connsiteY9" fmla="*/ 575310 h 2137410"/>
              <a:gd name="connisteX10" fmla="*/ 12382 w 202882"/>
              <a:gd name="connsiteY10" fmla="*/ 640080 h 2137410"/>
              <a:gd name="connisteX11" fmla="*/ 8572 w 202882"/>
              <a:gd name="connsiteY11" fmla="*/ 704850 h 2137410"/>
              <a:gd name="connisteX12" fmla="*/ 8572 w 202882"/>
              <a:gd name="connsiteY12" fmla="*/ 769620 h 2137410"/>
              <a:gd name="connisteX13" fmla="*/ 8572 w 202882"/>
              <a:gd name="connsiteY13" fmla="*/ 838200 h 2137410"/>
              <a:gd name="connisteX14" fmla="*/ 952 w 202882"/>
              <a:gd name="connsiteY14" fmla="*/ 902970 h 2137410"/>
              <a:gd name="connisteX15" fmla="*/ 952 w 202882"/>
              <a:gd name="connsiteY15" fmla="*/ 967740 h 2137410"/>
              <a:gd name="connisteX16" fmla="*/ 8572 w 202882"/>
              <a:gd name="connsiteY16" fmla="*/ 1032510 h 2137410"/>
              <a:gd name="connisteX17" fmla="*/ 31432 w 202882"/>
              <a:gd name="connsiteY17" fmla="*/ 1097280 h 2137410"/>
              <a:gd name="connisteX18" fmla="*/ 54292 w 202882"/>
              <a:gd name="connsiteY18" fmla="*/ 1162050 h 2137410"/>
              <a:gd name="connisteX19" fmla="*/ 54292 w 202882"/>
              <a:gd name="connsiteY19" fmla="*/ 1226820 h 2137410"/>
              <a:gd name="connisteX20" fmla="*/ 50482 w 202882"/>
              <a:gd name="connsiteY20" fmla="*/ 1291590 h 2137410"/>
              <a:gd name="connisteX21" fmla="*/ 50482 w 202882"/>
              <a:gd name="connsiteY21" fmla="*/ 1356360 h 2137410"/>
              <a:gd name="connisteX22" fmla="*/ 54292 w 202882"/>
              <a:gd name="connsiteY22" fmla="*/ 1421130 h 2137410"/>
              <a:gd name="connisteX23" fmla="*/ 73342 w 202882"/>
              <a:gd name="connsiteY23" fmla="*/ 1485900 h 2137410"/>
              <a:gd name="connisteX24" fmla="*/ 65722 w 202882"/>
              <a:gd name="connsiteY24" fmla="*/ 1550670 h 2137410"/>
              <a:gd name="connisteX25" fmla="*/ 84772 w 202882"/>
              <a:gd name="connsiteY25" fmla="*/ 1615440 h 2137410"/>
              <a:gd name="connisteX26" fmla="*/ 126682 w 202882"/>
              <a:gd name="connsiteY26" fmla="*/ 1680210 h 2137410"/>
              <a:gd name="connisteX27" fmla="*/ 157162 w 202882"/>
              <a:gd name="connsiteY27" fmla="*/ 1744980 h 2137410"/>
              <a:gd name="connisteX28" fmla="*/ 130492 w 202882"/>
              <a:gd name="connsiteY28" fmla="*/ 1813560 h 2137410"/>
              <a:gd name="connisteX29" fmla="*/ 77152 w 202882"/>
              <a:gd name="connsiteY29" fmla="*/ 1878330 h 2137410"/>
              <a:gd name="connisteX30" fmla="*/ 39052 w 202882"/>
              <a:gd name="connsiteY30" fmla="*/ 1943100 h 2137410"/>
              <a:gd name="connisteX31" fmla="*/ 27622 w 202882"/>
              <a:gd name="connsiteY31" fmla="*/ 2007870 h 2137410"/>
              <a:gd name="connisteX32" fmla="*/ 35242 w 202882"/>
              <a:gd name="connsiteY32" fmla="*/ 2072640 h 2137410"/>
              <a:gd name="connisteX33" fmla="*/ 69532 w 202882"/>
              <a:gd name="connsiteY33" fmla="*/ 2137410 h 21374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</a:cxnLst>
            <a:rect l="l" t="t" r="r" b="b"/>
            <a:pathLst>
              <a:path w="202883" h="2137410">
                <a:moveTo>
                  <a:pt x="202883" y="0"/>
                </a:moveTo>
                <a:cubicBezTo>
                  <a:pt x="196533" y="12700"/>
                  <a:pt x="185103" y="44450"/>
                  <a:pt x="164783" y="68580"/>
                </a:cubicBezTo>
                <a:cubicBezTo>
                  <a:pt x="144463" y="92710"/>
                  <a:pt x="120333" y="98425"/>
                  <a:pt x="100013" y="121920"/>
                </a:cubicBezTo>
                <a:cubicBezTo>
                  <a:pt x="79693" y="145415"/>
                  <a:pt x="74613" y="160655"/>
                  <a:pt x="61913" y="186690"/>
                </a:cubicBezTo>
                <a:cubicBezTo>
                  <a:pt x="49213" y="212725"/>
                  <a:pt x="40323" y="225425"/>
                  <a:pt x="35243" y="251460"/>
                </a:cubicBezTo>
                <a:cubicBezTo>
                  <a:pt x="30163" y="277495"/>
                  <a:pt x="36513" y="290195"/>
                  <a:pt x="35243" y="316230"/>
                </a:cubicBezTo>
                <a:cubicBezTo>
                  <a:pt x="33973" y="342265"/>
                  <a:pt x="30163" y="354965"/>
                  <a:pt x="27623" y="381000"/>
                </a:cubicBezTo>
                <a:cubicBezTo>
                  <a:pt x="25083" y="407035"/>
                  <a:pt x="23178" y="419735"/>
                  <a:pt x="23813" y="445770"/>
                </a:cubicBezTo>
                <a:cubicBezTo>
                  <a:pt x="24448" y="471805"/>
                  <a:pt x="30798" y="484505"/>
                  <a:pt x="31433" y="510540"/>
                </a:cubicBezTo>
                <a:cubicBezTo>
                  <a:pt x="32068" y="536575"/>
                  <a:pt x="31433" y="549275"/>
                  <a:pt x="27623" y="575310"/>
                </a:cubicBezTo>
                <a:cubicBezTo>
                  <a:pt x="23813" y="601345"/>
                  <a:pt x="16193" y="614045"/>
                  <a:pt x="12383" y="640080"/>
                </a:cubicBezTo>
                <a:cubicBezTo>
                  <a:pt x="8573" y="666115"/>
                  <a:pt x="9208" y="678815"/>
                  <a:pt x="8573" y="704850"/>
                </a:cubicBezTo>
                <a:cubicBezTo>
                  <a:pt x="7938" y="730885"/>
                  <a:pt x="8573" y="742950"/>
                  <a:pt x="8573" y="769620"/>
                </a:cubicBezTo>
                <a:cubicBezTo>
                  <a:pt x="8573" y="796290"/>
                  <a:pt x="9843" y="811530"/>
                  <a:pt x="8573" y="838200"/>
                </a:cubicBezTo>
                <a:cubicBezTo>
                  <a:pt x="7303" y="864870"/>
                  <a:pt x="2223" y="876935"/>
                  <a:pt x="953" y="902970"/>
                </a:cubicBezTo>
                <a:cubicBezTo>
                  <a:pt x="-317" y="929005"/>
                  <a:pt x="-317" y="941705"/>
                  <a:pt x="953" y="967740"/>
                </a:cubicBezTo>
                <a:cubicBezTo>
                  <a:pt x="2223" y="993775"/>
                  <a:pt x="2223" y="1006475"/>
                  <a:pt x="8573" y="1032510"/>
                </a:cubicBezTo>
                <a:cubicBezTo>
                  <a:pt x="14923" y="1058545"/>
                  <a:pt x="22543" y="1071245"/>
                  <a:pt x="31433" y="1097280"/>
                </a:cubicBezTo>
                <a:cubicBezTo>
                  <a:pt x="40323" y="1123315"/>
                  <a:pt x="49848" y="1136015"/>
                  <a:pt x="54293" y="1162050"/>
                </a:cubicBezTo>
                <a:cubicBezTo>
                  <a:pt x="58738" y="1188085"/>
                  <a:pt x="54928" y="1200785"/>
                  <a:pt x="54293" y="1226820"/>
                </a:cubicBezTo>
                <a:cubicBezTo>
                  <a:pt x="53658" y="1252855"/>
                  <a:pt x="51118" y="1265555"/>
                  <a:pt x="50483" y="1291590"/>
                </a:cubicBezTo>
                <a:cubicBezTo>
                  <a:pt x="49848" y="1317625"/>
                  <a:pt x="49848" y="1330325"/>
                  <a:pt x="50483" y="1356360"/>
                </a:cubicBezTo>
                <a:cubicBezTo>
                  <a:pt x="51118" y="1382395"/>
                  <a:pt x="49848" y="1395095"/>
                  <a:pt x="54293" y="1421130"/>
                </a:cubicBezTo>
                <a:cubicBezTo>
                  <a:pt x="58738" y="1447165"/>
                  <a:pt x="70803" y="1459865"/>
                  <a:pt x="73343" y="1485900"/>
                </a:cubicBezTo>
                <a:cubicBezTo>
                  <a:pt x="75883" y="1511935"/>
                  <a:pt x="63183" y="1524635"/>
                  <a:pt x="65723" y="1550670"/>
                </a:cubicBezTo>
                <a:cubicBezTo>
                  <a:pt x="68263" y="1576705"/>
                  <a:pt x="72708" y="1589405"/>
                  <a:pt x="84773" y="1615440"/>
                </a:cubicBezTo>
                <a:cubicBezTo>
                  <a:pt x="96838" y="1641475"/>
                  <a:pt x="112078" y="1654175"/>
                  <a:pt x="126683" y="1680210"/>
                </a:cubicBezTo>
                <a:cubicBezTo>
                  <a:pt x="141288" y="1706245"/>
                  <a:pt x="156528" y="1718310"/>
                  <a:pt x="157163" y="1744980"/>
                </a:cubicBezTo>
                <a:cubicBezTo>
                  <a:pt x="157798" y="1771650"/>
                  <a:pt x="146368" y="1786890"/>
                  <a:pt x="130493" y="1813560"/>
                </a:cubicBezTo>
                <a:cubicBezTo>
                  <a:pt x="114618" y="1840230"/>
                  <a:pt x="95568" y="1852295"/>
                  <a:pt x="77153" y="1878330"/>
                </a:cubicBezTo>
                <a:cubicBezTo>
                  <a:pt x="58738" y="1904365"/>
                  <a:pt x="49213" y="1917065"/>
                  <a:pt x="39053" y="1943100"/>
                </a:cubicBezTo>
                <a:cubicBezTo>
                  <a:pt x="28893" y="1969135"/>
                  <a:pt x="28258" y="1981835"/>
                  <a:pt x="27623" y="2007870"/>
                </a:cubicBezTo>
                <a:cubicBezTo>
                  <a:pt x="26988" y="2033905"/>
                  <a:pt x="26988" y="2046605"/>
                  <a:pt x="35243" y="2072640"/>
                </a:cubicBezTo>
                <a:cubicBezTo>
                  <a:pt x="43498" y="2098675"/>
                  <a:pt x="62548" y="2125980"/>
                  <a:pt x="69533" y="21374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9710420" y="5057140"/>
            <a:ext cx="344170" cy="1350010"/>
          </a:xfrm>
          <a:custGeom>
            <a:avLst/>
            <a:gdLst>
              <a:gd name="connisteX0" fmla="*/ 91861 w 229021"/>
              <a:gd name="connsiteY0" fmla="*/ 0 h 899160"/>
              <a:gd name="connisteX1" fmla="*/ 110911 w 229021"/>
              <a:gd name="connsiteY1" fmla="*/ 64770 h 899160"/>
              <a:gd name="connisteX2" fmla="*/ 122341 w 229021"/>
              <a:gd name="connsiteY2" fmla="*/ 129540 h 899160"/>
              <a:gd name="connisteX3" fmla="*/ 118531 w 229021"/>
              <a:gd name="connsiteY3" fmla="*/ 194310 h 899160"/>
              <a:gd name="connisteX4" fmla="*/ 53761 w 229021"/>
              <a:gd name="connsiteY4" fmla="*/ 247650 h 899160"/>
              <a:gd name="connisteX5" fmla="*/ 421 w 229021"/>
              <a:gd name="connsiteY5" fmla="*/ 312420 h 899160"/>
              <a:gd name="connisteX6" fmla="*/ 34711 w 229021"/>
              <a:gd name="connsiteY6" fmla="*/ 381000 h 899160"/>
              <a:gd name="connisteX7" fmla="*/ 76621 w 229021"/>
              <a:gd name="connsiteY7" fmla="*/ 445770 h 899160"/>
              <a:gd name="connisteX8" fmla="*/ 126151 w 229021"/>
              <a:gd name="connsiteY8" fmla="*/ 510540 h 899160"/>
              <a:gd name="connisteX9" fmla="*/ 164251 w 229021"/>
              <a:gd name="connsiteY9" fmla="*/ 575310 h 899160"/>
              <a:gd name="connisteX10" fmla="*/ 206161 w 229021"/>
              <a:gd name="connsiteY10" fmla="*/ 640080 h 899160"/>
              <a:gd name="connisteX11" fmla="*/ 209971 w 229021"/>
              <a:gd name="connsiteY11" fmla="*/ 704850 h 899160"/>
              <a:gd name="connisteX12" fmla="*/ 194731 w 229021"/>
              <a:gd name="connsiteY12" fmla="*/ 769620 h 899160"/>
              <a:gd name="connisteX13" fmla="*/ 198541 w 229021"/>
              <a:gd name="connsiteY13" fmla="*/ 834390 h 899160"/>
              <a:gd name="connisteX14" fmla="*/ 229021 w 229021"/>
              <a:gd name="connsiteY14" fmla="*/ 899160 h 8991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229022" h="899160">
                <a:moveTo>
                  <a:pt x="91862" y="0"/>
                </a:moveTo>
                <a:cubicBezTo>
                  <a:pt x="95672" y="11430"/>
                  <a:pt x="104562" y="38735"/>
                  <a:pt x="110912" y="64770"/>
                </a:cubicBezTo>
                <a:cubicBezTo>
                  <a:pt x="117262" y="90805"/>
                  <a:pt x="121072" y="103505"/>
                  <a:pt x="122342" y="129540"/>
                </a:cubicBezTo>
                <a:cubicBezTo>
                  <a:pt x="123612" y="155575"/>
                  <a:pt x="132502" y="170815"/>
                  <a:pt x="118532" y="194310"/>
                </a:cubicBezTo>
                <a:cubicBezTo>
                  <a:pt x="104562" y="217805"/>
                  <a:pt x="77257" y="224155"/>
                  <a:pt x="53762" y="247650"/>
                </a:cubicBezTo>
                <a:cubicBezTo>
                  <a:pt x="30267" y="271145"/>
                  <a:pt x="4232" y="285750"/>
                  <a:pt x="422" y="312420"/>
                </a:cubicBezTo>
                <a:cubicBezTo>
                  <a:pt x="-3388" y="339090"/>
                  <a:pt x="19472" y="354330"/>
                  <a:pt x="34712" y="381000"/>
                </a:cubicBezTo>
                <a:cubicBezTo>
                  <a:pt x="49952" y="407670"/>
                  <a:pt x="58207" y="419735"/>
                  <a:pt x="76622" y="445770"/>
                </a:cubicBezTo>
                <a:cubicBezTo>
                  <a:pt x="95037" y="471805"/>
                  <a:pt x="108372" y="484505"/>
                  <a:pt x="126152" y="510540"/>
                </a:cubicBezTo>
                <a:cubicBezTo>
                  <a:pt x="143932" y="536575"/>
                  <a:pt x="148377" y="549275"/>
                  <a:pt x="164252" y="575310"/>
                </a:cubicBezTo>
                <a:cubicBezTo>
                  <a:pt x="180127" y="601345"/>
                  <a:pt x="197272" y="614045"/>
                  <a:pt x="206162" y="640080"/>
                </a:cubicBezTo>
                <a:cubicBezTo>
                  <a:pt x="215052" y="666115"/>
                  <a:pt x="212512" y="678815"/>
                  <a:pt x="209972" y="704850"/>
                </a:cubicBezTo>
                <a:cubicBezTo>
                  <a:pt x="207432" y="730885"/>
                  <a:pt x="197272" y="743585"/>
                  <a:pt x="194732" y="769620"/>
                </a:cubicBezTo>
                <a:cubicBezTo>
                  <a:pt x="192192" y="795655"/>
                  <a:pt x="191557" y="808355"/>
                  <a:pt x="198542" y="834390"/>
                </a:cubicBezTo>
                <a:cubicBezTo>
                  <a:pt x="205527" y="860425"/>
                  <a:pt x="223307" y="887730"/>
                  <a:pt x="229022" y="89916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8952230" y="3122930"/>
            <a:ext cx="661035" cy="3111500"/>
          </a:xfrm>
          <a:custGeom>
            <a:avLst/>
            <a:gdLst>
              <a:gd name="connisteX0" fmla="*/ 413834 w 440774"/>
              <a:gd name="connsiteY0" fmla="*/ 0 h 2072640"/>
              <a:gd name="connisteX1" fmla="*/ 439234 w 440774"/>
              <a:gd name="connsiteY1" fmla="*/ 71120 h 2072640"/>
              <a:gd name="connisteX2" fmla="*/ 373194 w 440774"/>
              <a:gd name="connsiteY2" fmla="*/ 121920 h 2072640"/>
              <a:gd name="connisteX3" fmla="*/ 373194 w 440774"/>
              <a:gd name="connsiteY3" fmla="*/ 193040 h 2072640"/>
              <a:gd name="connisteX4" fmla="*/ 373194 w 440774"/>
              <a:gd name="connsiteY4" fmla="*/ 259080 h 2072640"/>
              <a:gd name="connisteX5" fmla="*/ 393514 w 440774"/>
              <a:gd name="connsiteY5" fmla="*/ 330200 h 2072640"/>
              <a:gd name="connisteX6" fmla="*/ 429074 w 440774"/>
              <a:gd name="connsiteY6" fmla="*/ 396240 h 2072640"/>
              <a:gd name="connisteX7" fmla="*/ 398594 w 440774"/>
              <a:gd name="connsiteY7" fmla="*/ 467360 h 2072640"/>
              <a:gd name="connisteX8" fmla="*/ 342714 w 440774"/>
              <a:gd name="connsiteY8" fmla="*/ 533400 h 2072640"/>
              <a:gd name="connisteX9" fmla="*/ 322394 w 440774"/>
              <a:gd name="connsiteY9" fmla="*/ 604520 h 2072640"/>
              <a:gd name="connisteX10" fmla="*/ 322394 w 440774"/>
              <a:gd name="connsiteY10" fmla="*/ 670560 h 2072640"/>
              <a:gd name="connisteX11" fmla="*/ 368114 w 440774"/>
              <a:gd name="connsiteY11" fmla="*/ 741680 h 2072640"/>
              <a:gd name="connisteX12" fmla="*/ 368114 w 440774"/>
              <a:gd name="connsiteY12" fmla="*/ 807720 h 2072640"/>
              <a:gd name="connisteX13" fmla="*/ 363034 w 440774"/>
              <a:gd name="connsiteY13" fmla="*/ 878840 h 2072640"/>
              <a:gd name="connisteX14" fmla="*/ 296994 w 440774"/>
              <a:gd name="connsiteY14" fmla="*/ 919480 h 2072640"/>
              <a:gd name="connisteX15" fmla="*/ 286834 w 440774"/>
              <a:gd name="connsiteY15" fmla="*/ 985520 h 2072640"/>
              <a:gd name="connisteX16" fmla="*/ 276674 w 440774"/>
              <a:gd name="connsiteY16" fmla="*/ 1051560 h 2072640"/>
              <a:gd name="connisteX17" fmla="*/ 256354 w 440774"/>
              <a:gd name="connsiteY17" fmla="*/ 1117600 h 2072640"/>
              <a:gd name="connisteX18" fmla="*/ 190314 w 440774"/>
              <a:gd name="connsiteY18" fmla="*/ 1143000 h 2072640"/>
              <a:gd name="connisteX19" fmla="*/ 124274 w 440774"/>
              <a:gd name="connsiteY19" fmla="*/ 1193800 h 2072640"/>
              <a:gd name="connisteX20" fmla="*/ 83634 w 440774"/>
              <a:gd name="connsiteY20" fmla="*/ 1259840 h 2072640"/>
              <a:gd name="connisteX21" fmla="*/ 58234 w 440774"/>
              <a:gd name="connsiteY21" fmla="*/ 1325880 h 2072640"/>
              <a:gd name="connisteX22" fmla="*/ 58234 w 440774"/>
              <a:gd name="connsiteY22" fmla="*/ 1391920 h 2072640"/>
              <a:gd name="connisteX23" fmla="*/ 78554 w 440774"/>
              <a:gd name="connsiteY23" fmla="*/ 1457960 h 2072640"/>
              <a:gd name="connisteX24" fmla="*/ 78554 w 440774"/>
              <a:gd name="connsiteY24" fmla="*/ 1529080 h 2072640"/>
              <a:gd name="connisteX25" fmla="*/ 83634 w 440774"/>
              <a:gd name="connsiteY25" fmla="*/ 1595120 h 2072640"/>
              <a:gd name="connisteX26" fmla="*/ 58234 w 440774"/>
              <a:gd name="connsiteY26" fmla="*/ 1666240 h 2072640"/>
              <a:gd name="connisteX27" fmla="*/ 37914 w 440774"/>
              <a:gd name="connsiteY27" fmla="*/ 1732280 h 2072640"/>
              <a:gd name="connisteX28" fmla="*/ 37914 w 440774"/>
              <a:gd name="connsiteY28" fmla="*/ 1803400 h 2072640"/>
              <a:gd name="connisteX29" fmla="*/ 32834 w 440774"/>
              <a:gd name="connsiteY29" fmla="*/ 1869440 h 2072640"/>
              <a:gd name="connisteX30" fmla="*/ 7434 w 440774"/>
              <a:gd name="connsiteY30" fmla="*/ 1940560 h 2072640"/>
              <a:gd name="connisteX31" fmla="*/ 2354 w 440774"/>
              <a:gd name="connsiteY31" fmla="*/ 2006600 h 2072640"/>
              <a:gd name="connisteX32" fmla="*/ 32834 w 440774"/>
              <a:gd name="connsiteY32" fmla="*/ 2072640 h 20726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</a:cxnLst>
            <a:rect l="l" t="t" r="r" b="b"/>
            <a:pathLst>
              <a:path w="440775" h="2072640">
                <a:moveTo>
                  <a:pt x="413834" y="0"/>
                </a:moveTo>
                <a:cubicBezTo>
                  <a:pt x="420184" y="13335"/>
                  <a:pt x="447489" y="46990"/>
                  <a:pt x="439234" y="71120"/>
                </a:cubicBezTo>
                <a:cubicBezTo>
                  <a:pt x="430979" y="95250"/>
                  <a:pt x="386529" y="97790"/>
                  <a:pt x="373194" y="121920"/>
                </a:cubicBezTo>
                <a:cubicBezTo>
                  <a:pt x="359859" y="146050"/>
                  <a:pt x="373194" y="165735"/>
                  <a:pt x="373194" y="193040"/>
                </a:cubicBezTo>
                <a:cubicBezTo>
                  <a:pt x="373194" y="220345"/>
                  <a:pt x="369384" y="231775"/>
                  <a:pt x="373194" y="259080"/>
                </a:cubicBezTo>
                <a:cubicBezTo>
                  <a:pt x="377004" y="286385"/>
                  <a:pt x="382084" y="302895"/>
                  <a:pt x="393514" y="330200"/>
                </a:cubicBezTo>
                <a:cubicBezTo>
                  <a:pt x="404944" y="357505"/>
                  <a:pt x="427804" y="368935"/>
                  <a:pt x="429074" y="396240"/>
                </a:cubicBezTo>
                <a:cubicBezTo>
                  <a:pt x="430344" y="423545"/>
                  <a:pt x="415739" y="440055"/>
                  <a:pt x="398594" y="467360"/>
                </a:cubicBezTo>
                <a:cubicBezTo>
                  <a:pt x="381449" y="494665"/>
                  <a:pt x="357954" y="506095"/>
                  <a:pt x="342714" y="533400"/>
                </a:cubicBezTo>
                <a:cubicBezTo>
                  <a:pt x="327474" y="560705"/>
                  <a:pt x="326204" y="577215"/>
                  <a:pt x="322394" y="604520"/>
                </a:cubicBezTo>
                <a:cubicBezTo>
                  <a:pt x="318584" y="631825"/>
                  <a:pt x="313504" y="643255"/>
                  <a:pt x="322394" y="670560"/>
                </a:cubicBezTo>
                <a:cubicBezTo>
                  <a:pt x="331284" y="697865"/>
                  <a:pt x="359224" y="714375"/>
                  <a:pt x="368114" y="741680"/>
                </a:cubicBezTo>
                <a:cubicBezTo>
                  <a:pt x="377004" y="768985"/>
                  <a:pt x="369384" y="780415"/>
                  <a:pt x="368114" y="807720"/>
                </a:cubicBezTo>
                <a:cubicBezTo>
                  <a:pt x="366844" y="835025"/>
                  <a:pt x="377004" y="856615"/>
                  <a:pt x="363034" y="878840"/>
                </a:cubicBezTo>
                <a:cubicBezTo>
                  <a:pt x="349064" y="901065"/>
                  <a:pt x="312234" y="897890"/>
                  <a:pt x="296994" y="919480"/>
                </a:cubicBezTo>
                <a:cubicBezTo>
                  <a:pt x="281754" y="941070"/>
                  <a:pt x="290644" y="958850"/>
                  <a:pt x="286834" y="985520"/>
                </a:cubicBezTo>
                <a:cubicBezTo>
                  <a:pt x="283024" y="1012190"/>
                  <a:pt x="283024" y="1024890"/>
                  <a:pt x="276674" y="1051560"/>
                </a:cubicBezTo>
                <a:cubicBezTo>
                  <a:pt x="270324" y="1078230"/>
                  <a:pt x="273499" y="1099185"/>
                  <a:pt x="256354" y="1117600"/>
                </a:cubicBezTo>
                <a:cubicBezTo>
                  <a:pt x="239209" y="1136015"/>
                  <a:pt x="216984" y="1127760"/>
                  <a:pt x="190314" y="1143000"/>
                </a:cubicBezTo>
                <a:cubicBezTo>
                  <a:pt x="163644" y="1158240"/>
                  <a:pt x="145864" y="1170305"/>
                  <a:pt x="124274" y="1193800"/>
                </a:cubicBezTo>
                <a:cubicBezTo>
                  <a:pt x="102684" y="1217295"/>
                  <a:pt x="96969" y="1233170"/>
                  <a:pt x="83634" y="1259840"/>
                </a:cubicBezTo>
                <a:cubicBezTo>
                  <a:pt x="70299" y="1286510"/>
                  <a:pt x="63314" y="1299210"/>
                  <a:pt x="58234" y="1325880"/>
                </a:cubicBezTo>
                <a:cubicBezTo>
                  <a:pt x="53154" y="1352550"/>
                  <a:pt x="54424" y="1365250"/>
                  <a:pt x="58234" y="1391920"/>
                </a:cubicBezTo>
                <a:cubicBezTo>
                  <a:pt x="62044" y="1418590"/>
                  <a:pt x="74744" y="1430655"/>
                  <a:pt x="78554" y="1457960"/>
                </a:cubicBezTo>
                <a:cubicBezTo>
                  <a:pt x="82364" y="1485265"/>
                  <a:pt x="77284" y="1501775"/>
                  <a:pt x="78554" y="1529080"/>
                </a:cubicBezTo>
                <a:cubicBezTo>
                  <a:pt x="79824" y="1556385"/>
                  <a:pt x="87444" y="1567815"/>
                  <a:pt x="83634" y="1595120"/>
                </a:cubicBezTo>
                <a:cubicBezTo>
                  <a:pt x="79824" y="1622425"/>
                  <a:pt x="67124" y="1638935"/>
                  <a:pt x="58234" y="1666240"/>
                </a:cubicBezTo>
                <a:cubicBezTo>
                  <a:pt x="49344" y="1693545"/>
                  <a:pt x="41724" y="1704975"/>
                  <a:pt x="37914" y="1732280"/>
                </a:cubicBezTo>
                <a:cubicBezTo>
                  <a:pt x="34104" y="1759585"/>
                  <a:pt x="39184" y="1776095"/>
                  <a:pt x="37914" y="1803400"/>
                </a:cubicBezTo>
                <a:cubicBezTo>
                  <a:pt x="36644" y="1830705"/>
                  <a:pt x="39184" y="1842135"/>
                  <a:pt x="32834" y="1869440"/>
                </a:cubicBezTo>
                <a:cubicBezTo>
                  <a:pt x="26484" y="1896745"/>
                  <a:pt x="13784" y="1913255"/>
                  <a:pt x="7434" y="1940560"/>
                </a:cubicBezTo>
                <a:cubicBezTo>
                  <a:pt x="1084" y="1967865"/>
                  <a:pt x="-2726" y="1979930"/>
                  <a:pt x="2354" y="2006600"/>
                </a:cubicBezTo>
                <a:cubicBezTo>
                  <a:pt x="7434" y="2033270"/>
                  <a:pt x="26484" y="2060575"/>
                  <a:pt x="32834" y="207264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7178040" y="3634740"/>
            <a:ext cx="1196340" cy="2423795"/>
          </a:xfrm>
          <a:custGeom>
            <a:avLst/>
            <a:gdLst>
              <a:gd name="connisteX0" fmla="*/ 797605 w 797605"/>
              <a:gd name="connsiteY0" fmla="*/ 0 h 1614743"/>
              <a:gd name="connisteX1" fmla="*/ 731565 w 797605"/>
              <a:gd name="connsiteY1" fmla="*/ 27940 h 1614743"/>
              <a:gd name="connisteX2" fmla="*/ 662985 w 797605"/>
              <a:gd name="connsiteY2" fmla="*/ 63500 h 1614743"/>
              <a:gd name="connisteX3" fmla="*/ 624885 w 797605"/>
              <a:gd name="connsiteY3" fmla="*/ 129540 h 1614743"/>
              <a:gd name="connisteX4" fmla="*/ 617265 w 797605"/>
              <a:gd name="connsiteY4" fmla="*/ 198120 h 1614743"/>
              <a:gd name="connisteX5" fmla="*/ 607105 w 797605"/>
              <a:gd name="connsiteY5" fmla="*/ 266700 h 1614743"/>
              <a:gd name="connisteX6" fmla="*/ 541065 w 797605"/>
              <a:gd name="connsiteY6" fmla="*/ 330200 h 1614743"/>
              <a:gd name="connisteX7" fmla="*/ 475025 w 797605"/>
              <a:gd name="connsiteY7" fmla="*/ 388620 h 1614743"/>
              <a:gd name="connisteX8" fmla="*/ 414065 w 797605"/>
              <a:gd name="connsiteY8" fmla="*/ 454660 h 1614743"/>
              <a:gd name="connisteX9" fmla="*/ 378505 w 797605"/>
              <a:gd name="connsiteY9" fmla="*/ 523240 h 1614743"/>
              <a:gd name="connisteX10" fmla="*/ 363265 w 797605"/>
              <a:gd name="connsiteY10" fmla="*/ 591820 h 1614743"/>
              <a:gd name="connisteX11" fmla="*/ 342945 w 797605"/>
              <a:gd name="connsiteY11" fmla="*/ 660400 h 1614743"/>
              <a:gd name="connisteX12" fmla="*/ 294685 w 797605"/>
              <a:gd name="connsiteY12" fmla="*/ 728980 h 1614743"/>
              <a:gd name="connisteX13" fmla="*/ 261665 w 797605"/>
              <a:gd name="connsiteY13" fmla="*/ 797560 h 1614743"/>
              <a:gd name="connisteX14" fmla="*/ 233725 w 797605"/>
              <a:gd name="connsiteY14" fmla="*/ 866140 h 1614743"/>
              <a:gd name="connisteX15" fmla="*/ 167685 w 797605"/>
              <a:gd name="connsiteY15" fmla="*/ 909320 h 1614743"/>
              <a:gd name="connisteX16" fmla="*/ 149905 w 797605"/>
              <a:gd name="connsiteY16" fmla="*/ 977900 h 1614743"/>
              <a:gd name="connisteX17" fmla="*/ 139745 w 797605"/>
              <a:gd name="connsiteY17" fmla="*/ 1046480 h 1614743"/>
              <a:gd name="connisteX18" fmla="*/ 114345 w 797605"/>
              <a:gd name="connsiteY18" fmla="*/ 1115060 h 1614743"/>
              <a:gd name="connisteX19" fmla="*/ 104185 w 797605"/>
              <a:gd name="connsiteY19" fmla="*/ 1183640 h 1614743"/>
              <a:gd name="connisteX20" fmla="*/ 88945 w 797605"/>
              <a:gd name="connsiteY20" fmla="*/ 1252220 h 1614743"/>
              <a:gd name="connisteX21" fmla="*/ 81325 w 797605"/>
              <a:gd name="connsiteY21" fmla="*/ 1320800 h 1614743"/>
              <a:gd name="connisteX22" fmla="*/ 71165 w 797605"/>
              <a:gd name="connsiteY22" fmla="*/ 1386840 h 1614743"/>
              <a:gd name="connisteX23" fmla="*/ 38145 w 797605"/>
              <a:gd name="connsiteY23" fmla="*/ 1455420 h 1614743"/>
              <a:gd name="connisteX24" fmla="*/ 45 w 797605"/>
              <a:gd name="connsiteY24" fmla="*/ 1524000 h 1614743"/>
              <a:gd name="connisteX25" fmla="*/ 43225 w 797605"/>
              <a:gd name="connsiteY25" fmla="*/ 1592580 h 1614743"/>
              <a:gd name="connisteX26" fmla="*/ 109265 w 797605"/>
              <a:gd name="connsiteY26" fmla="*/ 1612900 h 1614743"/>
              <a:gd name="connisteX27" fmla="*/ 177845 w 797605"/>
              <a:gd name="connsiteY27" fmla="*/ 1612900 h 161474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</a:cxnLst>
            <a:rect l="l" t="t" r="r" b="b"/>
            <a:pathLst>
              <a:path w="797606" h="1614743">
                <a:moveTo>
                  <a:pt x="797606" y="0"/>
                </a:moveTo>
                <a:cubicBezTo>
                  <a:pt x="785541" y="5080"/>
                  <a:pt x="758236" y="15240"/>
                  <a:pt x="731566" y="27940"/>
                </a:cubicBezTo>
                <a:cubicBezTo>
                  <a:pt x="704896" y="40640"/>
                  <a:pt x="684576" y="43180"/>
                  <a:pt x="662986" y="63500"/>
                </a:cubicBezTo>
                <a:cubicBezTo>
                  <a:pt x="641396" y="83820"/>
                  <a:pt x="633776" y="102870"/>
                  <a:pt x="624886" y="129540"/>
                </a:cubicBezTo>
                <a:cubicBezTo>
                  <a:pt x="615996" y="156210"/>
                  <a:pt x="621076" y="170815"/>
                  <a:pt x="617266" y="198120"/>
                </a:cubicBezTo>
                <a:cubicBezTo>
                  <a:pt x="613456" y="225425"/>
                  <a:pt x="622346" y="240030"/>
                  <a:pt x="607106" y="266700"/>
                </a:cubicBezTo>
                <a:cubicBezTo>
                  <a:pt x="591866" y="293370"/>
                  <a:pt x="567736" y="306070"/>
                  <a:pt x="541066" y="330200"/>
                </a:cubicBezTo>
                <a:cubicBezTo>
                  <a:pt x="514396" y="354330"/>
                  <a:pt x="500426" y="363855"/>
                  <a:pt x="475026" y="388620"/>
                </a:cubicBezTo>
                <a:cubicBezTo>
                  <a:pt x="449626" y="413385"/>
                  <a:pt x="433116" y="427990"/>
                  <a:pt x="414066" y="454660"/>
                </a:cubicBezTo>
                <a:cubicBezTo>
                  <a:pt x="395016" y="481330"/>
                  <a:pt x="388666" y="495935"/>
                  <a:pt x="378506" y="523240"/>
                </a:cubicBezTo>
                <a:cubicBezTo>
                  <a:pt x="368346" y="550545"/>
                  <a:pt x="370251" y="564515"/>
                  <a:pt x="363266" y="591820"/>
                </a:cubicBezTo>
                <a:cubicBezTo>
                  <a:pt x="356281" y="619125"/>
                  <a:pt x="356916" y="633095"/>
                  <a:pt x="342946" y="660400"/>
                </a:cubicBezTo>
                <a:cubicBezTo>
                  <a:pt x="328976" y="687705"/>
                  <a:pt x="311196" y="701675"/>
                  <a:pt x="294686" y="728980"/>
                </a:cubicBezTo>
                <a:cubicBezTo>
                  <a:pt x="278176" y="756285"/>
                  <a:pt x="273731" y="770255"/>
                  <a:pt x="261666" y="797560"/>
                </a:cubicBezTo>
                <a:cubicBezTo>
                  <a:pt x="249601" y="824865"/>
                  <a:pt x="252776" y="843915"/>
                  <a:pt x="233726" y="866140"/>
                </a:cubicBezTo>
                <a:cubicBezTo>
                  <a:pt x="214676" y="888365"/>
                  <a:pt x="184196" y="887095"/>
                  <a:pt x="167686" y="909320"/>
                </a:cubicBezTo>
                <a:cubicBezTo>
                  <a:pt x="151176" y="931545"/>
                  <a:pt x="155621" y="950595"/>
                  <a:pt x="149906" y="977900"/>
                </a:cubicBezTo>
                <a:cubicBezTo>
                  <a:pt x="144191" y="1005205"/>
                  <a:pt x="146731" y="1019175"/>
                  <a:pt x="139746" y="1046480"/>
                </a:cubicBezTo>
                <a:cubicBezTo>
                  <a:pt x="132761" y="1073785"/>
                  <a:pt x="121331" y="1087755"/>
                  <a:pt x="114346" y="1115060"/>
                </a:cubicBezTo>
                <a:cubicBezTo>
                  <a:pt x="107361" y="1142365"/>
                  <a:pt x="109266" y="1156335"/>
                  <a:pt x="104186" y="1183640"/>
                </a:cubicBezTo>
                <a:cubicBezTo>
                  <a:pt x="99106" y="1210945"/>
                  <a:pt x="93391" y="1224915"/>
                  <a:pt x="88946" y="1252220"/>
                </a:cubicBezTo>
                <a:cubicBezTo>
                  <a:pt x="84501" y="1279525"/>
                  <a:pt x="85136" y="1294130"/>
                  <a:pt x="81326" y="1320800"/>
                </a:cubicBezTo>
                <a:cubicBezTo>
                  <a:pt x="77516" y="1347470"/>
                  <a:pt x="80056" y="1360170"/>
                  <a:pt x="71166" y="1386840"/>
                </a:cubicBezTo>
                <a:cubicBezTo>
                  <a:pt x="62276" y="1413510"/>
                  <a:pt x="52116" y="1428115"/>
                  <a:pt x="38146" y="1455420"/>
                </a:cubicBezTo>
                <a:cubicBezTo>
                  <a:pt x="24176" y="1482725"/>
                  <a:pt x="-1224" y="1496695"/>
                  <a:pt x="46" y="1524000"/>
                </a:cubicBezTo>
                <a:cubicBezTo>
                  <a:pt x="1316" y="1551305"/>
                  <a:pt x="21636" y="1574800"/>
                  <a:pt x="43226" y="1592580"/>
                </a:cubicBezTo>
                <a:cubicBezTo>
                  <a:pt x="64816" y="1610360"/>
                  <a:pt x="82596" y="1609090"/>
                  <a:pt x="109266" y="1612900"/>
                </a:cubicBezTo>
                <a:cubicBezTo>
                  <a:pt x="135936" y="1616710"/>
                  <a:pt x="165146" y="1613535"/>
                  <a:pt x="177846" y="161290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7597775" y="1632585"/>
            <a:ext cx="2508250" cy="1561465"/>
          </a:xfrm>
          <a:custGeom>
            <a:avLst/>
            <a:gdLst>
              <a:gd name="connisteX0" fmla="*/ 1672590 w 1672590"/>
              <a:gd name="connsiteY0" fmla="*/ 144790 h 1040140"/>
              <a:gd name="connisteX1" fmla="*/ 1604010 w 1672590"/>
              <a:gd name="connsiteY1" fmla="*/ 129550 h 1040140"/>
              <a:gd name="connisteX2" fmla="*/ 1539240 w 1672590"/>
              <a:gd name="connsiteY2" fmla="*/ 99070 h 1040140"/>
              <a:gd name="connisteX3" fmla="*/ 1474470 w 1672590"/>
              <a:gd name="connsiteY3" fmla="*/ 80020 h 1040140"/>
              <a:gd name="connisteX4" fmla="*/ 1409700 w 1672590"/>
              <a:gd name="connsiteY4" fmla="*/ 76210 h 1040140"/>
              <a:gd name="connisteX5" fmla="*/ 1341120 w 1672590"/>
              <a:gd name="connsiteY5" fmla="*/ 114310 h 1040140"/>
              <a:gd name="connisteX6" fmla="*/ 1276350 w 1672590"/>
              <a:gd name="connsiteY6" fmla="*/ 156220 h 1040140"/>
              <a:gd name="connisteX7" fmla="*/ 1211580 w 1672590"/>
              <a:gd name="connsiteY7" fmla="*/ 190510 h 1040140"/>
              <a:gd name="connisteX8" fmla="*/ 1215390 w 1672590"/>
              <a:gd name="connsiteY8" fmla="*/ 121930 h 1040140"/>
              <a:gd name="connisteX9" fmla="*/ 1192530 w 1672590"/>
              <a:gd name="connsiteY9" fmla="*/ 57160 h 1040140"/>
              <a:gd name="connisteX10" fmla="*/ 1127760 w 1672590"/>
              <a:gd name="connsiteY10" fmla="*/ 7630 h 1040140"/>
              <a:gd name="connisteX11" fmla="*/ 1062990 w 1672590"/>
              <a:gd name="connsiteY11" fmla="*/ 3820 h 1040140"/>
              <a:gd name="connisteX12" fmla="*/ 998220 w 1672590"/>
              <a:gd name="connsiteY12" fmla="*/ 30490 h 1040140"/>
              <a:gd name="connisteX13" fmla="*/ 933450 w 1672590"/>
              <a:gd name="connsiteY13" fmla="*/ 68590 h 1040140"/>
              <a:gd name="connisteX14" fmla="*/ 868680 w 1672590"/>
              <a:gd name="connsiteY14" fmla="*/ 102880 h 1040140"/>
              <a:gd name="connisteX15" fmla="*/ 803910 w 1672590"/>
              <a:gd name="connsiteY15" fmla="*/ 114310 h 1040140"/>
              <a:gd name="connisteX16" fmla="*/ 739140 w 1672590"/>
              <a:gd name="connsiteY16" fmla="*/ 95260 h 1040140"/>
              <a:gd name="connisteX17" fmla="*/ 674370 w 1672590"/>
              <a:gd name="connsiteY17" fmla="*/ 57160 h 1040140"/>
              <a:gd name="connisteX18" fmla="*/ 609600 w 1672590"/>
              <a:gd name="connsiteY18" fmla="*/ 34300 h 1040140"/>
              <a:gd name="connisteX19" fmla="*/ 544830 w 1672590"/>
              <a:gd name="connsiteY19" fmla="*/ 22870 h 1040140"/>
              <a:gd name="connisteX20" fmla="*/ 480060 w 1672590"/>
              <a:gd name="connsiteY20" fmla="*/ 30490 h 1040140"/>
              <a:gd name="connisteX21" fmla="*/ 411480 w 1672590"/>
              <a:gd name="connsiteY21" fmla="*/ 57160 h 1040140"/>
              <a:gd name="connisteX22" fmla="*/ 377190 w 1672590"/>
              <a:gd name="connsiteY22" fmla="*/ 125740 h 1040140"/>
              <a:gd name="connisteX23" fmla="*/ 346710 w 1672590"/>
              <a:gd name="connsiteY23" fmla="*/ 190510 h 1040140"/>
              <a:gd name="connisteX24" fmla="*/ 346710 w 1672590"/>
              <a:gd name="connsiteY24" fmla="*/ 255280 h 1040140"/>
              <a:gd name="connisteX25" fmla="*/ 346710 w 1672590"/>
              <a:gd name="connsiteY25" fmla="*/ 320050 h 1040140"/>
              <a:gd name="connisteX26" fmla="*/ 339090 w 1672590"/>
              <a:gd name="connsiteY26" fmla="*/ 384820 h 1040140"/>
              <a:gd name="connisteX27" fmla="*/ 316230 w 1672590"/>
              <a:gd name="connsiteY27" fmla="*/ 449590 h 1040140"/>
              <a:gd name="connisteX28" fmla="*/ 300990 w 1672590"/>
              <a:gd name="connsiteY28" fmla="*/ 514360 h 1040140"/>
              <a:gd name="connisteX29" fmla="*/ 278130 w 1672590"/>
              <a:gd name="connsiteY29" fmla="*/ 579130 h 1040140"/>
              <a:gd name="connisteX30" fmla="*/ 251460 w 1672590"/>
              <a:gd name="connsiteY30" fmla="*/ 643900 h 1040140"/>
              <a:gd name="connisteX31" fmla="*/ 205740 w 1672590"/>
              <a:gd name="connsiteY31" fmla="*/ 708670 h 1040140"/>
              <a:gd name="connisteX32" fmla="*/ 140970 w 1672590"/>
              <a:gd name="connsiteY32" fmla="*/ 750580 h 1040140"/>
              <a:gd name="connisteX33" fmla="*/ 76200 w 1672590"/>
              <a:gd name="connsiteY33" fmla="*/ 781060 h 1040140"/>
              <a:gd name="connisteX34" fmla="*/ 26670 w 1672590"/>
              <a:gd name="connsiteY34" fmla="*/ 845830 h 1040140"/>
              <a:gd name="connisteX35" fmla="*/ 7620 w 1672590"/>
              <a:gd name="connsiteY35" fmla="*/ 910600 h 1040140"/>
              <a:gd name="connisteX36" fmla="*/ 7620 w 1672590"/>
              <a:gd name="connsiteY36" fmla="*/ 975370 h 1040140"/>
              <a:gd name="connisteX37" fmla="*/ 0 w 1672590"/>
              <a:gd name="connsiteY37" fmla="*/ 1040140 h 10401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</a:cxnLst>
            <a:rect l="l" t="t" r="r" b="b"/>
            <a:pathLst>
              <a:path w="1672590" h="1040140">
                <a:moveTo>
                  <a:pt x="1672590" y="144790"/>
                </a:moveTo>
                <a:cubicBezTo>
                  <a:pt x="1659890" y="142250"/>
                  <a:pt x="1630680" y="138440"/>
                  <a:pt x="1604010" y="129550"/>
                </a:cubicBezTo>
                <a:cubicBezTo>
                  <a:pt x="1577340" y="120660"/>
                  <a:pt x="1565275" y="109230"/>
                  <a:pt x="1539240" y="99070"/>
                </a:cubicBezTo>
                <a:cubicBezTo>
                  <a:pt x="1513205" y="88910"/>
                  <a:pt x="1500505" y="84465"/>
                  <a:pt x="1474470" y="80020"/>
                </a:cubicBezTo>
                <a:cubicBezTo>
                  <a:pt x="1448435" y="75575"/>
                  <a:pt x="1436370" y="69225"/>
                  <a:pt x="1409700" y="76210"/>
                </a:cubicBezTo>
                <a:cubicBezTo>
                  <a:pt x="1383030" y="83195"/>
                  <a:pt x="1367790" y="98435"/>
                  <a:pt x="1341120" y="114310"/>
                </a:cubicBezTo>
                <a:cubicBezTo>
                  <a:pt x="1314450" y="130185"/>
                  <a:pt x="1302385" y="140980"/>
                  <a:pt x="1276350" y="156220"/>
                </a:cubicBezTo>
                <a:cubicBezTo>
                  <a:pt x="1250315" y="171460"/>
                  <a:pt x="1223645" y="197495"/>
                  <a:pt x="1211580" y="190510"/>
                </a:cubicBezTo>
                <a:cubicBezTo>
                  <a:pt x="1199515" y="183525"/>
                  <a:pt x="1219200" y="148600"/>
                  <a:pt x="1215390" y="121930"/>
                </a:cubicBezTo>
                <a:cubicBezTo>
                  <a:pt x="1211580" y="95260"/>
                  <a:pt x="1210310" y="80020"/>
                  <a:pt x="1192530" y="57160"/>
                </a:cubicBezTo>
                <a:cubicBezTo>
                  <a:pt x="1174750" y="34300"/>
                  <a:pt x="1153795" y="18425"/>
                  <a:pt x="1127760" y="7630"/>
                </a:cubicBezTo>
                <a:cubicBezTo>
                  <a:pt x="1101725" y="-3165"/>
                  <a:pt x="1089025" y="-625"/>
                  <a:pt x="1062990" y="3820"/>
                </a:cubicBezTo>
                <a:cubicBezTo>
                  <a:pt x="1036955" y="8265"/>
                  <a:pt x="1024255" y="17790"/>
                  <a:pt x="998220" y="30490"/>
                </a:cubicBezTo>
                <a:cubicBezTo>
                  <a:pt x="972185" y="43190"/>
                  <a:pt x="959485" y="53985"/>
                  <a:pt x="933450" y="68590"/>
                </a:cubicBezTo>
                <a:cubicBezTo>
                  <a:pt x="907415" y="83195"/>
                  <a:pt x="894715" y="93990"/>
                  <a:pt x="868680" y="102880"/>
                </a:cubicBezTo>
                <a:cubicBezTo>
                  <a:pt x="842645" y="111770"/>
                  <a:pt x="829945" y="115580"/>
                  <a:pt x="803910" y="114310"/>
                </a:cubicBezTo>
                <a:cubicBezTo>
                  <a:pt x="777875" y="113040"/>
                  <a:pt x="765175" y="106690"/>
                  <a:pt x="739140" y="95260"/>
                </a:cubicBezTo>
                <a:cubicBezTo>
                  <a:pt x="713105" y="83830"/>
                  <a:pt x="700405" y="69225"/>
                  <a:pt x="674370" y="57160"/>
                </a:cubicBezTo>
                <a:cubicBezTo>
                  <a:pt x="648335" y="45095"/>
                  <a:pt x="635635" y="41285"/>
                  <a:pt x="609600" y="34300"/>
                </a:cubicBezTo>
                <a:cubicBezTo>
                  <a:pt x="583565" y="27315"/>
                  <a:pt x="570865" y="23505"/>
                  <a:pt x="544830" y="22870"/>
                </a:cubicBezTo>
                <a:cubicBezTo>
                  <a:pt x="518795" y="22235"/>
                  <a:pt x="506730" y="23505"/>
                  <a:pt x="480060" y="30490"/>
                </a:cubicBezTo>
                <a:cubicBezTo>
                  <a:pt x="453390" y="37475"/>
                  <a:pt x="431800" y="38110"/>
                  <a:pt x="411480" y="57160"/>
                </a:cubicBezTo>
                <a:cubicBezTo>
                  <a:pt x="391160" y="76210"/>
                  <a:pt x="389890" y="99070"/>
                  <a:pt x="377190" y="125740"/>
                </a:cubicBezTo>
                <a:cubicBezTo>
                  <a:pt x="364490" y="152410"/>
                  <a:pt x="353060" y="164475"/>
                  <a:pt x="346710" y="190510"/>
                </a:cubicBezTo>
                <a:cubicBezTo>
                  <a:pt x="340360" y="216545"/>
                  <a:pt x="346710" y="229245"/>
                  <a:pt x="346710" y="255280"/>
                </a:cubicBezTo>
                <a:cubicBezTo>
                  <a:pt x="346710" y="281315"/>
                  <a:pt x="347980" y="294015"/>
                  <a:pt x="346710" y="320050"/>
                </a:cubicBezTo>
                <a:cubicBezTo>
                  <a:pt x="345440" y="346085"/>
                  <a:pt x="345440" y="358785"/>
                  <a:pt x="339090" y="384820"/>
                </a:cubicBezTo>
                <a:cubicBezTo>
                  <a:pt x="332740" y="410855"/>
                  <a:pt x="323850" y="423555"/>
                  <a:pt x="316230" y="449590"/>
                </a:cubicBezTo>
                <a:cubicBezTo>
                  <a:pt x="308610" y="475625"/>
                  <a:pt x="308610" y="488325"/>
                  <a:pt x="300990" y="514360"/>
                </a:cubicBezTo>
                <a:cubicBezTo>
                  <a:pt x="293370" y="540395"/>
                  <a:pt x="288290" y="553095"/>
                  <a:pt x="278130" y="579130"/>
                </a:cubicBezTo>
                <a:cubicBezTo>
                  <a:pt x="267970" y="605165"/>
                  <a:pt x="266065" y="617865"/>
                  <a:pt x="251460" y="643900"/>
                </a:cubicBezTo>
                <a:cubicBezTo>
                  <a:pt x="236855" y="669935"/>
                  <a:pt x="227965" y="687080"/>
                  <a:pt x="205740" y="708670"/>
                </a:cubicBezTo>
                <a:cubicBezTo>
                  <a:pt x="183515" y="730260"/>
                  <a:pt x="167005" y="735975"/>
                  <a:pt x="140970" y="750580"/>
                </a:cubicBezTo>
                <a:cubicBezTo>
                  <a:pt x="114935" y="765185"/>
                  <a:pt x="99060" y="762010"/>
                  <a:pt x="76200" y="781060"/>
                </a:cubicBezTo>
                <a:cubicBezTo>
                  <a:pt x="53340" y="800110"/>
                  <a:pt x="40640" y="819795"/>
                  <a:pt x="26670" y="845830"/>
                </a:cubicBezTo>
                <a:cubicBezTo>
                  <a:pt x="12700" y="871865"/>
                  <a:pt x="11430" y="884565"/>
                  <a:pt x="7620" y="910600"/>
                </a:cubicBezTo>
                <a:cubicBezTo>
                  <a:pt x="3810" y="936635"/>
                  <a:pt x="8890" y="949335"/>
                  <a:pt x="7620" y="975370"/>
                </a:cubicBezTo>
                <a:cubicBezTo>
                  <a:pt x="6350" y="1001405"/>
                  <a:pt x="1270" y="1028710"/>
                  <a:pt x="0" y="1040140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7583805" y="3205480"/>
            <a:ext cx="3348355" cy="454025"/>
          </a:xfrm>
          <a:custGeom>
            <a:avLst/>
            <a:gdLst>
              <a:gd name="connisteX0" fmla="*/ 0 w 2232660"/>
              <a:gd name="connsiteY0" fmla="*/ 12166 h 303154"/>
              <a:gd name="connisteX1" fmla="*/ 64770 w 2232660"/>
              <a:gd name="connsiteY1" fmla="*/ 736 h 303154"/>
              <a:gd name="connisteX2" fmla="*/ 129540 w 2232660"/>
              <a:gd name="connsiteY2" fmla="*/ 31216 h 303154"/>
              <a:gd name="connisteX3" fmla="*/ 190500 w 2232660"/>
              <a:gd name="connsiteY3" fmla="*/ 95986 h 303154"/>
              <a:gd name="connisteX4" fmla="*/ 217170 w 2232660"/>
              <a:gd name="connsiteY4" fmla="*/ 160756 h 303154"/>
              <a:gd name="connisteX5" fmla="*/ 262890 w 2232660"/>
              <a:gd name="connsiteY5" fmla="*/ 225526 h 303154"/>
              <a:gd name="connisteX6" fmla="*/ 327660 w 2232660"/>
              <a:gd name="connsiteY6" fmla="*/ 236956 h 303154"/>
              <a:gd name="connisteX7" fmla="*/ 396240 w 2232660"/>
              <a:gd name="connsiteY7" fmla="*/ 248386 h 303154"/>
              <a:gd name="connisteX8" fmla="*/ 461010 w 2232660"/>
              <a:gd name="connsiteY8" fmla="*/ 259816 h 303154"/>
              <a:gd name="connisteX9" fmla="*/ 525780 w 2232660"/>
              <a:gd name="connsiteY9" fmla="*/ 297916 h 303154"/>
              <a:gd name="connisteX10" fmla="*/ 590550 w 2232660"/>
              <a:gd name="connsiteY10" fmla="*/ 301726 h 303154"/>
              <a:gd name="connisteX11" fmla="*/ 655320 w 2232660"/>
              <a:gd name="connsiteY11" fmla="*/ 294106 h 303154"/>
              <a:gd name="connisteX12" fmla="*/ 720090 w 2232660"/>
              <a:gd name="connsiteY12" fmla="*/ 278866 h 303154"/>
              <a:gd name="connisteX13" fmla="*/ 788670 w 2232660"/>
              <a:gd name="connsiteY13" fmla="*/ 256006 h 303154"/>
              <a:gd name="connisteX14" fmla="*/ 853440 w 2232660"/>
              <a:gd name="connsiteY14" fmla="*/ 244576 h 303154"/>
              <a:gd name="connisteX15" fmla="*/ 918210 w 2232660"/>
              <a:gd name="connsiteY15" fmla="*/ 236956 h 303154"/>
              <a:gd name="connisteX16" fmla="*/ 982980 w 2232660"/>
              <a:gd name="connsiteY16" fmla="*/ 225526 h 303154"/>
              <a:gd name="connisteX17" fmla="*/ 1047750 w 2232660"/>
              <a:gd name="connsiteY17" fmla="*/ 206476 h 303154"/>
              <a:gd name="connisteX18" fmla="*/ 1112520 w 2232660"/>
              <a:gd name="connsiteY18" fmla="*/ 191236 h 303154"/>
              <a:gd name="connisteX19" fmla="*/ 1181100 w 2232660"/>
              <a:gd name="connsiteY19" fmla="*/ 175996 h 303154"/>
              <a:gd name="connisteX20" fmla="*/ 1245870 w 2232660"/>
              <a:gd name="connsiteY20" fmla="*/ 160756 h 303154"/>
              <a:gd name="connisteX21" fmla="*/ 1314450 w 2232660"/>
              <a:gd name="connsiteY21" fmla="*/ 153136 h 303154"/>
              <a:gd name="connisteX22" fmla="*/ 1379220 w 2232660"/>
              <a:gd name="connsiteY22" fmla="*/ 141706 h 303154"/>
              <a:gd name="connisteX23" fmla="*/ 1443990 w 2232660"/>
              <a:gd name="connsiteY23" fmla="*/ 137896 h 303154"/>
              <a:gd name="connisteX24" fmla="*/ 1508760 w 2232660"/>
              <a:gd name="connsiteY24" fmla="*/ 130276 h 303154"/>
              <a:gd name="connisteX25" fmla="*/ 1573530 w 2232660"/>
              <a:gd name="connsiteY25" fmla="*/ 130276 h 303154"/>
              <a:gd name="connisteX26" fmla="*/ 1642110 w 2232660"/>
              <a:gd name="connsiteY26" fmla="*/ 130276 h 303154"/>
              <a:gd name="connisteX27" fmla="*/ 1714500 w 2232660"/>
              <a:gd name="connsiteY27" fmla="*/ 130276 h 303154"/>
              <a:gd name="connisteX28" fmla="*/ 1779270 w 2232660"/>
              <a:gd name="connsiteY28" fmla="*/ 130276 h 303154"/>
              <a:gd name="connisteX29" fmla="*/ 1844040 w 2232660"/>
              <a:gd name="connsiteY29" fmla="*/ 126466 h 303154"/>
              <a:gd name="connisteX30" fmla="*/ 1908810 w 2232660"/>
              <a:gd name="connsiteY30" fmla="*/ 122656 h 303154"/>
              <a:gd name="connisteX31" fmla="*/ 1973580 w 2232660"/>
              <a:gd name="connsiteY31" fmla="*/ 111226 h 303154"/>
              <a:gd name="connisteX32" fmla="*/ 2038350 w 2232660"/>
              <a:gd name="connsiteY32" fmla="*/ 95986 h 303154"/>
              <a:gd name="connisteX33" fmla="*/ 2103120 w 2232660"/>
              <a:gd name="connsiteY33" fmla="*/ 73126 h 303154"/>
              <a:gd name="connisteX34" fmla="*/ 2167890 w 2232660"/>
              <a:gd name="connsiteY34" fmla="*/ 46456 h 303154"/>
              <a:gd name="connisteX35" fmla="*/ 2232660 w 2232660"/>
              <a:gd name="connsiteY35" fmla="*/ 12166 h 30315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</a:cxnLst>
            <a:rect l="l" t="t" r="r" b="b"/>
            <a:pathLst>
              <a:path w="2232660" h="303155">
                <a:moveTo>
                  <a:pt x="0" y="12166"/>
                </a:moveTo>
                <a:cubicBezTo>
                  <a:pt x="11430" y="8991"/>
                  <a:pt x="38735" y="-3074"/>
                  <a:pt x="64770" y="736"/>
                </a:cubicBezTo>
                <a:cubicBezTo>
                  <a:pt x="90805" y="4546"/>
                  <a:pt x="104140" y="12166"/>
                  <a:pt x="129540" y="31216"/>
                </a:cubicBezTo>
                <a:cubicBezTo>
                  <a:pt x="154940" y="50266"/>
                  <a:pt x="172720" y="69951"/>
                  <a:pt x="190500" y="95986"/>
                </a:cubicBezTo>
                <a:cubicBezTo>
                  <a:pt x="208280" y="122021"/>
                  <a:pt x="202565" y="134721"/>
                  <a:pt x="217170" y="160756"/>
                </a:cubicBezTo>
                <a:cubicBezTo>
                  <a:pt x="231775" y="186791"/>
                  <a:pt x="240665" y="210286"/>
                  <a:pt x="262890" y="225526"/>
                </a:cubicBezTo>
                <a:cubicBezTo>
                  <a:pt x="285115" y="240766"/>
                  <a:pt x="300990" y="232511"/>
                  <a:pt x="327660" y="236956"/>
                </a:cubicBezTo>
                <a:cubicBezTo>
                  <a:pt x="354330" y="241401"/>
                  <a:pt x="369570" y="243941"/>
                  <a:pt x="396240" y="248386"/>
                </a:cubicBezTo>
                <a:cubicBezTo>
                  <a:pt x="422910" y="252831"/>
                  <a:pt x="434975" y="249656"/>
                  <a:pt x="461010" y="259816"/>
                </a:cubicBezTo>
                <a:cubicBezTo>
                  <a:pt x="487045" y="269976"/>
                  <a:pt x="499745" y="289661"/>
                  <a:pt x="525780" y="297916"/>
                </a:cubicBezTo>
                <a:cubicBezTo>
                  <a:pt x="551815" y="306171"/>
                  <a:pt x="564515" y="302361"/>
                  <a:pt x="590550" y="301726"/>
                </a:cubicBezTo>
                <a:cubicBezTo>
                  <a:pt x="616585" y="301091"/>
                  <a:pt x="629285" y="298551"/>
                  <a:pt x="655320" y="294106"/>
                </a:cubicBezTo>
                <a:cubicBezTo>
                  <a:pt x="681355" y="289661"/>
                  <a:pt x="693420" y="286486"/>
                  <a:pt x="720090" y="278866"/>
                </a:cubicBezTo>
                <a:cubicBezTo>
                  <a:pt x="746760" y="271246"/>
                  <a:pt x="762000" y="262991"/>
                  <a:pt x="788670" y="256006"/>
                </a:cubicBezTo>
                <a:cubicBezTo>
                  <a:pt x="815340" y="249021"/>
                  <a:pt x="827405" y="248386"/>
                  <a:pt x="853440" y="244576"/>
                </a:cubicBezTo>
                <a:cubicBezTo>
                  <a:pt x="879475" y="240766"/>
                  <a:pt x="892175" y="240766"/>
                  <a:pt x="918210" y="236956"/>
                </a:cubicBezTo>
                <a:cubicBezTo>
                  <a:pt x="944245" y="233146"/>
                  <a:pt x="956945" y="231876"/>
                  <a:pt x="982980" y="225526"/>
                </a:cubicBezTo>
                <a:cubicBezTo>
                  <a:pt x="1009015" y="219176"/>
                  <a:pt x="1021715" y="213461"/>
                  <a:pt x="1047750" y="206476"/>
                </a:cubicBezTo>
                <a:cubicBezTo>
                  <a:pt x="1073785" y="199491"/>
                  <a:pt x="1085850" y="197586"/>
                  <a:pt x="1112520" y="191236"/>
                </a:cubicBezTo>
                <a:cubicBezTo>
                  <a:pt x="1139190" y="184886"/>
                  <a:pt x="1154430" y="182346"/>
                  <a:pt x="1181100" y="175996"/>
                </a:cubicBezTo>
                <a:cubicBezTo>
                  <a:pt x="1207770" y="169646"/>
                  <a:pt x="1219200" y="165201"/>
                  <a:pt x="1245870" y="160756"/>
                </a:cubicBezTo>
                <a:cubicBezTo>
                  <a:pt x="1272540" y="156311"/>
                  <a:pt x="1287780" y="156946"/>
                  <a:pt x="1314450" y="153136"/>
                </a:cubicBezTo>
                <a:cubicBezTo>
                  <a:pt x="1341120" y="149326"/>
                  <a:pt x="1353185" y="144881"/>
                  <a:pt x="1379220" y="141706"/>
                </a:cubicBezTo>
                <a:cubicBezTo>
                  <a:pt x="1405255" y="138531"/>
                  <a:pt x="1417955" y="140436"/>
                  <a:pt x="1443990" y="137896"/>
                </a:cubicBezTo>
                <a:cubicBezTo>
                  <a:pt x="1470025" y="135356"/>
                  <a:pt x="1482725" y="131546"/>
                  <a:pt x="1508760" y="130276"/>
                </a:cubicBezTo>
                <a:cubicBezTo>
                  <a:pt x="1534795" y="129006"/>
                  <a:pt x="1546860" y="130276"/>
                  <a:pt x="1573530" y="130276"/>
                </a:cubicBezTo>
                <a:cubicBezTo>
                  <a:pt x="1600200" y="130276"/>
                  <a:pt x="1614170" y="130276"/>
                  <a:pt x="1642110" y="130276"/>
                </a:cubicBezTo>
                <a:cubicBezTo>
                  <a:pt x="1670050" y="130276"/>
                  <a:pt x="1687195" y="130276"/>
                  <a:pt x="1714500" y="130276"/>
                </a:cubicBezTo>
                <a:cubicBezTo>
                  <a:pt x="1741805" y="130276"/>
                  <a:pt x="1753235" y="130911"/>
                  <a:pt x="1779270" y="130276"/>
                </a:cubicBezTo>
                <a:cubicBezTo>
                  <a:pt x="1805305" y="129641"/>
                  <a:pt x="1818005" y="127736"/>
                  <a:pt x="1844040" y="126466"/>
                </a:cubicBezTo>
                <a:cubicBezTo>
                  <a:pt x="1870075" y="125196"/>
                  <a:pt x="1882775" y="125831"/>
                  <a:pt x="1908810" y="122656"/>
                </a:cubicBezTo>
                <a:cubicBezTo>
                  <a:pt x="1934845" y="119481"/>
                  <a:pt x="1947545" y="116306"/>
                  <a:pt x="1973580" y="111226"/>
                </a:cubicBezTo>
                <a:cubicBezTo>
                  <a:pt x="1999615" y="106146"/>
                  <a:pt x="2012315" y="103606"/>
                  <a:pt x="2038350" y="95986"/>
                </a:cubicBezTo>
                <a:cubicBezTo>
                  <a:pt x="2064385" y="88366"/>
                  <a:pt x="2077085" y="83286"/>
                  <a:pt x="2103120" y="73126"/>
                </a:cubicBezTo>
                <a:cubicBezTo>
                  <a:pt x="2129155" y="62966"/>
                  <a:pt x="2141855" y="58521"/>
                  <a:pt x="2167890" y="46456"/>
                </a:cubicBezTo>
                <a:cubicBezTo>
                  <a:pt x="2193925" y="34391"/>
                  <a:pt x="2221230" y="18516"/>
                  <a:pt x="2232660" y="12166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4474210" y="866775"/>
            <a:ext cx="3119755" cy="2350770"/>
          </a:xfrm>
          <a:custGeom>
            <a:avLst/>
            <a:gdLst>
              <a:gd name="connsiteX0" fmla="*/ 0 w 3276"/>
              <a:gd name="connsiteY0" fmla="*/ 0 h 2466"/>
              <a:gd name="connsiteX1" fmla="*/ 102 w 3276"/>
              <a:gd name="connsiteY1" fmla="*/ 36 h 2466"/>
              <a:gd name="connsiteX2" fmla="*/ 180 w 3276"/>
              <a:gd name="connsiteY2" fmla="*/ 138 h 2466"/>
              <a:gd name="connsiteX3" fmla="*/ 282 w 3276"/>
              <a:gd name="connsiteY3" fmla="*/ 192 h 2466"/>
              <a:gd name="connsiteX4" fmla="*/ 384 w 3276"/>
              <a:gd name="connsiteY4" fmla="*/ 204 h 2466"/>
              <a:gd name="connsiteX5" fmla="*/ 486 w 3276"/>
              <a:gd name="connsiteY5" fmla="*/ 240 h 2466"/>
              <a:gd name="connsiteX6" fmla="*/ 588 w 3276"/>
              <a:gd name="connsiteY6" fmla="*/ 264 h 2466"/>
              <a:gd name="connsiteX7" fmla="*/ 690 w 3276"/>
              <a:gd name="connsiteY7" fmla="*/ 282 h 2466"/>
              <a:gd name="connsiteX8" fmla="*/ 792 w 3276"/>
              <a:gd name="connsiteY8" fmla="*/ 300 h 2466"/>
              <a:gd name="connsiteX9" fmla="*/ 900 w 3276"/>
              <a:gd name="connsiteY9" fmla="*/ 318 h 2466"/>
              <a:gd name="connsiteX10" fmla="*/ 1002 w 3276"/>
              <a:gd name="connsiteY10" fmla="*/ 354 h 2466"/>
              <a:gd name="connsiteX11" fmla="*/ 1062 w 3276"/>
              <a:gd name="connsiteY11" fmla="*/ 456 h 2466"/>
              <a:gd name="connsiteX12" fmla="*/ 1164 w 3276"/>
              <a:gd name="connsiteY12" fmla="*/ 504 h 2466"/>
              <a:gd name="connsiteX13" fmla="*/ 1266 w 3276"/>
              <a:gd name="connsiteY13" fmla="*/ 564 h 2466"/>
              <a:gd name="connsiteX14" fmla="*/ 1326 w 3276"/>
              <a:gd name="connsiteY14" fmla="*/ 678 h 2466"/>
              <a:gd name="connsiteX15" fmla="*/ 1368 w 3276"/>
              <a:gd name="connsiteY15" fmla="*/ 780 h 2466"/>
              <a:gd name="connsiteX16" fmla="*/ 1458 w 3276"/>
              <a:gd name="connsiteY16" fmla="*/ 882 h 2466"/>
              <a:gd name="connsiteX17" fmla="*/ 1554 w 3276"/>
              <a:gd name="connsiteY17" fmla="*/ 984 h 2466"/>
              <a:gd name="connsiteX18" fmla="*/ 1620 w 3276"/>
              <a:gd name="connsiteY18" fmla="*/ 1086 h 2466"/>
              <a:gd name="connsiteX19" fmla="*/ 1722 w 3276"/>
              <a:gd name="connsiteY19" fmla="*/ 1164 h 2466"/>
              <a:gd name="connsiteX20" fmla="*/ 1830 w 3276"/>
              <a:gd name="connsiteY20" fmla="*/ 1230 h 2466"/>
              <a:gd name="connsiteX21" fmla="*/ 1932 w 3276"/>
              <a:gd name="connsiteY21" fmla="*/ 1326 h 2466"/>
              <a:gd name="connsiteX22" fmla="*/ 2034 w 3276"/>
              <a:gd name="connsiteY22" fmla="*/ 1392 h 2466"/>
              <a:gd name="connsiteX23" fmla="*/ 2136 w 3276"/>
              <a:gd name="connsiteY23" fmla="*/ 1458 h 2466"/>
              <a:gd name="connsiteX24" fmla="*/ 2238 w 3276"/>
              <a:gd name="connsiteY24" fmla="*/ 1530 h 2466"/>
              <a:gd name="connsiteX25" fmla="*/ 2340 w 3276"/>
              <a:gd name="connsiteY25" fmla="*/ 1560 h 2466"/>
              <a:gd name="connsiteX26" fmla="*/ 2442 w 3276"/>
              <a:gd name="connsiteY26" fmla="*/ 1608 h 2466"/>
              <a:gd name="connsiteX27" fmla="*/ 2544 w 3276"/>
              <a:gd name="connsiteY27" fmla="*/ 1638 h 2466"/>
              <a:gd name="connsiteX28" fmla="*/ 2646 w 3276"/>
              <a:gd name="connsiteY28" fmla="*/ 1680 h 2466"/>
              <a:gd name="connsiteX29" fmla="*/ 2748 w 3276"/>
              <a:gd name="connsiteY29" fmla="*/ 1728 h 2466"/>
              <a:gd name="connsiteX30" fmla="*/ 2850 w 3276"/>
              <a:gd name="connsiteY30" fmla="*/ 1776 h 2466"/>
              <a:gd name="connsiteX31" fmla="*/ 2952 w 3276"/>
              <a:gd name="connsiteY31" fmla="*/ 1830 h 2466"/>
              <a:gd name="connsiteX32" fmla="*/ 3054 w 3276"/>
              <a:gd name="connsiteY32" fmla="*/ 1896 h 2466"/>
              <a:gd name="connsiteX33" fmla="*/ 3090 w 3276"/>
              <a:gd name="connsiteY33" fmla="*/ 1998 h 2466"/>
              <a:gd name="connsiteX34" fmla="*/ 3108 w 3276"/>
              <a:gd name="connsiteY34" fmla="*/ 2100 h 2466"/>
              <a:gd name="connsiteX35" fmla="*/ 3144 w 3276"/>
              <a:gd name="connsiteY35" fmla="*/ 2202 h 2466"/>
              <a:gd name="connsiteX36" fmla="*/ 3174 w 3276"/>
              <a:gd name="connsiteY36" fmla="*/ 2304 h 2466"/>
              <a:gd name="connsiteX37" fmla="*/ 3276 w 3276"/>
              <a:gd name="connsiteY37" fmla="*/ 2466 h 2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276" h="2466">
                <a:moveTo>
                  <a:pt x="0" y="0"/>
                </a:moveTo>
                <a:cubicBezTo>
                  <a:pt x="19" y="5"/>
                  <a:pt x="66" y="8"/>
                  <a:pt x="102" y="36"/>
                </a:cubicBezTo>
                <a:cubicBezTo>
                  <a:pt x="138" y="64"/>
                  <a:pt x="144" y="107"/>
                  <a:pt x="180" y="138"/>
                </a:cubicBezTo>
                <a:cubicBezTo>
                  <a:pt x="216" y="169"/>
                  <a:pt x="241" y="179"/>
                  <a:pt x="282" y="192"/>
                </a:cubicBezTo>
                <a:cubicBezTo>
                  <a:pt x="323" y="205"/>
                  <a:pt x="343" y="194"/>
                  <a:pt x="384" y="204"/>
                </a:cubicBezTo>
                <a:cubicBezTo>
                  <a:pt x="425" y="214"/>
                  <a:pt x="445" y="228"/>
                  <a:pt x="486" y="240"/>
                </a:cubicBezTo>
                <a:cubicBezTo>
                  <a:pt x="527" y="252"/>
                  <a:pt x="547" y="256"/>
                  <a:pt x="588" y="264"/>
                </a:cubicBezTo>
                <a:cubicBezTo>
                  <a:pt x="629" y="272"/>
                  <a:pt x="649" y="275"/>
                  <a:pt x="690" y="282"/>
                </a:cubicBezTo>
                <a:cubicBezTo>
                  <a:pt x="731" y="289"/>
                  <a:pt x="750" y="293"/>
                  <a:pt x="792" y="300"/>
                </a:cubicBezTo>
                <a:cubicBezTo>
                  <a:pt x="834" y="307"/>
                  <a:pt x="858" y="307"/>
                  <a:pt x="900" y="318"/>
                </a:cubicBezTo>
                <a:cubicBezTo>
                  <a:pt x="942" y="329"/>
                  <a:pt x="970" y="326"/>
                  <a:pt x="1002" y="354"/>
                </a:cubicBezTo>
                <a:cubicBezTo>
                  <a:pt x="1034" y="382"/>
                  <a:pt x="1030" y="426"/>
                  <a:pt x="1062" y="456"/>
                </a:cubicBezTo>
                <a:cubicBezTo>
                  <a:pt x="1094" y="486"/>
                  <a:pt x="1123" y="482"/>
                  <a:pt x="1164" y="504"/>
                </a:cubicBezTo>
                <a:cubicBezTo>
                  <a:pt x="1205" y="526"/>
                  <a:pt x="1234" y="529"/>
                  <a:pt x="1266" y="564"/>
                </a:cubicBezTo>
                <a:cubicBezTo>
                  <a:pt x="1298" y="599"/>
                  <a:pt x="1306" y="635"/>
                  <a:pt x="1326" y="678"/>
                </a:cubicBezTo>
                <a:cubicBezTo>
                  <a:pt x="1346" y="721"/>
                  <a:pt x="1342" y="739"/>
                  <a:pt x="1368" y="780"/>
                </a:cubicBezTo>
                <a:cubicBezTo>
                  <a:pt x="1394" y="821"/>
                  <a:pt x="1421" y="841"/>
                  <a:pt x="1458" y="882"/>
                </a:cubicBezTo>
                <a:cubicBezTo>
                  <a:pt x="1495" y="923"/>
                  <a:pt x="1522" y="943"/>
                  <a:pt x="1554" y="984"/>
                </a:cubicBezTo>
                <a:cubicBezTo>
                  <a:pt x="1586" y="1025"/>
                  <a:pt x="1586" y="1050"/>
                  <a:pt x="1620" y="1086"/>
                </a:cubicBezTo>
                <a:cubicBezTo>
                  <a:pt x="1654" y="1122"/>
                  <a:pt x="1680" y="1135"/>
                  <a:pt x="1722" y="1164"/>
                </a:cubicBezTo>
                <a:cubicBezTo>
                  <a:pt x="1764" y="1193"/>
                  <a:pt x="1788" y="1198"/>
                  <a:pt x="1830" y="1230"/>
                </a:cubicBezTo>
                <a:cubicBezTo>
                  <a:pt x="1872" y="1262"/>
                  <a:pt x="1891" y="1294"/>
                  <a:pt x="1932" y="1326"/>
                </a:cubicBezTo>
                <a:cubicBezTo>
                  <a:pt x="1973" y="1358"/>
                  <a:pt x="1993" y="1366"/>
                  <a:pt x="2034" y="1392"/>
                </a:cubicBezTo>
                <a:cubicBezTo>
                  <a:pt x="2075" y="1418"/>
                  <a:pt x="2095" y="1430"/>
                  <a:pt x="2136" y="1458"/>
                </a:cubicBezTo>
                <a:cubicBezTo>
                  <a:pt x="2177" y="1486"/>
                  <a:pt x="2197" y="1510"/>
                  <a:pt x="2238" y="1530"/>
                </a:cubicBezTo>
                <a:cubicBezTo>
                  <a:pt x="2279" y="1550"/>
                  <a:pt x="2299" y="1544"/>
                  <a:pt x="2340" y="1560"/>
                </a:cubicBezTo>
                <a:cubicBezTo>
                  <a:pt x="2381" y="1576"/>
                  <a:pt x="2401" y="1592"/>
                  <a:pt x="2442" y="1608"/>
                </a:cubicBezTo>
                <a:cubicBezTo>
                  <a:pt x="2483" y="1624"/>
                  <a:pt x="2503" y="1624"/>
                  <a:pt x="2544" y="1638"/>
                </a:cubicBezTo>
                <a:cubicBezTo>
                  <a:pt x="2585" y="1652"/>
                  <a:pt x="2605" y="1662"/>
                  <a:pt x="2646" y="1680"/>
                </a:cubicBezTo>
                <a:cubicBezTo>
                  <a:pt x="2687" y="1698"/>
                  <a:pt x="2707" y="1709"/>
                  <a:pt x="2748" y="1728"/>
                </a:cubicBezTo>
                <a:cubicBezTo>
                  <a:pt x="2789" y="1747"/>
                  <a:pt x="2809" y="1756"/>
                  <a:pt x="2850" y="1776"/>
                </a:cubicBezTo>
                <a:cubicBezTo>
                  <a:pt x="2891" y="1796"/>
                  <a:pt x="2911" y="1806"/>
                  <a:pt x="2952" y="1830"/>
                </a:cubicBezTo>
                <a:cubicBezTo>
                  <a:pt x="2993" y="1854"/>
                  <a:pt x="3026" y="1862"/>
                  <a:pt x="3054" y="1896"/>
                </a:cubicBezTo>
                <a:cubicBezTo>
                  <a:pt x="3082" y="1930"/>
                  <a:pt x="3079" y="1957"/>
                  <a:pt x="3090" y="1998"/>
                </a:cubicBezTo>
                <a:cubicBezTo>
                  <a:pt x="3101" y="2039"/>
                  <a:pt x="3097" y="2059"/>
                  <a:pt x="3108" y="2100"/>
                </a:cubicBezTo>
                <a:cubicBezTo>
                  <a:pt x="3119" y="2141"/>
                  <a:pt x="3131" y="2161"/>
                  <a:pt x="3144" y="2202"/>
                </a:cubicBezTo>
                <a:cubicBezTo>
                  <a:pt x="3157" y="2243"/>
                  <a:pt x="3157" y="2263"/>
                  <a:pt x="3174" y="2304"/>
                </a:cubicBezTo>
                <a:cubicBezTo>
                  <a:pt x="3191" y="2345"/>
                  <a:pt x="3266" y="2448"/>
                  <a:pt x="3276" y="2466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7409180" y="4025265"/>
            <a:ext cx="4154170" cy="2019300"/>
          </a:xfrm>
          <a:custGeom>
            <a:avLst/>
            <a:gdLst>
              <a:gd name="connisteX0" fmla="*/ 0 w 2769870"/>
              <a:gd name="connsiteY0" fmla="*/ 1344930 h 1344930"/>
              <a:gd name="connisteX1" fmla="*/ 64770 w 2769870"/>
              <a:gd name="connsiteY1" fmla="*/ 1333500 h 1344930"/>
              <a:gd name="connisteX2" fmla="*/ 129540 w 2769870"/>
              <a:gd name="connsiteY2" fmla="*/ 1310640 h 1344930"/>
              <a:gd name="connisteX3" fmla="*/ 198120 w 2769870"/>
              <a:gd name="connsiteY3" fmla="*/ 1287780 h 1344930"/>
              <a:gd name="connisteX4" fmla="*/ 255270 w 2769870"/>
              <a:gd name="connsiteY4" fmla="*/ 1223010 h 1344930"/>
              <a:gd name="connisteX5" fmla="*/ 293370 w 2769870"/>
              <a:gd name="connsiteY5" fmla="*/ 1158240 h 1344930"/>
              <a:gd name="connisteX6" fmla="*/ 358140 w 2769870"/>
              <a:gd name="connsiteY6" fmla="*/ 1120140 h 1344930"/>
              <a:gd name="connisteX7" fmla="*/ 422910 w 2769870"/>
              <a:gd name="connsiteY7" fmla="*/ 1116330 h 1344930"/>
              <a:gd name="connisteX8" fmla="*/ 487680 w 2769870"/>
              <a:gd name="connsiteY8" fmla="*/ 1169670 h 1344930"/>
              <a:gd name="connisteX9" fmla="*/ 552450 w 2769870"/>
              <a:gd name="connsiteY9" fmla="*/ 1143000 h 1344930"/>
              <a:gd name="connisteX10" fmla="*/ 617220 w 2769870"/>
              <a:gd name="connsiteY10" fmla="*/ 1089660 h 1344930"/>
              <a:gd name="connisteX11" fmla="*/ 685800 w 2769870"/>
              <a:gd name="connsiteY11" fmla="*/ 1055370 h 1344930"/>
              <a:gd name="connisteX12" fmla="*/ 750570 w 2769870"/>
              <a:gd name="connsiteY12" fmla="*/ 1028700 h 1344930"/>
              <a:gd name="connisteX13" fmla="*/ 815340 w 2769870"/>
              <a:gd name="connsiteY13" fmla="*/ 1005840 h 1344930"/>
              <a:gd name="connisteX14" fmla="*/ 880110 w 2769870"/>
              <a:gd name="connsiteY14" fmla="*/ 986790 h 1344930"/>
              <a:gd name="connisteX15" fmla="*/ 944880 w 2769870"/>
              <a:gd name="connsiteY15" fmla="*/ 967740 h 1344930"/>
              <a:gd name="connisteX16" fmla="*/ 1009650 w 2769870"/>
              <a:gd name="connsiteY16" fmla="*/ 948690 h 1344930"/>
              <a:gd name="connisteX17" fmla="*/ 1074420 w 2769870"/>
              <a:gd name="connsiteY17" fmla="*/ 929640 h 1344930"/>
              <a:gd name="connisteX18" fmla="*/ 1139190 w 2769870"/>
              <a:gd name="connsiteY18" fmla="*/ 910590 h 1344930"/>
              <a:gd name="connisteX19" fmla="*/ 1203960 w 2769870"/>
              <a:gd name="connsiteY19" fmla="*/ 861060 h 1344930"/>
              <a:gd name="connisteX20" fmla="*/ 1230630 w 2769870"/>
              <a:gd name="connsiteY20" fmla="*/ 796290 h 1344930"/>
              <a:gd name="connisteX21" fmla="*/ 1295400 w 2769870"/>
              <a:gd name="connsiteY21" fmla="*/ 746760 h 1344930"/>
              <a:gd name="connisteX22" fmla="*/ 1360170 w 2769870"/>
              <a:gd name="connsiteY22" fmla="*/ 735330 h 1344930"/>
              <a:gd name="connisteX23" fmla="*/ 1424940 w 2769870"/>
              <a:gd name="connsiteY23" fmla="*/ 769620 h 1344930"/>
              <a:gd name="connisteX24" fmla="*/ 1489710 w 2769870"/>
              <a:gd name="connsiteY24" fmla="*/ 819150 h 1344930"/>
              <a:gd name="connisteX25" fmla="*/ 1558290 w 2769870"/>
              <a:gd name="connsiteY25" fmla="*/ 822960 h 1344930"/>
              <a:gd name="connisteX26" fmla="*/ 1623060 w 2769870"/>
              <a:gd name="connsiteY26" fmla="*/ 822960 h 1344930"/>
              <a:gd name="connisteX27" fmla="*/ 1687830 w 2769870"/>
              <a:gd name="connsiteY27" fmla="*/ 822960 h 1344930"/>
              <a:gd name="connisteX28" fmla="*/ 1752600 w 2769870"/>
              <a:gd name="connsiteY28" fmla="*/ 800100 h 1344930"/>
              <a:gd name="connisteX29" fmla="*/ 1817370 w 2769870"/>
              <a:gd name="connsiteY29" fmla="*/ 769620 h 1344930"/>
              <a:gd name="connisteX30" fmla="*/ 1882140 w 2769870"/>
              <a:gd name="connsiteY30" fmla="*/ 731520 h 1344930"/>
              <a:gd name="connisteX31" fmla="*/ 1946910 w 2769870"/>
              <a:gd name="connsiteY31" fmla="*/ 693420 h 1344930"/>
              <a:gd name="connisteX32" fmla="*/ 2011680 w 2769870"/>
              <a:gd name="connsiteY32" fmla="*/ 655320 h 1344930"/>
              <a:gd name="connisteX33" fmla="*/ 2076450 w 2769870"/>
              <a:gd name="connsiteY33" fmla="*/ 617220 h 1344930"/>
              <a:gd name="connisteX34" fmla="*/ 2141220 w 2769870"/>
              <a:gd name="connsiteY34" fmla="*/ 590550 h 1344930"/>
              <a:gd name="connisteX35" fmla="*/ 2205990 w 2769870"/>
              <a:gd name="connsiteY35" fmla="*/ 567690 h 1344930"/>
              <a:gd name="connisteX36" fmla="*/ 2270760 w 2769870"/>
              <a:gd name="connsiteY36" fmla="*/ 552450 h 1344930"/>
              <a:gd name="connisteX37" fmla="*/ 2335530 w 2769870"/>
              <a:gd name="connsiteY37" fmla="*/ 525780 h 1344930"/>
              <a:gd name="connisteX38" fmla="*/ 2400300 w 2769870"/>
              <a:gd name="connsiteY38" fmla="*/ 499110 h 1344930"/>
              <a:gd name="connisteX39" fmla="*/ 2465070 w 2769870"/>
              <a:gd name="connsiteY39" fmla="*/ 468630 h 1344930"/>
              <a:gd name="connisteX40" fmla="*/ 2533650 w 2769870"/>
              <a:gd name="connsiteY40" fmla="*/ 422910 h 1344930"/>
              <a:gd name="connisteX41" fmla="*/ 2579370 w 2769870"/>
              <a:gd name="connsiteY41" fmla="*/ 358140 h 1344930"/>
              <a:gd name="connisteX42" fmla="*/ 2590800 w 2769870"/>
              <a:gd name="connsiteY42" fmla="*/ 293370 h 1344930"/>
              <a:gd name="connisteX43" fmla="*/ 2598420 w 2769870"/>
              <a:gd name="connsiteY43" fmla="*/ 224790 h 1344930"/>
              <a:gd name="connisteX44" fmla="*/ 2606040 w 2769870"/>
              <a:gd name="connsiteY44" fmla="*/ 160020 h 1344930"/>
              <a:gd name="connisteX45" fmla="*/ 2667000 w 2769870"/>
              <a:gd name="connsiteY45" fmla="*/ 95250 h 1344930"/>
              <a:gd name="connisteX46" fmla="*/ 2705100 w 2769870"/>
              <a:gd name="connsiteY46" fmla="*/ 30480 h 1344930"/>
              <a:gd name="connisteX47" fmla="*/ 2769870 w 2769870"/>
              <a:gd name="connsiteY47" fmla="*/ 0 h 13449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</a:cxnLst>
            <a:rect l="l" t="t" r="r" b="b"/>
            <a:pathLst>
              <a:path w="2769870" h="1344930">
                <a:moveTo>
                  <a:pt x="0" y="1344930"/>
                </a:moveTo>
                <a:cubicBezTo>
                  <a:pt x="11430" y="1343025"/>
                  <a:pt x="38735" y="1340485"/>
                  <a:pt x="64770" y="1333500"/>
                </a:cubicBezTo>
                <a:cubicBezTo>
                  <a:pt x="90805" y="1326515"/>
                  <a:pt x="102870" y="1319530"/>
                  <a:pt x="129540" y="1310640"/>
                </a:cubicBezTo>
                <a:cubicBezTo>
                  <a:pt x="156210" y="1301750"/>
                  <a:pt x="172720" y="1305560"/>
                  <a:pt x="198120" y="1287780"/>
                </a:cubicBezTo>
                <a:cubicBezTo>
                  <a:pt x="223520" y="1270000"/>
                  <a:pt x="236220" y="1249045"/>
                  <a:pt x="255270" y="1223010"/>
                </a:cubicBezTo>
                <a:cubicBezTo>
                  <a:pt x="274320" y="1196975"/>
                  <a:pt x="273050" y="1178560"/>
                  <a:pt x="293370" y="1158240"/>
                </a:cubicBezTo>
                <a:cubicBezTo>
                  <a:pt x="313690" y="1137920"/>
                  <a:pt x="332105" y="1128395"/>
                  <a:pt x="358140" y="1120140"/>
                </a:cubicBezTo>
                <a:cubicBezTo>
                  <a:pt x="384175" y="1111885"/>
                  <a:pt x="396875" y="1106170"/>
                  <a:pt x="422910" y="1116330"/>
                </a:cubicBezTo>
                <a:cubicBezTo>
                  <a:pt x="448945" y="1126490"/>
                  <a:pt x="461645" y="1164590"/>
                  <a:pt x="487680" y="1169670"/>
                </a:cubicBezTo>
                <a:cubicBezTo>
                  <a:pt x="513715" y="1174750"/>
                  <a:pt x="526415" y="1158875"/>
                  <a:pt x="552450" y="1143000"/>
                </a:cubicBezTo>
                <a:cubicBezTo>
                  <a:pt x="578485" y="1127125"/>
                  <a:pt x="590550" y="1107440"/>
                  <a:pt x="617220" y="1089660"/>
                </a:cubicBezTo>
                <a:cubicBezTo>
                  <a:pt x="643890" y="1071880"/>
                  <a:pt x="659130" y="1067435"/>
                  <a:pt x="685800" y="1055370"/>
                </a:cubicBezTo>
                <a:cubicBezTo>
                  <a:pt x="712470" y="1043305"/>
                  <a:pt x="724535" y="1038860"/>
                  <a:pt x="750570" y="1028700"/>
                </a:cubicBezTo>
                <a:cubicBezTo>
                  <a:pt x="776605" y="1018540"/>
                  <a:pt x="789305" y="1014095"/>
                  <a:pt x="815340" y="1005840"/>
                </a:cubicBezTo>
                <a:cubicBezTo>
                  <a:pt x="841375" y="997585"/>
                  <a:pt x="854075" y="994410"/>
                  <a:pt x="880110" y="986790"/>
                </a:cubicBezTo>
                <a:cubicBezTo>
                  <a:pt x="906145" y="979170"/>
                  <a:pt x="918845" y="975360"/>
                  <a:pt x="944880" y="967740"/>
                </a:cubicBezTo>
                <a:cubicBezTo>
                  <a:pt x="970915" y="960120"/>
                  <a:pt x="983615" y="956310"/>
                  <a:pt x="1009650" y="948690"/>
                </a:cubicBezTo>
                <a:cubicBezTo>
                  <a:pt x="1035685" y="941070"/>
                  <a:pt x="1048385" y="937260"/>
                  <a:pt x="1074420" y="929640"/>
                </a:cubicBezTo>
                <a:cubicBezTo>
                  <a:pt x="1100455" y="922020"/>
                  <a:pt x="1113155" y="924560"/>
                  <a:pt x="1139190" y="910590"/>
                </a:cubicBezTo>
                <a:cubicBezTo>
                  <a:pt x="1165225" y="896620"/>
                  <a:pt x="1185545" y="883920"/>
                  <a:pt x="1203960" y="861060"/>
                </a:cubicBezTo>
                <a:cubicBezTo>
                  <a:pt x="1222375" y="838200"/>
                  <a:pt x="1212215" y="819150"/>
                  <a:pt x="1230630" y="796290"/>
                </a:cubicBezTo>
                <a:cubicBezTo>
                  <a:pt x="1249045" y="773430"/>
                  <a:pt x="1269365" y="758825"/>
                  <a:pt x="1295400" y="746760"/>
                </a:cubicBezTo>
                <a:cubicBezTo>
                  <a:pt x="1321435" y="734695"/>
                  <a:pt x="1334135" y="730885"/>
                  <a:pt x="1360170" y="735330"/>
                </a:cubicBezTo>
                <a:cubicBezTo>
                  <a:pt x="1386205" y="739775"/>
                  <a:pt x="1398905" y="753110"/>
                  <a:pt x="1424940" y="769620"/>
                </a:cubicBezTo>
                <a:cubicBezTo>
                  <a:pt x="1450975" y="786130"/>
                  <a:pt x="1463040" y="808355"/>
                  <a:pt x="1489710" y="819150"/>
                </a:cubicBezTo>
                <a:cubicBezTo>
                  <a:pt x="1516380" y="829945"/>
                  <a:pt x="1531620" y="822325"/>
                  <a:pt x="1558290" y="822960"/>
                </a:cubicBezTo>
                <a:cubicBezTo>
                  <a:pt x="1584960" y="823595"/>
                  <a:pt x="1597025" y="822960"/>
                  <a:pt x="1623060" y="822960"/>
                </a:cubicBezTo>
                <a:cubicBezTo>
                  <a:pt x="1649095" y="822960"/>
                  <a:pt x="1661795" y="827405"/>
                  <a:pt x="1687830" y="822960"/>
                </a:cubicBezTo>
                <a:cubicBezTo>
                  <a:pt x="1713865" y="818515"/>
                  <a:pt x="1726565" y="810895"/>
                  <a:pt x="1752600" y="800100"/>
                </a:cubicBezTo>
                <a:cubicBezTo>
                  <a:pt x="1778635" y="789305"/>
                  <a:pt x="1791335" y="783590"/>
                  <a:pt x="1817370" y="769620"/>
                </a:cubicBezTo>
                <a:cubicBezTo>
                  <a:pt x="1843405" y="755650"/>
                  <a:pt x="1856105" y="746760"/>
                  <a:pt x="1882140" y="731520"/>
                </a:cubicBezTo>
                <a:cubicBezTo>
                  <a:pt x="1908175" y="716280"/>
                  <a:pt x="1920875" y="708660"/>
                  <a:pt x="1946910" y="693420"/>
                </a:cubicBezTo>
                <a:cubicBezTo>
                  <a:pt x="1972945" y="678180"/>
                  <a:pt x="1985645" y="670560"/>
                  <a:pt x="2011680" y="655320"/>
                </a:cubicBezTo>
                <a:cubicBezTo>
                  <a:pt x="2037715" y="640080"/>
                  <a:pt x="2050415" y="629920"/>
                  <a:pt x="2076450" y="617220"/>
                </a:cubicBezTo>
                <a:cubicBezTo>
                  <a:pt x="2102485" y="604520"/>
                  <a:pt x="2115185" y="600710"/>
                  <a:pt x="2141220" y="590550"/>
                </a:cubicBezTo>
                <a:cubicBezTo>
                  <a:pt x="2167255" y="580390"/>
                  <a:pt x="2179955" y="575310"/>
                  <a:pt x="2205990" y="567690"/>
                </a:cubicBezTo>
                <a:cubicBezTo>
                  <a:pt x="2232025" y="560070"/>
                  <a:pt x="2244725" y="560705"/>
                  <a:pt x="2270760" y="552450"/>
                </a:cubicBezTo>
                <a:cubicBezTo>
                  <a:pt x="2296795" y="544195"/>
                  <a:pt x="2309495" y="536575"/>
                  <a:pt x="2335530" y="525780"/>
                </a:cubicBezTo>
                <a:cubicBezTo>
                  <a:pt x="2361565" y="514985"/>
                  <a:pt x="2374265" y="510540"/>
                  <a:pt x="2400300" y="499110"/>
                </a:cubicBezTo>
                <a:cubicBezTo>
                  <a:pt x="2426335" y="487680"/>
                  <a:pt x="2438400" y="483870"/>
                  <a:pt x="2465070" y="468630"/>
                </a:cubicBezTo>
                <a:cubicBezTo>
                  <a:pt x="2491740" y="453390"/>
                  <a:pt x="2510790" y="445135"/>
                  <a:pt x="2533650" y="422910"/>
                </a:cubicBezTo>
                <a:cubicBezTo>
                  <a:pt x="2556510" y="400685"/>
                  <a:pt x="2567940" y="384175"/>
                  <a:pt x="2579370" y="358140"/>
                </a:cubicBezTo>
                <a:cubicBezTo>
                  <a:pt x="2590800" y="332105"/>
                  <a:pt x="2586990" y="320040"/>
                  <a:pt x="2590800" y="293370"/>
                </a:cubicBezTo>
                <a:cubicBezTo>
                  <a:pt x="2594610" y="266700"/>
                  <a:pt x="2595245" y="251460"/>
                  <a:pt x="2598420" y="224790"/>
                </a:cubicBezTo>
                <a:cubicBezTo>
                  <a:pt x="2601595" y="198120"/>
                  <a:pt x="2592070" y="186055"/>
                  <a:pt x="2606040" y="160020"/>
                </a:cubicBezTo>
                <a:cubicBezTo>
                  <a:pt x="2620010" y="133985"/>
                  <a:pt x="2647315" y="121285"/>
                  <a:pt x="2667000" y="95250"/>
                </a:cubicBezTo>
                <a:cubicBezTo>
                  <a:pt x="2686685" y="69215"/>
                  <a:pt x="2684780" y="49530"/>
                  <a:pt x="2705100" y="30480"/>
                </a:cubicBezTo>
                <a:cubicBezTo>
                  <a:pt x="2725420" y="11430"/>
                  <a:pt x="2757805" y="5080"/>
                  <a:pt x="276987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4591685" y="2780665"/>
            <a:ext cx="2595880" cy="1971675"/>
          </a:xfrm>
          <a:custGeom>
            <a:avLst/>
            <a:gdLst>
              <a:gd name="connisteX0" fmla="*/ 1731151 w 1731151"/>
              <a:gd name="connsiteY0" fmla="*/ 177823 h 1313203"/>
              <a:gd name="connisteX1" fmla="*/ 1666381 w 1731151"/>
              <a:gd name="connsiteY1" fmla="*/ 162583 h 1313203"/>
              <a:gd name="connisteX2" fmla="*/ 1639711 w 1731151"/>
              <a:gd name="connsiteY2" fmla="*/ 97813 h 1313203"/>
              <a:gd name="connisteX3" fmla="*/ 1574941 w 1731151"/>
              <a:gd name="connsiteY3" fmla="*/ 48283 h 1313203"/>
              <a:gd name="connisteX4" fmla="*/ 1510171 w 1731151"/>
              <a:gd name="connsiteY4" fmla="*/ 21613 h 1313203"/>
              <a:gd name="connisteX5" fmla="*/ 1445401 w 1731151"/>
              <a:gd name="connsiteY5" fmla="*/ 21613 h 1313203"/>
              <a:gd name="connisteX6" fmla="*/ 1380631 w 1731151"/>
              <a:gd name="connsiteY6" fmla="*/ 55903 h 1313203"/>
              <a:gd name="connisteX7" fmla="*/ 1315861 w 1731151"/>
              <a:gd name="connsiteY7" fmla="*/ 82573 h 1313203"/>
              <a:gd name="connisteX8" fmla="*/ 1251091 w 1731151"/>
              <a:gd name="connsiteY8" fmla="*/ 78763 h 1313203"/>
              <a:gd name="connisteX9" fmla="*/ 1186321 w 1731151"/>
              <a:gd name="connsiteY9" fmla="*/ 67333 h 1313203"/>
              <a:gd name="connisteX10" fmla="*/ 1121551 w 1731151"/>
              <a:gd name="connsiteY10" fmla="*/ 48283 h 1313203"/>
              <a:gd name="connisteX11" fmla="*/ 1052971 w 1731151"/>
              <a:gd name="connsiteY11" fmla="*/ 21613 h 1313203"/>
              <a:gd name="connisteX12" fmla="*/ 988201 w 1731151"/>
              <a:gd name="connsiteY12" fmla="*/ 2563 h 1313203"/>
              <a:gd name="connisteX13" fmla="*/ 923431 w 1731151"/>
              <a:gd name="connsiteY13" fmla="*/ 2563 h 1313203"/>
              <a:gd name="connisteX14" fmla="*/ 858661 w 1731151"/>
              <a:gd name="connsiteY14" fmla="*/ 6373 h 1313203"/>
              <a:gd name="connisteX15" fmla="*/ 793891 w 1731151"/>
              <a:gd name="connsiteY15" fmla="*/ 63523 h 1313203"/>
              <a:gd name="connisteX16" fmla="*/ 782461 w 1731151"/>
              <a:gd name="connsiteY16" fmla="*/ 135913 h 1313203"/>
              <a:gd name="connisteX17" fmla="*/ 778651 w 1731151"/>
              <a:gd name="connsiteY17" fmla="*/ 200683 h 1313203"/>
              <a:gd name="connisteX18" fmla="*/ 736741 w 1731151"/>
              <a:gd name="connsiteY18" fmla="*/ 265453 h 1313203"/>
              <a:gd name="connisteX19" fmla="*/ 706261 w 1731151"/>
              <a:gd name="connsiteY19" fmla="*/ 330223 h 1313203"/>
              <a:gd name="connisteX20" fmla="*/ 668161 w 1731151"/>
              <a:gd name="connsiteY20" fmla="*/ 394993 h 1313203"/>
              <a:gd name="connisteX21" fmla="*/ 603391 w 1731151"/>
              <a:gd name="connsiteY21" fmla="*/ 433093 h 1313203"/>
              <a:gd name="connisteX22" fmla="*/ 538621 w 1731151"/>
              <a:gd name="connsiteY22" fmla="*/ 455953 h 1313203"/>
              <a:gd name="connisteX23" fmla="*/ 470041 w 1731151"/>
              <a:gd name="connsiteY23" fmla="*/ 459763 h 1313203"/>
              <a:gd name="connisteX24" fmla="*/ 405271 w 1731151"/>
              <a:gd name="connsiteY24" fmla="*/ 471193 h 1313203"/>
              <a:gd name="connisteX25" fmla="*/ 370981 w 1731151"/>
              <a:gd name="connsiteY25" fmla="*/ 535963 h 1313203"/>
              <a:gd name="connisteX26" fmla="*/ 321451 w 1731151"/>
              <a:gd name="connsiteY26" fmla="*/ 619783 h 1313203"/>
              <a:gd name="connisteX27" fmla="*/ 279541 w 1731151"/>
              <a:gd name="connsiteY27" fmla="*/ 684553 h 1313203"/>
              <a:gd name="connisteX28" fmla="*/ 241441 w 1731151"/>
              <a:gd name="connsiteY28" fmla="*/ 749323 h 1313203"/>
              <a:gd name="connisteX29" fmla="*/ 214771 w 1731151"/>
              <a:gd name="connsiteY29" fmla="*/ 814093 h 1313203"/>
              <a:gd name="connisteX30" fmla="*/ 203341 w 1731151"/>
              <a:gd name="connsiteY30" fmla="*/ 878863 h 1313203"/>
              <a:gd name="connisteX31" fmla="*/ 207151 w 1731151"/>
              <a:gd name="connsiteY31" fmla="*/ 943633 h 1313203"/>
              <a:gd name="connisteX32" fmla="*/ 222391 w 1731151"/>
              <a:gd name="connsiteY32" fmla="*/ 1008403 h 1313203"/>
              <a:gd name="connisteX33" fmla="*/ 150001 w 1731151"/>
              <a:gd name="connsiteY33" fmla="*/ 1061743 h 1313203"/>
              <a:gd name="connisteX34" fmla="*/ 69991 w 1731151"/>
              <a:gd name="connsiteY34" fmla="*/ 1099843 h 1313203"/>
              <a:gd name="connisteX35" fmla="*/ 5221 w 1731151"/>
              <a:gd name="connsiteY35" fmla="*/ 1149373 h 1313203"/>
              <a:gd name="connisteX36" fmla="*/ 16651 w 1731151"/>
              <a:gd name="connsiteY36" fmla="*/ 1214143 h 1313203"/>
              <a:gd name="connisteX37" fmla="*/ 81421 w 1731151"/>
              <a:gd name="connsiteY37" fmla="*/ 1248433 h 1313203"/>
              <a:gd name="connisteX38" fmla="*/ 104281 w 1731151"/>
              <a:gd name="connsiteY38" fmla="*/ 1313203 h 13132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</a:cxnLst>
            <a:rect l="l" t="t" r="r" b="b"/>
            <a:pathLst>
              <a:path w="1731151" h="1313203">
                <a:moveTo>
                  <a:pt x="1731151" y="177823"/>
                </a:moveTo>
                <a:cubicBezTo>
                  <a:pt x="1718451" y="175918"/>
                  <a:pt x="1684796" y="178458"/>
                  <a:pt x="1666381" y="162583"/>
                </a:cubicBezTo>
                <a:cubicBezTo>
                  <a:pt x="1647966" y="146708"/>
                  <a:pt x="1658126" y="120673"/>
                  <a:pt x="1639711" y="97813"/>
                </a:cubicBezTo>
                <a:cubicBezTo>
                  <a:pt x="1621296" y="74953"/>
                  <a:pt x="1600976" y="63523"/>
                  <a:pt x="1574941" y="48283"/>
                </a:cubicBezTo>
                <a:cubicBezTo>
                  <a:pt x="1548906" y="33043"/>
                  <a:pt x="1536206" y="26693"/>
                  <a:pt x="1510171" y="21613"/>
                </a:cubicBezTo>
                <a:cubicBezTo>
                  <a:pt x="1484136" y="16533"/>
                  <a:pt x="1471436" y="14628"/>
                  <a:pt x="1445401" y="21613"/>
                </a:cubicBezTo>
                <a:cubicBezTo>
                  <a:pt x="1419366" y="28598"/>
                  <a:pt x="1406666" y="43838"/>
                  <a:pt x="1380631" y="55903"/>
                </a:cubicBezTo>
                <a:cubicBezTo>
                  <a:pt x="1354596" y="67968"/>
                  <a:pt x="1341896" y="78128"/>
                  <a:pt x="1315861" y="82573"/>
                </a:cubicBezTo>
                <a:cubicBezTo>
                  <a:pt x="1289826" y="87018"/>
                  <a:pt x="1277126" y="81938"/>
                  <a:pt x="1251091" y="78763"/>
                </a:cubicBezTo>
                <a:cubicBezTo>
                  <a:pt x="1225056" y="75588"/>
                  <a:pt x="1212356" y="73683"/>
                  <a:pt x="1186321" y="67333"/>
                </a:cubicBezTo>
                <a:cubicBezTo>
                  <a:pt x="1160286" y="60983"/>
                  <a:pt x="1148221" y="57173"/>
                  <a:pt x="1121551" y="48283"/>
                </a:cubicBezTo>
                <a:cubicBezTo>
                  <a:pt x="1094881" y="39393"/>
                  <a:pt x="1079641" y="30503"/>
                  <a:pt x="1052971" y="21613"/>
                </a:cubicBezTo>
                <a:cubicBezTo>
                  <a:pt x="1026301" y="12723"/>
                  <a:pt x="1014236" y="6373"/>
                  <a:pt x="988201" y="2563"/>
                </a:cubicBezTo>
                <a:cubicBezTo>
                  <a:pt x="962166" y="-1247"/>
                  <a:pt x="949466" y="1928"/>
                  <a:pt x="923431" y="2563"/>
                </a:cubicBezTo>
                <a:cubicBezTo>
                  <a:pt x="897396" y="3198"/>
                  <a:pt x="884696" y="-5692"/>
                  <a:pt x="858661" y="6373"/>
                </a:cubicBezTo>
                <a:cubicBezTo>
                  <a:pt x="832626" y="18438"/>
                  <a:pt x="809131" y="37488"/>
                  <a:pt x="793891" y="63523"/>
                </a:cubicBezTo>
                <a:cubicBezTo>
                  <a:pt x="778651" y="89558"/>
                  <a:pt x="785636" y="108608"/>
                  <a:pt x="782461" y="135913"/>
                </a:cubicBezTo>
                <a:cubicBezTo>
                  <a:pt x="779286" y="163218"/>
                  <a:pt x="787541" y="174648"/>
                  <a:pt x="778651" y="200683"/>
                </a:cubicBezTo>
                <a:cubicBezTo>
                  <a:pt x="769761" y="226718"/>
                  <a:pt x="751346" y="239418"/>
                  <a:pt x="736741" y="265453"/>
                </a:cubicBezTo>
                <a:cubicBezTo>
                  <a:pt x="722136" y="291488"/>
                  <a:pt x="720231" y="304188"/>
                  <a:pt x="706261" y="330223"/>
                </a:cubicBezTo>
                <a:cubicBezTo>
                  <a:pt x="692291" y="356258"/>
                  <a:pt x="688481" y="374673"/>
                  <a:pt x="668161" y="394993"/>
                </a:cubicBezTo>
                <a:cubicBezTo>
                  <a:pt x="647841" y="415313"/>
                  <a:pt x="629426" y="421028"/>
                  <a:pt x="603391" y="433093"/>
                </a:cubicBezTo>
                <a:cubicBezTo>
                  <a:pt x="577356" y="445158"/>
                  <a:pt x="565291" y="450873"/>
                  <a:pt x="538621" y="455953"/>
                </a:cubicBezTo>
                <a:cubicBezTo>
                  <a:pt x="511951" y="461033"/>
                  <a:pt x="496711" y="456588"/>
                  <a:pt x="470041" y="459763"/>
                </a:cubicBezTo>
                <a:cubicBezTo>
                  <a:pt x="443371" y="462938"/>
                  <a:pt x="424956" y="455953"/>
                  <a:pt x="405271" y="471193"/>
                </a:cubicBezTo>
                <a:cubicBezTo>
                  <a:pt x="385586" y="486433"/>
                  <a:pt x="387491" y="506118"/>
                  <a:pt x="370981" y="535963"/>
                </a:cubicBezTo>
                <a:cubicBezTo>
                  <a:pt x="354471" y="565808"/>
                  <a:pt x="339866" y="589938"/>
                  <a:pt x="321451" y="619783"/>
                </a:cubicBezTo>
                <a:cubicBezTo>
                  <a:pt x="303036" y="649628"/>
                  <a:pt x="295416" y="658518"/>
                  <a:pt x="279541" y="684553"/>
                </a:cubicBezTo>
                <a:cubicBezTo>
                  <a:pt x="263666" y="710588"/>
                  <a:pt x="254141" y="723288"/>
                  <a:pt x="241441" y="749323"/>
                </a:cubicBezTo>
                <a:cubicBezTo>
                  <a:pt x="228741" y="775358"/>
                  <a:pt x="222391" y="788058"/>
                  <a:pt x="214771" y="814093"/>
                </a:cubicBezTo>
                <a:cubicBezTo>
                  <a:pt x="207151" y="840128"/>
                  <a:pt x="204611" y="852828"/>
                  <a:pt x="203341" y="878863"/>
                </a:cubicBezTo>
                <a:cubicBezTo>
                  <a:pt x="202071" y="904898"/>
                  <a:pt x="203341" y="917598"/>
                  <a:pt x="207151" y="943633"/>
                </a:cubicBezTo>
                <a:cubicBezTo>
                  <a:pt x="210961" y="969668"/>
                  <a:pt x="233821" y="984908"/>
                  <a:pt x="222391" y="1008403"/>
                </a:cubicBezTo>
                <a:cubicBezTo>
                  <a:pt x="210961" y="1031898"/>
                  <a:pt x="180481" y="1043328"/>
                  <a:pt x="150001" y="1061743"/>
                </a:cubicBezTo>
                <a:cubicBezTo>
                  <a:pt x="119521" y="1080158"/>
                  <a:pt x="99201" y="1082063"/>
                  <a:pt x="69991" y="1099843"/>
                </a:cubicBezTo>
                <a:cubicBezTo>
                  <a:pt x="40781" y="1117623"/>
                  <a:pt x="16016" y="1126513"/>
                  <a:pt x="5221" y="1149373"/>
                </a:cubicBezTo>
                <a:cubicBezTo>
                  <a:pt x="-5574" y="1172233"/>
                  <a:pt x="1411" y="1194458"/>
                  <a:pt x="16651" y="1214143"/>
                </a:cubicBezTo>
                <a:cubicBezTo>
                  <a:pt x="31891" y="1233828"/>
                  <a:pt x="63641" y="1228748"/>
                  <a:pt x="81421" y="1248433"/>
                </a:cubicBezTo>
                <a:cubicBezTo>
                  <a:pt x="99201" y="1268118"/>
                  <a:pt x="101106" y="1301138"/>
                  <a:pt x="104281" y="1313203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10" y="777875"/>
            <a:ext cx="4365625" cy="5998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+mn-ea"/>
                <a:cs typeface="+mn-ea"/>
              </a:rPr>
              <a:t>1. </a:t>
            </a:r>
            <a:r>
              <a:rPr lang="zh-CN" altLang="en-US" sz="2800">
                <a:latin typeface="+mn-ea"/>
                <a:cs typeface="+mn-ea"/>
              </a:rPr>
              <a:t>铁路线：</a:t>
            </a:r>
            <a:r>
              <a:rPr lang="zh-CN" altLang="en-US" sz="2800" u="sng">
                <a:latin typeface="+mn-ea"/>
                <a:cs typeface="+mn-ea"/>
              </a:rPr>
              <a:t>⑩</a:t>
            </a:r>
            <a:r>
              <a:rPr lang="zh-CN" altLang="en-US" sz="2800">
                <a:latin typeface="+mn-ea"/>
                <a:cs typeface="+mn-ea"/>
              </a:rPr>
              <a:t>线、</a:t>
            </a:r>
            <a:r>
              <a:rPr lang="en-US" altLang="en-US" sz="2800" u="sng">
                <a:latin typeface="+mn-ea"/>
                <a:cs typeface="+mn-ea"/>
              </a:rPr>
              <a:t>⑪</a:t>
            </a:r>
            <a:r>
              <a:rPr lang="zh-CN" altLang="en-US" sz="2800">
                <a:latin typeface="+mn-ea"/>
                <a:cs typeface="+mn-ea"/>
              </a:rPr>
              <a:t>线、</a:t>
            </a:r>
            <a:r>
              <a:rPr lang="en-US" altLang="en-US" sz="2800" u="sng">
                <a:latin typeface="+mn-ea"/>
                <a:cs typeface="+mn-ea"/>
              </a:rPr>
              <a:t>⑫</a:t>
            </a:r>
            <a:r>
              <a:rPr lang="zh-CN" altLang="en-US" sz="2800">
                <a:latin typeface="+mn-ea"/>
                <a:cs typeface="+mn-ea"/>
              </a:rPr>
              <a:t>线；</a:t>
            </a:r>
            <a:endParaRPr lang="zh-CN" altLang="en-US" sz="2800">
              <a:latin typeface="+mn-ea"/>
              <a:cs typeface="+mn-ea"/>
            </a:endParaRPr>
          </a:p>
          <a:p>
            <a:endParaRPr lang="en-US" altLang="zh-CN" sz="2800">
              <a:latin typeface="+mn-ea"/>
              <a:cs typeface="+mn-ea"/>
            </a:endParaRPr>
          </a:p>
          <a:p>
            <a:r>
              <a:rPr lang="en-US" altLang="zh-CN" sz="2800">
                <a:latin typeface="+mn-ea"/>
                <a:cs typeface="+mn-ea"/>
              </a:rPr>
              <a:t>2. </a:t>
            </a:r>
            <a:r>
              <a:rPr lang="zh-CN" altLang="en-US" sz="2800">
                <a:latin typeface="+mn-ea"/>
                <a:cs typeface="+mn-ea"/>
              </a:rPr>
              <a:t>城市：</a:t>
            </a:r>
            <a:r>
              <a:rPr lang="en-US" altLang="zh-CN" sz="2800">
                <a:latin typeface="+mn-ea"/>
                <a:cs typeface="+mn-ea"/>
              </a:rPr>
              <a:t>A:</a:t>
            </a:r>
            <a:r>
              <a:rPr lang="en-US" altLang="en-US" sz="2800" u="sng">
                <a:latin typeface="+mn-ea"/>
                <a:cs typeface="+mn-ea"/>
              </a:rPr>
              <a:t>⑬</a:t>
            </a:r>
            <a:endParaRPr lang="en-US" altLang="zh-CN" sz="2800" u="sng">
              <a:latin typeface="+mn-ea"/>
              <a:cs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829435" y="775335"/>
            <a:ext cx="554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⑩</a:t>
            </a:r>
            <a:endParaRPr lang="zh-CN" altLang="en-US" sz="2800"/>
          </a:p>
        </p:txBody>
      </p:sp>
      <p:sp>
        <p:nvSpPr>
          <p:cNvPr id="48" name="文本框 47"/>
          <p:cNvSpPr txBox="1"/>
          <p:nvPr/>
        </p:nvSpPr>
        <p:spPr>
          <a:xfrm>
            <a:off x="2891155" y="789940"/>
            <a:ext cx="666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+mn-ea"/>
                <a:cs typeface="+mn-ea"/>
                <a:sym typeface="+mn-ea"/>
              </a:rPr>
              <a:t>⑪</a:t>
            </a:r>
            <a:endParaRPr lang="zh-CN" altLang="en-US" sz="2800"/>
          </a:p>
        </p:txBody>
      </p:sp>
      <p:sp>
        <p:nvSpPr>
          <p:cNvPr id="50" name="文本框 49"/>
          <p:cNvSpPr txBox="1"/>
          <p:nvPr/>
        </p:nvSpPr>
        <p:spPr>
          <a:xfrm>
            <a:off x="0" y="1211580"/>
            <a:ext cx="623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+mn-ea"/>
                <a:cs typeface="+mn-ea"/>
                <a:sym typeface="+mn-ea"/>
              </a:rPr>
              <a:t>⑫</a:t>
            </a:r>
            <a:endParaRPr lang="en-US" altLang="en-US" sz="2800">
              <a:latin typeface="+mn-ea"/>
              <a:cs typeface="+mn-ea"/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307580" y="5514975"/>
            <a:ext cx="3930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A</a:t>
            </a:r>
            <a:endParaRPr lang="en-US" altLang="zh-CN" sz="2800"/>
          </a:p>
        </p:txBody>
      </p:sp>
      <p:sp>
        <p:nvSpPr>
          <p:cNvPr id="52" name="文本框 51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  <p:sp>
        <p:nvSpPr>
          <p:cNvPr id="55" name="文本框 54"/>
          <p:cNvSpPr txBox="1"/>
          <p:nvPr/>
        </p:nvSpPr>
        <p:spPr>
          <a:xfrm>
            <a:off x="8103235" y="3830320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①</a:t>
            </a:r>
            <a:endParaRPr lang="zh-CN" altLang="en-US" sz="2800"/>
          </a:p>
        </p:txBody>
      </p:sp>
      <p:sp>
        <p:nvSpPr>
          <p:cNvPr id="56" name="文本框 55"/>
          <p:cNvSpPr txBox="1"/>
          <p:nvPr/>
        </p:nvSpPr>
        <p:spPr>
          <a:xfrm>
            <a:off x="8962390" y="4113530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②</a:t>
            </a:r>
            <a:endParaRPr lang="zh-CN" altLang="en-US" sz="2800"/>
          </a:p>
        </p:txBody>
      </p:sp>
      <p:sp>
        <p:nvSpPr>
          <p:cNvPr id="58" name="文本框 57"/>
          <p:cNvSpPr txBox="1"/>
          <p:nvPr/>
        </p:nvSpPr>
        <p:spPr>
          <a:xfrm>
            <a:off x="10305415" y="5182870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③</a:t>
            </a:r>
            <a:endParaRPr lang="zh-CN" altLang="en-US" sz="2800"/>
          </a:p>
        </p:txBody>
      </p:sp>
      <p:sp>
        <p:nvSpPr>
          <p:cNvPr id="59" name="文本框 58"/>
          <p:cNvSpPr txBox="1"/>
          <p:nvPr/>
        </p:nvSpPr>
        <p:spPr>
          <a:xfrm>
            <a:off x="9327515" y="1999615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④</a:t>
            </a:r>
            <a:endParaRPr lang="zh-CN" altLang="en-US" sz="2800"/>
          </a:p>
        </p:txBody>
      </p:sp>
      <p:sp>
        <p:nvSpPr>
          <p:cNvPr id="60" name="文本框 59"/>
          <p:cNvSpPr txBox="1"/>
          <p:nvPr/>
        </p:nvSpPr>
        <p:spPr>
          <a:xfrm>
            <a:off x="10750550" y="3251200"/>
            <a:ext cx="428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⑤</a:t>
            </a:r>
            <a:endParaRPr lang="zh-CN" altLang="en-US" sz="2800"/>
          </a:p>
        </p:txBody>
      </p:sp>
      <p:sp>
        <p:nvSpPr>
          <p:cNvPr id="66" name="椭圆 65"/>
          <p:cNvSpPr/>
          <p:nvPr/>
        </p:nvSpPr>
        <p:spPr>
          <a:xfrm>
            <a:off x="7583805" y="4619625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7176135" y="5782310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9974580" y="6274435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10217785" y="6398260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9530080" y="5885180"/>
            <a:ext cx="433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</a:rPr>
              <a:t>C</a:t>
            </a:r>
            <a:endParaRPr lang="en-US" altLang="zh-CN" sz="2800">
              <a:latin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0401300" y="6009005"/>
            <a:ext cx="433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</a:rPr>
              <a:t>B</a:t>
            </a:r>
            <a:endParaRPr lang="en-US" altLang="zh-CN" sz="2800">
              <a:latin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7307580" y="4230370"/>
            <a:ext cx="433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</a:rPr>
              <a:t>D</a:t>
            </a:r>
            <a:endParaRPr lang="en-US" altLang="zh-CN" sz="280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02604 0.232963 " pathEditMode="relative" rAng="0" ptsTypes="">
                                      <p:cBhvr>
                                        <p:cTn id="6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64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17812 0.151481 " pathEditMode="relative" ptsTypes="">
                                      <p:cBhvr>
                                        <p:cTn id="65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43906 0.690185 " pathEditMode="relative" ptsTypes="">
                                      <p:cBhvr>
                                        <p:cTn id="6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" grpId="2"/>
      <p:bldP spid="56" grpId="0"/>
      <p:bldP spid="56" grpId="1"/>
      <p:bldP spid="55" grpId="0"/>
      <p:bldP spid="55" grpId="1"/>
      <p:bldP spid="58" grpId="0"/>
      <p:bldP spid="58" grpId="1"/>
      <p:bldP spid="59" grpId="0"/>
      <p:bldP spid="59" grpId="1"/>
      <p:bldP spid="60" grpId="0"/>
      <p:bldP spid="60" grpId="1"/>
      <p:bldP spid="69" grpId="0" animBg="1"/>
      <p:bldP spid="69" grpId="1" animBg="1"/>
      <p:bldP spid="68" grpId="0" animBg="1"/>
      <p:bldP spid="68" grpId="1" animBg="1"/>
      <p:bldP spid="66" grpId="0" animBg="1"/>
      <p:bldP spid="66" grpId="1" animBg="1"/>
      <p:bldP spid="74" grpId="0"/>
      <p:bldP spid="74" grpId="1"/>
      <p:bldP spid="75" grpId="0"/>
      <p:bldP spid="75" grpId="1"/>
      <p:bldP spid="76" grpId="0"/>
      <p:bldP spid="7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 rot="0">
            <a:off x="-687070" y="-6769100"/>
            <a:ext cx="20884515" cy="17423765"/>
            <a:chOff x="2260" y="395"/>
            <a:chExt cx="12184" cy="101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任意多边形 10"/>
            <p:cNvSpPr/>
            <p:nvPr/>
          </p:nvSpPr>
          <p:spPr>
            <a:xfrm>
              <a:off x="4550" y="454"/>
              <a:ext cx="7224" cy="3617"/>
            </a:xfrm>
            <a:custGeom>
              <a:avLst/>
              <a:gdLst>
                <a:gd name="connsiteX0" fmla="*/ 7008 w 7224"/>
                <a:gd name="connsiteY0" fmla="*/ 0 h 3617"/>
                <a:gd name="connsiteX1" fmla="*/ 6966 w 7224"/>
                <a:gd name="connsiteY1" fmla="*/ 108 h 3617"/>
                <a:gd name="connsiteX2" fmla="*/ 6906 w 7224"/>
                <a:gd name="connsiteY2" fmla="*/ 210 h 3617"/>
                <a:gd name="connsiteX3" fmla="*/ 7014 w 7224"/>
                <a:gd name="connsiteY3" fmla="*/ 300 h 3617"/>
                <a:gd name="connsiteX4" fmla="*/ 7050 w 7224"/>
                <a:gd name="connsiteY4" fmla="*/ 402 h 3617"/>
                <a:gd name="connsiteX5" fmla="*/ 6966 w 7224"/>
                <a:gd name="connsiteY5" fmla="*/ 504 h 3617"/>
                <a:gd name="connsiteX6" fmla="*/ 6924 w 7224"/>
                <a:gd name="connsiteY6" fmla="*/ 612 h 3617"/>
                <a:gd name="connsiteX7" fmla="*/ 6924 w 7224"/>
                <a:gd name="connsiteY7" fmla="*/ 714 h 3617"/>
                <a:gd name="connsiteX8" fmla="*/ 6918 w 7224"/>
                <a:gd name="connsiteY8" fmla="*/ 816 h 3617"/>
                <a:gd name="connsiteX9" fmla="*/ 6906 w 7224"/>
                <a:gd name="connsiteY9" fmla="*/ 918 h 3617"/>
                <a:gd name="connsiteX10" fmla="*/ 6846 w 7224"/>
                <a:gd name="connsiteY10" fmla="*/ 1020 h 3617"/>
                <a:gd name="connsiteX11" fmla="*/ 6744 w 7224"/>
                <a:gd name="connsiteY11" fmla="*/ 1098 h 3617"/>
                <a:gd name="connsiteX12" fmla="*/ 6642 w 7224"/>
                <a:gd name="connsiteY12" fmla="*/ 1158 h 3617"/>
                <a:gd name="connsiteX13" fmla="*/ 6540 w 7224"/>
                <a:gd name="connsiteY13" fmla="*/ 1116 h 3617"/>
                <a:gd name="connsiteX14" fmla="*/ 6450 w 7224"/>
                <a:gd name="connsiteY14" fmla="*/ 1218 h 3617"/>
                <a:gd name="connsiteX15" fmla="*/ 6414 w 7224"/>
                <a:gd name="connsiteY15" fmla="*/ 1320 h 3617"/>
                <a:gd name="connsiteX16" fmla="*/ 6402 w 7224"/>
                <a:gd name="connsiteY16" fmla="*/ 1422 h 3617"/>
                <a:gd name="connsiteX17" fmla="*/ 6402 w 7224"/>
                <a:gd name="connsiteY17" fmla="*/ 1524 h 3617"/>
                <a:gd name="connsiteX18" fmla="*/ 6414 w 7224"/>
                <a:gd name="connsiteY18" fmla="*/ 1626 h 3617"/>
                <a:gd name="connsiteX19" fmla="*/ 6516 w 7224"/>
                <a:gd name="connsiteY19" fmla="*/ 1656 h 3617"/>
                <a:gd name="connsiteX20" fmla="*/ 6618 w 7224"/>
                <a:gd name="connsiteY20" fmla="*/ 1614 h 3617"/>
                <a:gd name="connsiteX21" fmla="*/ 6726 w 7224"/>
                <a:gd name="connsiteY21" fmla="*/ 1614 h 3617"/>
                <a:gd name="connsiteX22" fmla="*/ 6828 w 7224"/>
                <a:gd name="connsiteY22" fmla="*/ 1608 h 3617"/>
                <a:gd name="connsiteX23" fmla="*/ 6930 w 7224"/>
                <a:gd name="connsiteY23" fmla="*/ 1608 h 3617"/>
                <a:gd name="connsiteX24" fmla="*/ 7032 w 7224"/>
                <a:gd name="connsiteY24" fmla="*/ 1650 h 3617"/>
                <a:gd name="connsiteX25" fmla="*/ 7134 w 7224"/>
                <a:gd name="connsiteY25" fmla="*/ 1746 h 3617"/>
                <a:gd name="connsiteX26" fmla="*/ 7224 w 7224"/>
                <a:gd name="connsiteY26" fmla="*/ 1848 h 3617"/>
                <a:gd name="connsiteX27" fmla="*/ 7122 w 7224"/>
                <a:gd name="connsiteY27" fmla="*/ 1896 h 3617"/>
                <a:gd name="connsiteX28" fmla="*/ 7020 w 7224"/>
                <a:gd name="connsiteY28" fmla="*/ 1914 h 3617"/>
                <a:gd name="connsiteX29" fmla="*/ 6918 w 7224"/>
                <a:gd name="connsiteY29" fmla="*/ 1956 h 3617"/>
                <a:gd name="connsiteX30" fmla="*/ 6816 w 7224"/>
                <a:gd name="connsiteY30" fmla="*/ 2016 h 3617"/>
                <a:gd name="connsiteX31" fmla="*/ 6714 w 7224"/>
                <a:gd name="connsiteY31" fmla="*/ 2100 h 3617"/>
                <a:gd name="connsiteX32" fmla="*/ 6618 w 7224"/>
                <a:gd name="connsiteY32" fmla="*/ 2208 h 3617"/>
                <a:gd name="connsiteX33" fmla="*/ 6540 w 7224"/>
                <a:gd name="connsiteY33" fmla="*/ 2310 h 3617"/>
                <a:gd name="connsiteX34" fmla="*/ 6438 w 7224"/>
                <a:gd name="connsiteY34" fmla="*/ 2358 h 3617"/>
                <a:gd name="connsiteX35" fmla="*/ 6336 w 7224"/>
                <a:gd name="connsiteY35" fmla="*/ 2394 h 3617"/>
                <a:gd name="connsiteX36" fmla="*/ 6234 w 7224"/>
                <a:gd name="connsiteY36" fmla="*/ 2478 h 3617"/>
                <a:gd name="connsiteX37" fmla="*/ 6132 w 7224"/>
                <a:gd name="connsiteY37" fmla="*/ 2562 h 3617"/>
                <a:gd name="connsiteX38" fmla="*/ 6030 w 7224"/>
                <a:gd name="connsiteY38" fmla="*/ 2598 h 3617"/>
                <a:gd name="connsiteX39" fmla="*/ 5928 w 7224"/>
                <a:gd name="connsiteY39" fmla="*/ 2562 h 3617"/>
                <a:gd name="connsiteX40" fmla="*/ 5826 w 7224"/>
                <a:gd name="connsiteY40" fmla="*/ 2544 h 3617"/>
                <a:gd name="connsiteX41" fmla="*/ 5754 w 7224"/>
                <a:gd name="connsiteY41" fmla="*/ 2646 h 3617"/>
                <a:gd name="connsiteX42" fmla="*/ 5760 w 7224"/>
                <a:gd name="connsiteY42" fmla="*/ 2754 h 3617"/>
                <a:gd name="connsiteX43" fmla="*/ 5802 w 7224"/>
                <a:gd name="connsiteY43" fmla="*/ 2856 h 3617"/>
                <a:gd name="connsiteX44" fmla="*/ 5766 w 7224"/>
                <a:gd name="connsiteY44" fmla="*/ 2958 h 3617"/>
                <a:gd name="connsiteX45" fmla="*/ 5664 w 7224"/>
                <a:gd name="connsiteY45" fmla="*/ 3048 h 3617"/>
                <a:gd name="connsiteX46" fmla="*/ 5568 w 7224"/>
                <a:gd name="connsiteY46" fmla="*/ 3150 h 3617"/>
                <a:gd name="connsiteX47" fmla="*/ 5466 w 7224"/>
                <a:gd name="connsiteY47" fmla="*/ 3240 h 3617"/>
                <a:gd name="connsiteX48" fmla="*/ 5364 w 7224"/>
                <a:gd name="connsiteY48" fmla="*/ 3300 h 3617"/>
                <a:gd name="connsiteX49" fmla="*/ 5262 w 7224"/>
                <a:gd name="connsiteY49" fmla="*/ 3312 h 3617"/>
                <a:gd name="connsiteX50" fmla="*/ 5160 w 7224"/>
                <a:gd name="connsiteY50" fmla="*/ 3330 h 3617"/>
                <a:gd name="connsiteX51" fmla="*/ 5058 w 7224"/>
                <a:gd name="connsiteY51" fmla="*/ 3360 h 3617"/>
                <a:gd name="connsiteX52" fmla="*/ 4956 w 7224"/>
                <a:gd name="connsiteY52" fmla="*/ 3390 h 3617"/>
                <a:gd name="connsiteX53" fmla="*/ 4854 w 7224"/>
                <a:gd name="connsiteY53" fmla="*/ 3432 h 3617"/>
                <a:gd name="connsiteX54" fmla="*/ 4752 w 7224"/>
                <a:gd name="connsiteY54" fmla="*/ 3486 h 3617"/>
                <a:gd name="connsiteX55" fmla="*/ 4644 w 7224"/>
                <a:gd name="connsiteY55" fmla="*/ 3528 h 3617"/>
                <a:gd name="connsiteX56" fmla="*/ 4542 w 7224"/>
                <a:gd name="connsiteY56" fmla="*/ 3582 h 3617"/>
                <a:gd name="connsiteX57" fmla="*/ 4440 w 7224"/>
                <a:gd name="connsiteY57" fmla="*/ 3612 h 3617"/>
                <a:gd name="connsiteX58" fmla="*/ 4338 w 7224"/>
                <a:gd name="connsiteY58" fmla="*/ 3612 h 3617"/>
                <a:gd name="connsiteX59" fmla="*/ 4236 w 7224"/>
                <a:gd name="connsiteY59" fmla="*/ 3570 h 3617"/>
                <a:gd name="connsiteX60" fmla="*/ 4134 w 7224"/>
                <a:gd name="connsiteY60" fmla="*/ 3540 h 3617"/>
                <a:gd name="connsiteX61" fmla="*/ 4032 w 7224"/>
                <a:gd name="connsiteY61" fmla="*/ 3516 h 3617"/>
                <a:gd name="connsiteX62" fmla="*/ 3930 w 7224"/>
                <a:gd name="connsiteY62" fmla="*/ 3480 h 3617"/>
                <a:gd name="connsiteX63" fmla="*/ 3828 w 7224"/>
                <a:gd name="connsiteY63" fmla="*/ 3414 h 3617"/>
                <a:gd name="connsiteX64" fmla="*/ 3726 w 7224"/>
                <a:gd name="connsiteY64" fmla="*/ 3354 h 3617"/>
                <a:gd name="connsiteX65" fmla="*/ 3624 w 7224"/>
                <a:gd name="connsiteY65" fmla="*/ 3330 h 3617"/>
                <a:gd name="connsiteX66" fmla="*/ 3522 w 7224"/>
                <a:gd name="connsiteY66" fmla="*/ 3318 h 3617"/>
                <a:gd name="connsiteX67" fmla="*/ 3420 w 7224"/>
                <a:gd name="connsiteY67" fmla="*/ 3318 h 3617"/>
                <a:gd name="connsiteX68" fmla="*/ 3318 w 7224"/>
                <a:gd name="connsiteY68" fmla="*/ 3318 h 3617"/>
                <a:gd name="connsiteX69" fmla="*/ 3216 w 7224"/>
                <a:gd name="connsiteY69" fmla="*/ 3312 h 3617"/>
                <a:gd name="connsiteX70" fmla="*/ 3108 w 7224"/>
                <a:gd name="connsiteY70" fmla="*/ 3294 h 3617"/>
                <a:gd name="connsiteX71" fmla="*/ 3006 w 7224"/>
                <a:gd name="connsiteY71" fmla="*/ 3270 h 3617"/>
                <a:gd name="connsiteX72" fmla="*/ 2904 w 7224"/>
                <a:gd name="connsiteY72" fmla="*/ 3234 h 3617"/>
                <a:gd name="connsiteX73" fmla="*/ 2802 w 7224"/>
                <a:gd name="connsiteY73" fmla="*/ 3210 h 3617"/>
                <a:gd name="connsiteX74" fmla="*/ 2700 w 7224"/>
                <a:gd name="connsiteY74" fmla="*/ 3204 h 3617"/>
                <a:gd name="connsiteX75" fmla="*/ 2598 w 7224"/>
                <a:gd name="connsiteY75" fmla="*/ 3174 h 3617"/>
                <a:gd name="connsiteX76" fmla="*/ 2520 w 7224"/>
                <a:gd name="connsiteY76" fmla="*/ 3072 h 3617"/>
                <a:gd name="connsiteX77" fmla="*/ 2478 w 7224"/>
                <a:gd name="connsiteY77" fmla="*/ 2970 h 3617"/>
                <a:gd name="connsiteX78" fmla="*/ 2412 w 7224"/>
                <a:gd name="connsiteY78" fmla="*/ 2868 h 3617"/>
                <a:gd name="connsiteX79" fmla="*/ 2310 w 7224"/>
                <a:gd name="connsiteY79" fmla="*/ 2784 h 3617"/>
                <a:gd name="connsiteX80" fmla="*/ 2208 w 7224"/>
                <a:gd name="connsiteY80" fmla="*/ 2730 h 3617"/>
                <a:gd name="connsiteX81" fmla="*/ 2106 w 7224"/>
                <a:gd name="connsiteY81" fmla="*/ 2712 h 3617"/>
                <a:gd name="connsiteX82" fmla="*/ 2004 w 7224"/>
                <a:gd name="connsiteY82" fmla="*/ 2682 h 3617"/>
                <a:gd name="connsiteX83" fmla="*/ 1902 w 7224"/>
                <a:gd name="connsiteY83" fmla="*/ 2640 h 3617"/>
                <a:gd name="connsiteX84" fmla="*/ 1794 w 7224"/>
                <a:gd name="connsiteY84" fmla="*/ 2598 h 3617"/>
                <a:gd name="connsiteX85" fmla="*/ 1692 w 7224"/>
                <a:gd name="connsiteY85" fmla="*/ 2562 h 3617"/>
                <a:gd name="connsiteX86" fmla="*/ 1590 w 7224"/>
                <a:gd name="connsiteY86" fmla="*/ 2484 h 3617"/>
                <a:gd name="connsiteX87" fmla="*/ 1584 w 7224"/>
                <a:gd name="connsiteY87" fmla="*/ 2382 h 3617"/>
                <a:gd name="connsiteX88" fmla="*/ 1638 w 7224"/>
                <a:gd name="connsiteY88" fmla="*/ 2280 h 3617"/>
                <a:gd name="connsiteX89" fmla="*/ 1680 w 7224"/>
                <a:gd name="connsiteY89" fmla="*/ 2178 h 3617"/>
                <a:gd name="connsiteX90" fmla="*/ 1662 w 7224"/>
                <a:gd name="connsiteY90" fmla="*/ 2076 h 3617"/>
                <a:gd name="connsiteX91" fmla="*/ 1626 w 7224"/>
                <a:gd name="connsiteY91" fmla="*/ 1974 h 3617"/>
                <a:gd name="connsiteX92" fmla="*/ 1584 w 7224"/>
                <a:gd name="connsiteY92" fmla="*/ 1872 h 3617"/>
                <a:gd name="connsiteX93" fmla="*/ 1506 w 7224"/>
                <a:gd name="connsiteY93" fmla="*/ 1770 h 3617"/>
                <a:gd name="connsiteX94" fmla="*/ 1404 w 7224"/>
                <a:gd name="connsiteY94" fmla="*/ 1692 h 3617"/>
                <a:gd name="connsiteX95" fmla="*/ 1302 w 7224"/>
                <a:gd name="connsiteY95" fmla="*/ 1656 h 3617"/>
                <a:gd name="connsiteX96" fmla="*/ 1224 w 7224"/>
                <a:gd name="connsiteY96" fmla="*/ 1554 h 3617"/>
                <a:gd name="connsiteX97" fmla="*/ 1176 w 7224"/>
                <a:gd name="connsiteY97" fmla="*/ 1452 h 3617"/>
                <a:gd name="connsiteX98" fmla="*/ 1074 w 7224"/>
                <a:gd name="connsiteY98" fmla="*/ 1386 h 3617"/>
                <a:gd name="connsiteX99" fmla="*/ 966 w 7224"/>
                <a:gd name="connsiteY99" fmla="*/ 1422 h 3617"/>
                <a:gd name="connsiteX100" fmla="*/ 864 w 7224"/>
                <a:gd name="connsiteY100" fmla="*/ 1470 h 3617"/>
                <a:gd name="connsiteX101" fmla="*/ 762 w 7224"/>
                <a:gd name="connsiteY101" fmla="*/ 1542 h 3617"/>
                <a:gd name="connsiteX102" fmla="*/ 660 w 7224"/>
                <a:gd name="connsiteY102" fmla="*/ 1632 h 3617"/>
                <a:gd name="connsiteX103" fmla="*/ 618 w 7224"/>
                <a:gd name="connsiteY103" fmla="*/ 1734 h 3617"/>
                <a:gd name="connsiteX104" fmla="*/ 582 w 7224"/>
                <a:gd name="connsiteY104" fmla="*/ 1836 h 3617"/>
                <a:gd name="connsiteX105" fmla="*/ 480 w 7224"/>
                <a:gd name="connsiteY105" fmla="*/ 1908 h 3617"/>
                <a:gd name="connsiteX106" fmla="*/ 378 w 7224"/>
                <a:gd name="connsiteY106" fmla="*/ 1896 h 3617"/>
                <a:gd name="connsiteX107" fmla="*/ 276 w 7224"/>
                <a:gd name="connsiteY107" fmla="*/ 1818 h 3617"/>
                <a:gd name="connsiteX108" fmla="*/ 174 w 7224"/>
                <a:gd name="connsiteY108" fmla="*/ 1800 h 3617"/>
                <a:gd name="connsiteX109" fmla="*/ 36 w 7224"/>
                <a:gd name="connsiteY109" fmla="*/ 1916 h 3617"/>
                <a:gd name="connsiteX110" fmla="*/ 0 w 7224"/>
                <a:gd name="connsiteY110" fmla="*/ 2054 h 3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7224" h="3617">
                  <a:moveTo>
                    <a:pt x="7008" y="0"/>
                  </a:moveTo>
                  <a:cubicBezTo>
                    <a:pt x="7001" y="20"/>
                    <a:pt x="6986" y="66"/>
                    <a:pt x="6966" y="108"/>
                  </a:cubicBezTo>
                  <a:cubicBezTo>
                    <a:pt x="6946" y="150"/>
                    <a:pt x="6896" y="172"/>
                    <a:pt x="6906" y="210"/>
                  </a:cubicBezTo>
                  <a:cubicBezTo>
                    <a:pt x="6916" y="248"/>
                    <a:pt x="6985" y="262"/>
                    <a:pt x="7014" y="300"/>
                  </a:cubicBezTo>
                  <a:cubicBezTo>
                    <a:pt x="7043" y="338"/>
                    <a:pt x="7060" y="361"/>
                    <a:pt x="7050" y="402"/>
                  </a:cubicBezTo>
                  <a:cubicBezTo>
                    <a:pt x="7040" y="443"/>
                    <a:pt x="6991" y="462"/>
                    <a:pt x="6966" y="504"/>
                  </a:cubicBezTo>
                  <a:cubicBezTo>
                    <a:pt x="6941" y="546"/>
                    <a:pt x="6932" y="570"/>
                    <a:pt x="6924" y="612"/>
                  </a:cubicBezTo>
                  <a:cubicBezTo>
                    <a:pt x="6916" y="654"/>
                    <a:pt x="6925" y="673"/>
                    <a:pt x="6924" y="714"/>
                  </a:cubicBezTo>
                  <a:cubicBezTo>
                    <a:pt x="6923" y="755"/>
                    <a:pt x="6922" y="775"/>
                    <a:pt x="6918" y="816"/>
                  </a:cubicBezTo>
                  <a:cubicBezTo>
                    <a:pt x="6914" y="857"/>
                    <a:pt x="6920" y="877"/>
                    <a:pt x="6906" y="918"/>
                  </a:cubicBezTo>
                  <a:cubicBezTo>
                    <a:pt x="6892" y="959"/>
                    <a:pt x="6878" y="984"/>
                    <a:pt x="6846" y="1020"/>
                  </a:cubicBezTo>
                  <a:cubicBezTo>
                    <a:pt x="6814" y="1056"/>
                    <a:pt x="6785" y="1070"/>
                    <a:pt x="6744" y="1098"/>
                  </a:cubicBezTo>
                  <a:cubicBezTo>
                    <a:pt x="6703" y="1126"/>
                    <a:pt x="6683" y="1154"/>
                    <a:pt x="6642" y="1158"/>
                  </a:cubicBezTo>
                  <a:cubicBezTo>
                    <a:pt x="6601" y="1162"/>
                    <a:pt x="6578" y="1104"/>
                    <a:pt x="6540" y="1116"/>
                  </a:cubicBezTo>
                  <a:cubicBezTo>
                    <a:pt x="6502" y="1128"/>
                    <a:pt x="6475" y="1177"/>
                    <a:pt x="6450" y="1218"/>
                  </a:cubicBezTo>
                  <a:cubicBezTo>
                    <a:pt x="6425" y="1259"/>
                    <a:pt x="6424" y="1279"/>
                    <a:pt x="6414" y="1320"/>
                  </a:cubicBezTo>
                  <a:cubicBezTo>
                    <a:pt x="6404" y="1361"/>
                    <a:pt x="6404" y="1381"/>
                    <a:pt x="6402" y="1422"/>
                  </a:cubicBezTo>
                  <a:cubicBezTo>
                    <a:pt x="6400" y="1463"/>
                    <a:pt x="6400" y="1483"/>
                    <a:pt x="6402" y="1524"/>
                  </a:cubicBezTo>
                  <a:cubicBezTo>
                    <a:pt x="6404" y="1565"/>
                    <a:pt x="6391" y="1600"/>
                    <a:pt x="6414" y="1626"/>
                  </a:cubicBezTo>
                  <a:cubicBezTo>
                    <a:pt x="6437" y="1652"/>
                    <a:pt x="6475" y="1658"/>
                    <a:pt x="6516" y="1656"/>
                  </a:cubicBezTo>
                  <a:cubicBezTo>
                    <a:pt x="6557" y="1654"/>
                    <a:pt x="6576" y="1622"/>
                    <a:pt x="6618" y="1614"/>
                  </a:cubicBezTo>
                  <a:cubicBezTo>
                    <a:pt x="6660" y="1606"/>
                    <a:pt x="6684" y="1615"/>
                    <a:pt x="6726" y="1614"/>
                  </a:cubicBezTo>
                  <a:cubicBezTo>
                    <a:pt x="6768" y="1613"/>
                    <a:pt x="6787" y="1609"/>
                    <a:pt x="6828" y="1608"/>
                  </a:cubicBezTo>
                  <a:cubicBezTo>
                    <a:pt x="6869" y="1607"/>
                    <a:pt x="6889" y="1600"/>
                    <a:pt x="6930" y="1608"/>
                  </a:cubicBezTo>
                  <a:cubicBezTo>
                    <a:pt x="6971" y="1616"/>
                    <a:pt x="6991" y="1622"/>
                    <a:pt x="7032" y="1650"/>
                  </a:cubicBezTo>
                  <a:cubicBezTo>
                    <a:pt x="7073" y="1678"/>
                    <a:pt x="7096" y="1706"/>
                    <a:pt x="7134" y="1746"/>
                  </a:cubicBezTo>
                  <a:cubicBezTo>
                    <a:pt x="7172" y="1786"/>
                    <a:pt x="7226" y="1818"/>
                    <a:pt x="7224" y="1848"/>
                  </a:cubicBezTo>
                  <a:cubicBezTo>
                    <a:pt x="7222" y="1878"/>
                    <a:pt x="7163" y="1883"/>
                    <a:pt x="7122" y="1896"/>
                  </a:cubicBezTo>
                  <a:cubicBezTo>
                    <a:pt x="7081" y="1909"/>
                    <a:pt x="7061" y="1902"/>
                    <a:pt x="7020" y="1914"/>
                  </a:cubicBezTo>
                  <a:cubicBezTo>
                    <a:pt x="6979" y="1926"/>
                    <a:pt x="6959" y="1936"/>
                    <a:pt x="6918" y="1956"/>
                  </a:cubicBezTo>
                  <a:cubicBezTo>
                    <a:pt x="6877" y="1976"/>
                    <a:pt x="6857" y="1987"/>
                    <a:pt x="6816" y="2016"/>
                  </a:cubicBezTo>
                  <a:cubicBezTo>
                    <a:pt x="6775" y="2045"/>
                    <a:pt x="6754" y="2062"/>
                    <a:pt x="6714" y="2100"/>
                  </a:cubicBezTo>
                  <a:cubicBezTo>
                    <a:pt x="6674" y="2138"/>
                    <a:pt x="6653" y="2166"/>
                    <a:pt x="6618" y="2208"/>
                  </a:cubicBezTo>
                  <a:cubicBezTo>
                    <a:pt x="6583" y="2250"/>
                    <a:pt x="6576" y="2280"/>
                    <a:pt x="6540" y="2310"/>
                  </a:cubicBezTo>
                  <a:cubicBezTo>
                    <a:pt x="6504" y="2340"/>
                    <a:pt x="6479" y="2341"/>
                    <a:pt x="6438" y="2358"/>
                  </a:cubicBezTo>
                  <a:cubicBezTo>
                    <a:pt x="6397" y="2375"/>
                    <a:pt x="6377" y="2370"/>
                    <a:pt x="6336" y="2394"/>
                  </a:cubicBezTo>
                  <a:cubicBezTo>
                    <a:pt x="6295" y="2418"/>
                    <a:pt x="6275" y="2444"/>
                    <a:pt x="6234" y="2478"/>
                  </a:cubicBezTo>
                  <a:cubicBezTo>
                    <a:pt x="6193" y="2512"/>
                    <a:pt x="6173" y="2538"/>
                    <a:pt x="6132" y="2562"/>
                  </a:cubicBezTo>
                  <a:cubicBezTo>
                    <a:pt x="6091" y="2586"/>
                    <a:pt x="6071" y="2598"/>
                    <a:pt x="6030" y="2598"/>
                  </a:cubicBezTo>
                  <a:cubicBezTo>
                    <a:pt x="5989" y="2598"/>
                    <a:pt x="5969" y="2573"/>
                    <a:pt x="5928" y="2562"/>
                  </a:cubicBezTo>
                  <a:cubicBezTo>
                    <a:pt x="5887" y="2551"/>
                    <a:pt x="5861" y="2527"/>
                    <a:pt x="5826" y="2544"/>
                  </a:cubicBezTo>
                  <a:cubicBezTo>
                    <a:pt x="5791" y="2561"/>
                    <a:pt x="5767" y="2604"/>
                    <a:pt x="5754" y="2646"/>
                  </a:cubicBezTo>
                  <a:cubicBezTo>
                    <a:pt x="5741" y="2688"/>
                    <a:pt x="5750" y="2712"/>
                    <a:pt x="5760" y="2754"/>
                  </a:cubicBezTo>
                  <a:cubicBezTo>
                    <a:pt x="5770" y="2796"/>
                    <a:pt x="5801" y="2815"/>
                    <a:pt x="5802" y="2856"/>
                  </a:cubicBezTo>
                  <a:cubicBezTo>
                    <a:pt x="5803" y="2897"/>
                    <a:pt x="5794" y="2920"/>
                    <a:pt x="5766" y="2958"/>
                  </a:cubicBezTo>
                  <a:cubicBezTo>
                    <a:pt x="5738" y="2996"/>
                    <a:pt x="5704" y="3010"/>
                    <a:pt x="5664" y="3048"/>
                  </a:cubicBezTo>
                  <a:cubicBezTo>
                    <a:pt x="5624" y="3086"/>
                    <a:pt x="5608" y="3112"/>
                    <a:pt x="5568" y="3150"/>
                  </a:cubicBezTo>
                  <a:cubicBezTo>
                    <a:pt x="5528" y="3188"/>
                    <a:pt x="5507" y="3210"/>
                    <a:pt x="5466" y="3240"/>
                  </a:cubicBezTo>
                  <a:cubicBezTo>
                    <a:pt x="5425" y="3270"/>
                    <a:pt x="5405" y="3286"/>
                    <a:pt x="5364" y="3300"/>
                  </a:cubicBezTo>
                  <a:cubicBezTo>
                    <a:pt x="5323" y="3314"/>
                    <a:pt x="5303" y="3306"/>
                    <a:pt x="5262" y="3312"/>
                  </a:cubicBezTo>
                  <a:cubicBezTo>
                    <a:pt x="5221" y="3318"/>
                    <a:pt x="5201" y="3320"/>
                    <a:pt x="5160" y="3330"/>
                  </a:cubicBezTo>
                  <a:cubicBezTo>
                    <a:pt x="5119" y="3340"/>
                    <a:pt x="5099" y="3348"/>
                    <a:pt x="5058" y="3360"/>
                  </a:cubicBezTo>
                  <a:cubicBezTo>
                    <a:pt x="5017" y="3372"/>
                    <a:pt x="4997" y="3376"/>
                    <a:pt x="4956" y="3390"/>
                  </a:cubicBezTo>
                  <a:cubicBezTo>
                    <a:pt x="4915" y="3404"/>
                    <a:pt x="4895" y="3413"/>
                    <a:pt x="4854" y="3432"/>
                  </a:cubicBezTo>
                  <a:cubicBezTo>
                    <a:pt x="4813" y="3451"/>
                    <a:pt x="4794" y="3467"/>
                    <a:pt x="4752" y="3486"/>
                  </a:cubicBezTo>
                  <a:cubicBezTo>
                    <a:pt x="4710" y="3505"/>
                    <a:pt x="4686" y="3509"/>
                    <a:pt x="4644" y="3528"/>
                  </a:cubicBezTo>
                  <a:cubicBezTo>
                    <a:pt x="4602" y="3547"/>
                    <a:pt x="4583" y="3565"/>
                    <a:pt x="4542" y="3582"/>
                  </a:cubicBezTo>
                  <a:cubicBezTo>
                    <a:pt x="4501" y="3599"/>
                    <a:pt x="4481" y="3606"/>
                    <a:pt x="4440" y="3612"/>
                  </a:cubicBezTo>
                  <a:cubicBezTo>
                    <a:pt x="4399" y="3618"/>
                    <a:pt x="4379" y="3620"/>
                    <a:pt x="4338" y="3612"/>
                  </a:cubicBezTo>
                  <a:cubicBezTo>
                    <a:pt x="4297" y="3604"/>
                    <a:pt x="4277" y="3584"/>
                    <a:pt x="4236" y="3570"/>
                  </a:cubicBezTo>
                  <a:cubicBezTo>
                    <a:pt x="4195" y="3556"/>
                    <a:pt x="4175" y="3551"/>
                    <a:pt x="4134" y="3540"/>
                  </a:cubicBezTo>
                  <a:cubicBezTo>
                    <a:pt x="4093" y="3529"/>
                    <a:pt x="4073" y="3528"/>
                    <a:pt x="4032" y="3516"/>
                  </a:cubicBezTo>
                  <a:cubicBezTo>
                    <a:pt x="3991" y="3504"/>
                    <a:pt x="3971" y="3500"/>
                    <a:pt x="3930" y="3480"/>
                  </a:cubicBezTo>
                  <a:cubicBezTo>
                    <a:pt x="3889" y="3460"/>
                    <a:pt x="3869" y="3439"/>
                    <a:pt x="3828" y="3414"/>
                  </a:cubicBezTo>
                  <a:cubicBezTo>
                    <a:pt x="3787" y="3389"/>
                    <a:pt x="3767" y="3371"/>
                    <a:pt x="3726" y="3354"/>
                  </a:cubicBezTo>
                  <a:cubicBezTo>
                    <a:pt x="3685" y="3337"/>
                    <a:pt x="3665" y="3337"/>
                    <a:pt x="3624" y="3330"/>
                  </a:cubicBezTo>
                  <a:cubicBezTo>
                    <a:pt x="3583" y="3323"/>
                    <a:pt x="3563" y="3320"/>
                    <a:pt x="3522" y="3318"/>
                  </a:cubicBezTo>
                  <a:cubicBezTo>
                    <a:pt x="3481" y="3316"/>
                    <a:pt x="3461" y="3318"/>
                    <a:pt x="3420" y="3318"/>
                  </a:cubicBezTo>
                  <a:cubicBezTo>
                    <a:pt x="3379" y="3318"/>
                    <a:pt x="3359" y="3319"/>
                    <a:pt x="3318" y="3318"/>
                  </a:cubicBezTo>
                  <a:cubicBezTo>
                    <a:pt x="3277" y="3317"/>
                    <a:pt x="3258" y="3317"/>
                    <a:pt x="3216" y="3312"/>
                  </a:cubicBezTo>
                  <a:cubicBezTo>
                    <a:pt x="3174" y="3307"/>
                    <a:pt x="3150" y="3302"/>
                    <a:pt x="3108" y="3294"/>
                  </a:cubicBezTo>
                  <a:cubicBezTo>
                    <a:pt x="3066" y="3286"/>
                    <a:pt x="3047" y="3282"/>
                    <a:pt x="3006" y="3270"/>
                  </a:cubicBezTo>
                  <a:cubicBezTo>
                    <a:pt x="2965" y="3258"/>
                    <a:pt x="2945" y="3246"/>
                    <a:pt x="2904" y="3234"/>
                  </a:cubicBezTo>
                  <a:cubicBezTo>
                    <a:pt x="2863" y="3222"/>
                    <a:pt x="2843" y="3216"/>
                    <a:pt x="2802" y="3210"/>
                  </a:cubicBezTo>
                  <a:cubicBezTo>
                    <a:pt x="2761" y="3204"/>
                    <a:pt x="2741" y="3211"/>
                    <a:pt x="2700" y="3204"/>
                  </a:cubicBezTo>
                  <a:cubicBezTo>
                    <a:pt x="2659" y="3197"/>
                    <a:pt x="2634" y="3200"/>
                    <a:pt x="2598" y="3174"/>
                  </a:cubicBezTo>
                  <a:cubicBezTo>
                    <a:pt x="2562" y="3148"/>
                    <a:pt x="2544" y="3113"/>
                    <a:pt x="2520" y="3072"/>
                  </a:cubicBezTo>
                  <a:cubicBezTo>
                    <a:pt x="2496" y="3031"/>
                    <a:pt x="2500" y="3011"/>
                    <a:pt x="2478" y="2970"/>
                  </a:cubicBezTo>
                  <a:cubicBezTo>
                    <a:pt x="2456" y="2929"/>
                    <a:pt x="2446" y="2905"/>
                    <a:pt x="2412" y="2868"/>
                  </a:cubicBezTo>
                  <a:cubicBezTo>
                    <a:pt x="2378" y="2831"/>
                    <a:pt x="2351" y="2812"/>
                    <a:pt x="2310" y="2784"/>
                  </a:cubicBezTo>
                  <a:cubicBezTo>
                    <a:pt x="2269" y="2756"/>
                    <a:pt x="2249" y="2744"/>
                    <a:pt x="2208" y="2730"/>
                  </a:cubicBezTo>
                  <a:cubicBezTo>
                    <a:pt x="2167" y="2716"/>
                    <a:pt x="2147" y="2722"/>
                    <a:pt x="2106" y="2712"/>
                  </a:cubicBezTo>
                  <a:cubicBezTo>
                    <a:pt x="2065" y="2702"/>
                    <a:pt x="2045" y="2696"/>
                    <a:pt x="2004" y="2682"/>
                  </a:cubicBezTo>
                  <a:cubicBezTo>
                    <a:pt x="1963" y="2668"/>
                    <a:pt x="1944" y="2657"/>
                    <a:pt x="1902" y="2640"/>
                  </a:cubicBezTo>
                  <a:cubicBezTo>
                    <a:pt x="1860" y="2623"/>
                    <a:pt x="1836" y="2614"/>
                    <a:pt x="1794" y="2598"/>
                  </a:cubicBezTo>
                  <a:cubicBezTo>
                    <a:pt x="1752" y="2582"/>
                    <a:pt x="1733" y="2585"/>
                    <a:pt x="1692" y="2562"/>
                  </a:cubicBezTo>
                  <a:cubicBezTo>
                    <a:pt x="1651" y="2539"/>
                    <a:pt x="1612" y="2520"/>
                    <a:pt x="1590" y="2484"/>
                  </a:cubicBezTo>
                  <a:cubicBezTo>
                    <a:pt x="1568" y="2448"/>
                    <a:pt x="1574" y="2423"/>
                    <a:pt x="1584" y="2382"/>
                  </a:cubicBezTo>
                  <a:cubicBezTo>
                    <a:pt x="1594" y="2341"/>
                    <a:pt x="1619" y="2321"/>
                    <a:pt x="1638" y="2280"/>
                  </a:cubicBezTo>
                  <a:cubicBezTo>
                    <a:pt x="1657" y="2239"/>
                    <a:pt x="1675" y="2219"/>
                    <a:pt x="1680" y="2178"/>
                  </a:cubicBezTo>
                  <a:cubicBezTo>
                    <a:pt x="1685" y="2137"/>
                    <a:pt x="1673" y="2117"/>
                    <a:pt x="1662" y="2076"/>
                  </a:cubicBezTo>
                  <a:cubicBezTo>
                    <a:pt x="1651" y="2035"/>
                    <a:pt x="1642" y="2015"/>
                    <a:pt x="1626" y="1974"/>
                  </a:cubicBezTo>
                  <a:cubicBezTo>
                    <a:pt x="1610" y="1933"/>
                    <a:pt x="1608" y="1913"/>
                    <a:pt x="1584" y="1872"/>
                  </a:cubicBezTo>
                  <a:cubicBezTo>
                    <a:pt x="1560" y="1831"/>
                    <a:pt x="1542" y="1806"/>
                    <a:pt x="1506" y="1770"/>
                  </a:cubicBezTo>
                  <a:cubicBezTo>
                    <a:pt x="1470" y="1734"/>
                    <a:pt x="1445" y="1715"/>
                    <a:pt x="1404" y="1692"/>
                  </a:cubicBezTo>
                  <a:cubicBezTo>
                    <a:pt x="1363" y="1669"/>
                    <a:pt x="1338" y="1684"/>
                    <a:pt x="1302" y="1656"/>
                  </a:cubicBezTo>
                  <a:cubicBezTo>
                    <a:pt x="1266" y="1628"/>
                    <a:pt x="1249" y="1595"/>
                    <a:pt x="1224" y="1554"/>
                  </a:cubicBezTo>
                  <a:cubicBezTo>
                    <a:pt x="1199" y="1513"/>
                    <a:pt x="1206" y="1486"/>
                    <a:pt x="1176" y="1452"/>
                  </a:cubicBezTo>
                  <a:cubicBezTo>
                    <a:pt x="1146" y="1418"/>
                    <a:pt x="1116" y="1392"/>
                    <a:pt x="1074" y="1386"/>
                  </a:cubicBezTo>
                  <a:cubicBezTo>
                    <a:pt x="1032" y="1380"/>
                    <a:pt x="1008" y="1405"/>
                    <a:pt x="966" y="1422"/>
                  </a:cubicBezTo>
                  <a:cubicBezTo>
                    <a:pt x="924" y="1439"/>
                    <a:pt x="905" y="1446"/>
                    <a:pt x="864" y="1470"/>
                  </a:cubicBezTo>
                  <a:cubicBezTo>
                    <a:pt x="823" y="1494"/>
                    <a:pt x="803" y="1510"/>
                    <a:pt x="762" y="1542"/>
                  </a:cubicBezTo>
                  <a:cubicBezTo>
                    <a:pt x="721" y="1574"/>
                    <a:pt x="689" y="1594"/>
                    <a:pt x="660" y="1632"/>
                  </a:cubicBezTo>
                  <a:cubicBezTo>
                    <a:pt x="631" y="1670"/>
                    <a:pt x="634" y="1693"/>
                    <a:pt x="618" y="1734"/>
                  </a:cubicBezTo>
                  <a:cubicBezTo>
                    <a:pt x="602" y="1775"/>
                    <a:pt x="610" y="1801"/>
                    <a:pt x="582" y="1836"/>
                  </a:cubicBezTo>
                  <a:cubicBezTo>
                    <a:pt x="554" y="1871"/>
                    <a:pt x="521" y="1896"/>
                    <a:pt x="480" y="1908"/>
                  </a:cubicBezTo>
                  <a:cubicBezTo>
                    <a:pt x="439" y="1920"/>
                    <a:pt x="419" y="1914"/>
                    <a:pt x="378" y="1896"/>
                  </a:cubicBezTo>
                  <a:cubicBezTo>
                    <a:pt x="337" y="1878"/>
                    <a:pt x="317" y="1837"/>
                    <a:pt x="276" y="1818"/>
                  </a:cubicBezTo>
                  <a:cubicBezTo>
                    <a:pt x="235" y="1799"/>
                    <a:pt x="205" y="1782"/>
                    <a:pt x="174" y="1800"/>
                  </a:cubicBezTo>
                  <a:cubicBezTo>
                    <a:pt x="143" y="1818"/>
                    <a:pt x="50" y="1870"/>
                    <a:pt x="36" y="1916"/>
                  </a:cubicBezTo>
                  <a:cubicBezTo>
                    <a:pt x="22" y="1962"/>
                    <a:pt x="3" y="2032"/>
                    <a:pt x="0" y="20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260" y="2501"/>
              <a:ext cx="2288" cy="2526"/>
            </a:xfrm>
            <a:custGeom>
              <a:avLst/>
              <a:gdLst>
                <a:gd name="connisteX0" fmla="*/ 1452597 w 1452597"/>
                <a:gd name="connsiteY0" fmla="*/ 0 h 1604010"/>
                <a:gd name="connisteX1" fmla="*/ 1403067 w 1452597"/>
                <a:gd name="connsiteY1" fmla="*/ 64770 h 1604010"/>
                <a:gd name="connisteX2" fmla="*/ 1387827 w 1452597"/>
                <a:gd name="connsiteY2" fmla="*/ 129540 h 1604010"/>
                <a:gd name="connisteX3" fmla="*/ 1323057 w 1452597"/>
                <a:gd name="connsiteY3" fmla="*/ 175260 h 1604010"/>
                <a:gd name="connisteX4" fmla="*/ 1258287 w 1452597"/>
                <a:gd name="connsiteY4" fmla="*/ 160020 h 1604010"/>
                <a:gd name="connisteX5" fmla="*/ 1193517 w 1452597"/>
                <a:gd name="connsiteY5" fmla="*/ 152400 h 1604010"/>
                <a:gd name="connisteX6" fmla="*/ 1124937 w 1452597"/>
                <a:gd name="connsiteY6" fmla="*/ 144780 h 1604010"/>
                <a:gd name="connisteX7" fmla="*/ 1071597 w 1452597"/>
                <a:gd name="connsiteY7" fmla="*/ 213360 h 1604010"/>
                <a:gd name="connisteX8" fmla="*/ 1094457 w 1452597"/>
                <a:gd name="connsiteY8" fmla="*/ 278130 h 1604010"/>
                <a:gd name="connisteX9" fmla="*/ 1105887 w 1452597"/>
                <a:gd name="connsiteY9" fmla="*/ 342900 h 1604010"/>
                <a:gd name="connisteX10" fmla="*/ 1098267 w 1452597"/>
                <a:gd name="connsiteY10" fmla="*/ 407670 h 1604010"/>
                <a:gd name="connisteX11" fmla="*/ 1056357 w 1452597"/>
                <a:gd name="connsiteY11" fmla="*/ 472440 h 1604010"/>
                <a:gd name="connisteX12" fmla="*/ 1018257 w 1452597"/>
                <a:gd name="connsiteY12" fmla="*/ 537210 h 1604010"/>
                <a:gd name="connisteX13" fmla="*/ 980157 w 1452597"/>
                <a:gd name="connsiteY13" fmla="*/ 601980 h 1604010"/>
                <a:gd name="connisteX14" fmla="*/ 919197 w 1452597"/>
                <a:gd name="connsiteY14" fmla="*/ 666750 h 1604010"/>
                <a:gd name="connisteX15" fmla="*/ 854427 w 1452597"/>
                <a:gd name="connsiteY15" fmla="*/ 693420 h 1604010"/>
                <a:gd name="connisteX16" fmla="*/ 789657 w 1452597"/>
                <a:gd name="connsiteY16" fmla="*/ 708660 h 1604010"/>
                <a:gd name="connisteX17" fmla="*/ 724887 w 1452597"/>
                <a:gd name="connsiteY17" fmla="*/ 739140 h 1604010"/>
                <a:gd name="connisteX18" fmla="*/ 660117 w 1452597"/>
                <a:gd name="connsiteY18" fmla="*/ 754380 h 1604010"/>
                <a:gd name="connisteX19" fmla="*/ 595347 w 1452597"/>
                <a:gd name="connsiteY19" fmla="*/ 769620 h 1604010"/>
                <a:gd name="connisteX20" fmla="*/ 530577 w 1452597"/>
                <a:gd name="connsiteY20" fmla="*/ 784860 h 1604010"/>
                <a:gd name="connisteX21" fmla="*/ 465807 w 1452597"/>
                <a:gd name="connsiteY21" fmla="*/ 792480 h 1604010"/>
                <a:gd name="connisteX22" fmla="*/ 401037 w 1452597"/>
                <a:gd name="connsiteY22" fmla="*/ 830580 h 1604010"/>
                <a:gd name="connisteX23" fmla="*/ 336267 w 1452597"/>
                <a:gd name="connsiteY23" fmla="*/ 834390 h 1604010"/>
                <a:gd name="connisteX24" fmla="*/ 271497 w 1452597"/>
                <a:gd name="connsiteY24" fmla="*/ 788670 h 1604010"/>
                <a:gd name="connisteX25" fmla="*/ 206727 w 1452597"/>
                <a:gd name="connsiteY25" fmla="*/ 784860 h 1604010"/>
                <a:gd name="connisteX26" fmla="*/ 141957 w 1452597"/>
                <a:gd name="connsiteY26" fmla="*/ 819150 h 1604010"/>
                <a:gd name="connisteX27" fmla="*/ 77187 w 1452597"/>
                <a:gd name="connsiteY27" fmla="*/ 834390 h 1604010"/>
                <a:gd name="connisteX28" fmla="*/ 54327 w 1452597"/>
                <a:gd name="connsiteY28" fmla="*/ 899160 h 1604010"/>
                <a:gd name="connisteX29" fmla="*/ 20037 w 1452597"/>
                <a:gd name="connsiteY29" fmla="*/ 963930 h 1604010"/>
                <a:gd name="connisteX30" fmla="*/ 987 w 1452597"/>
                <a:gd name="connsiteY30" fmla="*/ 1028700 h 1604010"/>
                <a:gd name="connisteX31" fmla="*/ 12417 w 1452597"/>
                <a:gd name="connsiteY31" fmla="*/ 1093470 h 1604010"/>
                <a:gd name="connisteX32" fmla="*/ 77187 w 1452597"/>
                <a:gd name="connsiteY32" fmla="*/ 1123950 h 1604010"/>
                <a:gd name="connisteX33" fmla="*/ 141957 w 1452597"/>
                <a:gd name="connsiteY33" fmla="*/ 1177290 h 1604010"/>
                <a:gd name="connisteX34" fmla="*/ 145767 w 1452597"/>
                <a:gd name="connsiteY34" fmla="*/ 1242060 h 1604010"/>
                <a:gd name="connisteX35" fmla="*/ 141957 w 1452597"/>
                <a:gd name="connsiteY35" fmla="*/ 1306830 h 1604010"/>
                <a:gd name="connisteX36" fmla="*/ 77187 w 1452597"/>
                <a:gd name="connsiteY36" fmla="*/ 1348740 h 1604010"/>
                <a:gd name="connisteX37" fmla="*/ 50517 w 1452597"/>
                <a:gd name="connsiteY37" fmla="*/ 1413510 h 1604010"/>
                <a:gd name="connisteX38" fmla="*/ 115287 w 1452597"/>
                <a:gd name="connsiteY38" fmla="*/ 1451610 h 1604010"/>
                <a:gd name="connisteX39" fmla="*/ 180057 w 1452597"/>
                <a:gd name="connsiteY39" fmla="*/ 1497330 h 1604010"/>
                <a:gd name="connisteX40" fmla="*/ 206727 w 1452597"/>
                <a:gd name="connsiteY40" fmla="*/ 1562100 h 1604010"/>
                <a:gd name="connisteX41" fmla="*/ 218157 w 1452597"/>
                <a:gd name="connsiteY41" fmla="*/ 1604010 h 16040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</a:cxnLst>
              <a:rect l="l" t="t" r="r" b="b"/>
              <a:pathLst>
                <a:path w="1452598" h="1604010">
                  <a:moveTo>
                    <a:pt x="1452598" y="0"/>
                  </a:moveTo>
                  <a:cubicBezTo>
                    <a:pt x="1443073" y="11430"/>
                    <a:pt x="1415768" y="38735"/>
                    <a:pt x="1403068" y="64770"/>
                  </a:cubicBezTo>
                  <a:cubicBezTo>
                    <a:pt x="1390368" y="90805"/>
                    <a:pt x="1403703" y="107315"/>
                    <a:pt x="1387828" y="129540"/>
                  </a:cubicBezTo>
                  <a:cubicBezTo>
                    <a:pt x="1371953" y="151765"/>
                    <a:pt x="1349093" y="168910"/>
                    <a:pt x="1323058" y="175260"/>
                  </a:cubicBezTo>
                  <a:cubicBezTo>
                    <a:pt x="1297023" y="181610"/>
                    <a:pt x="1284323" y="164465"/>
                    <a:pt x="1258288" y="160020"/>
                  </a:cubicBezTo>
                  <a:cubicBezTo>
                    <a:pt x="1232253" y="155575"/>
                    <a:pt x="1220188" y="155575"/>
                    <a:pt x="1193518" y="152400"/>
                  </a:cubicBezTo>
                  <a:cubicBezTo>
                    <a:pt x="1166848" y="149225"/>
                    <a:pt x="1149068" y="132715"/>
                    <a:pt x="1124938" y="144780"/>
                  </a:cubicBezTo>
                  <a:cubicBezTo>
                    <a:pt x="1100808" y="156845"/>
                    <a:pt x="1077948" y="186690"/>
                    <a:pt x="1071598" y="213360"/>
                  </a:cubicBezTo>
                  <a:cubicBezTo>
                    <a:pt x="1065248" y="240030"/>
                    <a:pt x="1087473" y="252095"/>
                    <a:pt x="1094458" y="278130"/>
                  </a:cubicBezTo>
                  <a:cubicBezTo>
                    <a:pt x="1101443" y="304165"/>
                    <a:pt x="1105253" y="316865"/>
                    <a:pt x="1105888" y="342900"/>
                  </a:cubicBezTo>
                  <a:cubicBezTo>
                    <a:pt x="1106523" y="368935"/>
                    <a:pt x="1108428" y="381635"/>
                    <a:pt x="1098268" y="407670"/>
                  </a:cubicBezTo>
                  <a:cubicBezTo>
                    <a:pt x="1088108" y="433705"/>
                    <a:pt x="1072233" y="446405"/>
                    <a:pt x="1056358" y="472440"/>
                  </a:cubicBezTo>
                  <a:cubicBezTo>
                    <a:pt x="1040483" y="498475"/>
                    <a:pt x="1033498" y="511175"/>
                    <a:pt x="1018258" y="537210"/>
                  </a:cubicBezTo>
                  <a:cubicBezTo>
                    <a:pt x="1003018" y="563245"/>
                    <a:pt x="999843" y="575945"/>
                    <a:pt x="980158" y="601980"/>
                  </a:cubicBezTo>
                  <a:cubicBezTo>
                    <a:pt x="960473" y="628015"/>
                    <a:pt x="944598" y="648335"/>
                    <a:pt x="919198" y="666750"/>
                  </a:cubicBezTo>
                  <a:cubicBezTo>
                    <a:pt x="893798" y="685165"/>
                    <a:pt x="880463" y="685165"/>
                    <a:pt x="854428" y="693420"/>
                  </a:cubicBezTo>
                  <a:cubicBezTo>
                    <a:pt x="828393" y="701675"/>
                    <a:pt x="815693" y="699770"/>
                    <a:pt x="789658" y="708660"/>
                  </a:cubicBezTo>
                  <a:cubicBezTo>
                    <a:pt x="763623" y="717550"/>
                    <a:pt x="750923" y="730250"/>
                    <a:pt x="724888" y="739140"/>
                  </a:cubicBezTo>
                  <a:cubicBezTo>
                    <a:pt x="698853" y="748030"/>
                    <a:pt x="686153" y="748030"/>
                    <a:pt x="660118" y="754380"/>
                  </a:cubicBezTo>
                  <a:cubicBezTo>
                    <a:pt x="634083" y="760730"/>
                    <a:pt x="621383" y="763270"/>
                    <a:pt x="595348" y="769620"/>
                  </a:cubicBezTo>
                  <a:cubicBezTo>
                    <a:pt x="569313" y="775970"/>
                    <a:pt x="556613" y="780415"/>
                    <a:pt x="530578" y="784860"/>
                  </a:cubicBezTo>
                  <a:cubicBezTo>
                    <a:pt x="504543" y="789305"/>
                    <a:pt x="491843" y="783590"/>
                    <a:pt x="465808" y="792480"/>
                  </a:cubicBezTo>
                  <a:cubicBezTo>
                    <a:pt x="439773" y="801370"/>
                    <a:pt x="427073" y="822325"/>
                    <a:pt x="401038" y="830580"/>
                  </a:cubicBezTo>
                  <a:cubicBezTo>
                    <a:pt x="375003" y="838835"/>
                    <a:pt x="362303" y="842645"/>
                    <a:pt x="336268" y="834390"/>
                  </a:cubicBezTo>
                  <a:cubicBezTo>
                    <a:pt x="310233" y="826135"/>
                    <a:pt x="297533" y="798830"/>
                    <a:pt x="271498" y="788670"/>
                  </a:cubicBezTo>
                  <a:cubicBezTo>
                    <a:pt x="245463" y="778510"/>
                    <a:pt x="232763" y="778510"/>
                    <a:pt x="206728" y="784860"/>
                  </a:cubicBezTo>
                  <a:cubicBezTo>
                    <a:pt x="180693" y="791210"/>
                    <a:pt x="167993" y="808990"/>
                    <a:pt x="141958" y="819150"/>
                  </a:cubicBezTo>
                  <a:cubicBezTo>
                    <a:pt x="115923" y="829310"/>
                    <a:pt x="94968" y="818515"/>
                    <a:pt x="77188" y="834390"/>
                  </a:cubicBezTo>
                  <a:cubicBezTo>
                    <a:pt x="59408" y="850265"/>
                    <a:pt x="65758" y="873125"/>
                    <a:pt x="54328" y="899160"/>
                  </a:cubicBezTo>
                  <a:cubicBezTo>
                    <a:pt x="42898" y="925195"/>
                    <a:pt x="30833" y="937895"/>
                    <a:pt x="20038" y="963930"/>
                  </a:cubicBezTo>
                  <a:cubicBezTo>
                    <a:pt x="9243" y="989965"/>
                    <a:pt x="2258" y="1002665"/>
                    <a:pt x="988" y="1028700"/>
                  </a:cubicBezTo>
                  <a:cubicBezTo>
                    <a:pt x="-282" y="1054735"/>
                    <a:pt x="-2822" y="1074420"/>
                    <a:pt x="12418" y="1093470"/>
                  </a:cubicBezTo>
                  <a:cubicBezTo>
                    <a:pt x="27658" y="1112520"/>
                    <a:pt x="51153" y="1107440"/>
                    <a:pt x="77188" y="1123950"/>
                  </a:cubicBezTo>
                  <a:cubicBezTo>
                    <a:pt x="103223" y="1140460"/>
                    <a:pt x="127988" y="1153795"/>
                    <a:pt x="141958" y="1177290"/>
                  </a:cubicBezTo>
                  <a:cubicBezTo>
                    <a:pt x="155928" y="1200785"/>
                    <a:pt x="145768" y="1216025"/>
                    <a:pt x="145768" y="1242060"/>
                  </a:cubicBezTo>
                  <a:cubicBezTo>
                    <a:pt x="145768" y="1268095"/>
                    <a:pt x="155928" y="1285240"/>
                    <a:pt x="141958" y="1306830"/>
                  </a:cubicBezTo>
                  <a:cubicBezTo>
                    <a:pt x="127988" y="1328420"/>
                    <a:pt x="95603" y="1327150"/>
                    <a:pt x="77188" y="1348740"/>
                  </a:cubicBezTo>
                  <a:cubicBezTo>
                    <a:pt x="58773" y="1370330"/>
                    <a:pt x="42898" y="1393190"/>
                    <a:pt x="50518" y="1413510"/>
                  </a:cubicBezTo>
                  <a:cubicBezTo>
                    <a:pt x="58138" y="1433830"/>
                    <a:pt x="89253" y="1435100"/>
                    <a:pt x="115288" y="1451610"/>
                  </a:cubicBezTo>
                  <a:cubicBezTo>
                    <a:pt x="141323" y="1468120"/>
                    <a:pt x="161643" y="1475105"/>
                    <a:pt x="180058" y="1497330"/>
                  </a:cubicBezTo>
                  <a:cubicBezTo>
                    <a:pt x="198473" y="1519555"/>
                    <a:pt x="199108" y="1540510"/>
                    <a:pt x="206728" y="1562100"/>
                  </a:cubicBezTo>
                  <a:cubicBezTo>
                    <a:pt x="214348" y="1583690"/>
                    <a:pt x="216253" y="1597025"/>
                    <a:pt x="218158" y="160401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592" y="5008"/>
              <a:ext cx="3732" cy="3174"/>
            </a:xfrm>
            <a:custGeom>
              <a:avLst/>
              <a:gdLst>
                <a:gd name="connisteX0" fmla="*/ 0 w 2369820"/>
                <a:gd name="connsiteY0" fmla="*/ 0 h 2015509"/>
                <a:gd name="connisteX1" fmla="*/ 15240 w 2369820"/>
                <a:gd name="connsiteY1" fmla="*/ 64770 h 2015509"/>
                <a:gd name="connisteX2" fmla="*/ 72390 w 2369820"/>
                <a:gd name="connsiteY2" fmla="*/ 129540 h 2015509"/>
                <a:gd name="connisteX3" fmla="*/ 137160 w 2369820"/>
                <a:gd name="connsiteY3" fmla="*/ 167640 h 2015509"/>
                <a:gd name="connisteX4" fmla="*/ 201930 w 2369820"/>
                <a:gd name="connsiteY4" fmla="*/ 205740 h 2015509"/>
                <a:gd name="connisteX5" fmla="*/ 247650 w 2369820"/>
                <a:gd name="connsiteY5" fmla="*/ 270510 h 2015509"/>
                <a:gd name="connisteX6" fmla="*/ 262890 w 2369820"/>
                <a:gd name="connsiteY6" fmla="*/ 335280 h 2015509"/>
                <a:gd name="connisteX7" fmla="*/ 300990 w 2369820"/>
                <a:gd name="connsiteY7" fmla="*/ 400050 h 2015509"/>
                <a:gd name="connisteX8" fmla="*/ 316230 w 2369820"/>
                <a:gd name="connsiteY8" fmla="*/ 464820 h 2015509"/>
                <a:gd name="connisteX9" fmla="*/ 281940 w 2369820"/>
                <a:gd name="connsiteY9" fmla="*/ 529590 h 2015509"/>
                <a:gd name="connisteX10" fmla="*/ 278130 w 2369820"/>
                <a:gd name="connsiteY10" fmla="*/ 594360 h 2015509"/>
                <a:gd name="connisteX11" fmla="*/ 300990 w 2369820"/>
                <a:gd name="connsiteY11" fmla="*/ 659130 h 2015509"/>
                <a:gd name="connisteX12" fmla="*/ 304800 w 2369820"/>
                <a:gd name="connsiteY12" fmla="*/ 723900 h 2015509"/>
                <a:gd name="connisteX13" fmla="*/ 240030 w 2369820"/>
                <a:gd name="connsiteY13" fmla="*/ 769620 h 2015509"/>
                <a:gd name="connisteX14" fmla="*/ 182880 w 2369820"/>
                <a:gd name="connsiteY14" fmla="*/ 834390 h 2015509"/>
                <a:gd name="connisteX15" fmla="*/ 198120 w 2369820"/>
                <a:gd name="connsiteY15" fmla="*/ 899160 h 2015509"/>
                <a:gd name="connisteX16" fmla="*/ 198120 w 2369820"/>
                <a:gd name="connsiteY16" fmla="*/ 963930 h 2015509"/>
                <a:gd name="connisteX17" fmla="*/ 262890 w 2369820"/>
                <a:gd name="connsiteY17" fmla="*/ 1017270 h 2015509"/>
                <a:gd name="connisteX18" fmla="*/ 327660 w 2369820"/>
                <a:gd name="connsiteY18" fmla="*/ 1078230 h 2015509"/>
                <a:gd name="connisteX19" fmla="*/ 392430 w 2369820"/>
                <a:gd name="connsiteY19" fmla="*/ 1131570 h 2015509"/>
                <a:gd name="connisteX20" fmla="*/ 438150 w 2369820"/>
                <a:gd name="connsiteY20" fmla="*/ 1196340 h 2015509"/>
                <a:gd name="connisteX21" fmla="*/ 502920 w 2369820"/>
                <a:gd name="connsiteY21" fmla="*/ 1257300 h 2015509"/>
                <a:gd name="connisteX22" fmla="*/ 567690 w 2369820"/>
                <a:gd name="connsiteY22" fmla="*/ 1249680 h 2015509"/>
                <a:gd name="connisteX23" fmla="*/ 632460 w 2369820"/>
                <a:gd name="connsiteY23" fmla="*/ 1234440 h 2015509"/>
                <a:gd name="connisteX24" fmla="*/ 697230 w 2369820"/>
                <a:gd name="connsiteY24" fmla="*/ 1295400 h 2015509"/>
                <a:gd name="connisteX25" fmla="*/ 750570 w 2369820"/>
                <a:gd name="connsiteY25" fmla="*/ 1360170 h 2015509"/>
                <a:gd name="connisteX26" fmla="*/ 815340 w 2369820"/>
                <a:gd name="connsiteY26" fmla="*/ 1405890 h 2015509"/>
                <a:gd name="connisteX27" fmla="*/ 880110 w 2369820"/>
                <a:gd name="connsiteY27" fmla="*/ 1455420 h 2015509"/>
                <a:gd name="connisteX28" fmla="*/ 944880 w 2369820"/>
                <a:gd name="connsiteY28" fmla="*/ 1501140 h 2015509"/>
                <a:gd name="connisteX29" fmla="*/ 1009650 w 2369820"/>
                <a:gd name="connsiteY29" fmla="*/ 1554480 h 2015509"/>
                <a:gd name="connisteX30" fmla="*/ 1074420 w 2369820"/>
                <a:gd name="connsiteY30" fmla="*/ 1607820 h 2015509"/>
                <a:gd name="connisteX31" fmla="*/ 1143000 w 2369820"/>
                <a:gd name="connsiteY31" fmla="*/ 1645920 h 2015509"/>
                <a:gd name="connisteX32" fmla="*/ 1207770 w 2369820"/>
                <a:gd name="connsiteY32" fmla="*/ 1672590 h 2015509"/>
                <a:gd name="connisteX33" fmla="*/ 1272540 w 2369820"/>
                <a:gd name="connsiteY33" fmla="*/ 1687830 h 2015509"/>
                <a:gd name="connisteX34" fmla="*/ 1337310 w 2369820"/>
                <a:gd name="connsiteY34" fmla="*/ 1744980 h 2015509"/>
                <a:gd name="connisteX35" fmla="*/ 1402080 w 2369820"/>
                <a:gd name="connsiteY35" fmla="*/ 1771650 h 2015509"/>
                <a:gd name="connisteX36" fmla="*/ 1466850 w 2369820"/>
                <a:gd name="connsiteY36" fmla="*/ 1775460 h 2015509"/>
                <a:gd name="connisteX37" fmla="*/ 1531620 w 2369820"/>
                <a:gd name="connsiteY37" fmla="*/ 1783080 h 2015509"/>
                <a:gd name="connisteX38" fmla="*/ 1596390 w 2369820"/>
                <a:gd name="connsiteY38" fmla="*/ 1786890 h 2015509"/>
                <a:gd name="connisteX39" fmla="*/ 1657350 w 2369820"/>
                <a:gd name="connsiteY39" fmla="*/ 1851660 h 2015509"/>
                <a:gd name="connisteX40" fmla="*/ 1657350 w 2369820"/>
                <a:gd name="connsiteY40" fmla="*/ 1916430 h 2015509"/>
                <a:gd name="connisteX41" fmla="*/ 1722120 w 2369820"/>
                <a:gd name="connsiteY41" fmla="*/ 1905000 h 2015509"/>
                <a:gd name="connisteX42" fmla="*/ 1722120 w 2369820"/>
                <a:gd name="connsiteY42" fmla="*/ 1840230 h 2015509"/>
                <a:gd name="connisteX43" fmla="*/ 1786890 w 2369820"/>
                <a:gd name="connsiteY43" fmla="*/ 1786890 h 2015509"/>
                <a:gd name="connisteX44" fmla="*/ 1851660 w 2369820"/>
                <a:gd name="connsiteY44" fmla="*/ 1786890 h 2015509"/>
                <a:gd name="connisteX45" fmla="*/ 1916430 w 2369820"/>
                <a:gd name="connsiteY45" fmla="*/ 1790700 h 2015509"/>
                <a:gd name="connisteX46" fmla="*/ 1981200 w 2369820"/>
                <a:gd name="connsiteY46" fmla="*/ 1840230 h 2015509"/>
                <a:gd name="connisteX47" fmla="*/ 2045970 w 2369820"/>
                <a:gd name="connsiteY47" fmla="*/ 1885950 h 2015509"/>
                <a:gd name="connisteX48" fmla="*/ 2110740 w 2369820"/>
                <a:gd name="connsiteY48" fmla="*/ 1931670 h 2015509"/>
                <a:gd name="connisteX49" fmla="*/ 2175510 w 2369820"/>
                <a:gd name="connsiteY49" fmla="*/ 1992630 h 2015509"/>
                <a:gd name="connisteX50" fmla="*/ 2240280 w 2369820"/>
                <a:gd name="connsiteY50" fmla="*/ 1996440 h 2015509"/>
                <a:gd name="connisteX51" fmla="*/ 2305050 w 2369820"/>
                <a:gd name="connsiteY51" fmla="*/ 2015490 h 2015509"/>
                <a:gd name="connisteX52" fmla="*/ 2369820 w 2369820"/>
                <a:gd name="connsiteY52" fmla="*/ 1992630 h 201550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</a:cxnLst>
              <a:rect l="l" t="t" r="r" b="b"/>
              <a:pathLst>
                <a:path w="2369820" h="2015509">
                  <a:moveTo>
                    <a:pt x="0" y="0"/>
                  </a:moveTo>
                  <a:cubicBezTo>
                    <a:pt x="1905" y="11430"/>
                    <a:pt x="635" y="38735"/>
                    <a:pt x="15240" y="64770"/>
                  </a:cubicBezTo>
                  <a:cubicBezTo>
                    <a:pt x="29845" y="90805"/>
                    <a:pt x="48260" y="109220"/>
                    <a:pt x="72390" y="129540"/>
                  </a:cubicBezTo>
                  <a:cubicBezTo>
                    <a:pt x="96520" y="149860"/>
                    <a:pt x="111125" y="152400"/>
                    <a:pt x="137160" y="167640"/>
                  </a:cubicBezTo>
                  <a:cubicBezTo>
                    <a:pt x="163195" y="182880"/>
                    <a:pt x="179705" y="185420"/>
                    <a:pt x="201930" y="205740"/>
                  </a:cubicBezTo>
                  <a:cubicBezTo>
                    <a:pt x="224155" y="226060"/>
                    <a:pt x="235585" y="244475"/>
                    <a:pt x="247650" y="270510"/>
                  </a:cubicBezTo>
                  <a:cubicBezTo>
                    <a:pt x="259715" y="296545"/>
                    <a:pt x="252095" y="309245"/>
                    <a:pt x="262890" y="335280"/>
                  </a:cubicBezTo>
                  <a:cubicBezTo>
                    <a:pt x="273685" y="361315"/>
                    <a:pt x="290195" y="374015"/>
                    <a:pt x="300990" y="400050"/>
                  </a:cubicBezTo>
                  <a:cubicBezTo>
                    <a:pt x="311785" y="426085"/>
                    <a:pt x="320040" y="438785"/>
                    <a:pt x="316230" y="464820"/>
                  </a:cubicBezTo>
                  <a:cubicBezTo>
                    <a:pt x="312420" y="490855"/>
                    <a:pt x="289560" y="503555"/>
                    <a:pt x="281940" y="529590"/>
                  </a:cubicBezTo>
                  <a:cubicBezTo>
                    <a:pt x="274320" y="555625"/>
                    <a:pt x="274320" y="568325"/>
                    <a:pt x="278130" y="594360"/>
                  </a:cubicBezTo>
                  <a:cubicBezTo>
                    <a:pt x="281940" y="620395"/>
                    <a:pt x="295910" y="633095"/>
                    <a:pt x="300990" y="659130"/>
                  </a:cubicBezTo>
                  <a:cubicBezTo>
                    <a:pt x="306070" y="685165"/>
                    <a:pt x="316865" y="701675"/>
                    <a:pt x="304800" y="723900"/>
                  </a:cubicBezTo>
                  <a:cubicBezTo>
                    <a:pt x="292735" y="746125"/>
                    <a:pt x="264160" y="747395"/>
                    <a:pt x="240030" y="769620"/>
                  </a:cubicBezTo>
                  <a:cubicBezTo>
                    <a:pt x="215900" y="791845"/>
                    <a:pt x="191135" y="808355"/>
                    <a:pt x="182880" y="834390"/>
                  </a:cubicBezTo>
                  <a:cubicBezTo>
                    <a:pt x="174625" y="860425"/>
                    <a:pt x="194945" y="873125"/>
                    <a:pt x="198120" y="899160"/>
                  </a:cubicBezTo>
                  <a:cubicBezTo>
                    <a:pt x="201295" y="925195"/>
                    <a:pt x="185420" y="940435"/>
                    <a:pt x="198120" y="963930"/>
                  </a:cubicBezTo>
                  <a:cubicBezTo>
                    <a:pt x="210820" y="987425"/>
                    <a:pt x="236855" y="994410"/>
                    <a:pt x="262890" y="1017270"/>
                  </a:cubicBezTo>
                  <a:cubicBezTo>
                    <a:pt x="288925" y="1040130"/>
                    <a:pt x="301625" y="1055370"/>
                    <a:pt x="327660" y="1078230"/>
                  </a:cubicBezTo>
                  <a:cubicBezTo>
                    <a:pt x="353695" y="1101090"/>
                    <a:pt x="370205" y="1108075"/>
                    <a:pt x="392430" y="1131570"/>
                  </a:cubicBezTo>
                  <a:cubicBezTo>
                    <a:pt x="414655" y="1155065"/>
                    <a:pt x="415925" y="1170940"/>
                    <a:pt x="438150" y="1196340"/>
                  </a:cubicBezTo>
                  <a:cubicBezTo>
                    <a:pt x="460375" y="1221740"/>
                    <a:pt x="476885" y="1246505"/>
                    <a:pt x="502920" y="1257300"/>
                  </a:cubicBezTo>
                  <a:cubicBezTo>
                    <a:pt x="528955" y="1268095"/>
                    <a:pt x="541655" y="1254125"/>
                    <a:pt x="567690" y="1249680"/>
                  </a:cubicBezTo>
                  <a:cubicBezTo>
                    <a:pt x="593725" y="1245235"/>
                    <a:pt x="606425" y="1225550"/>
                    <a:pt x="632460" y="1234440"/>
                  </a:cubicBezTo>
                  <a:cubicBezTo>
                    <a:pt x="658495" y="1243330"/>
                    <a:pt x="673735" y="1270000"/>
                    <a:pt x="697230" y="1295400"/>
                  </a:cubicBezTo>
                  <a:cubicBezTo>
                    <a:pt x="720725" y="1320800"/>
                    <a:pt x="727075" y="1337945"/>
                    <a:pt x="750570" y="1360170"/>
                  </a:cubicBezTo>
                  <a:cubicBezTo>
                    <a:pt x="774065" y="1382395"/>
                    <a:pt x="789305" y="1386840"/>
                    <a:pt x="815340" y="1405890"/>
                  </a:cubicBezTo>
                  <a:cubicBezTo>
                    <a:pt x="841375" y="1424940"/>
                    <a:pt x="854075" y="1436370"/>
                    <a:pt x="880110" y="1455420"/>
                  </a:cubicBezTo>
                  <a:cubicBezTo>
                    <a:pt x="906145" y="1474470"/>
                    <a:pt x="918845" y="1481455"/>
                    <a:pt x="944880" y="1501140"/>
                  </a:cubicBezTo>
                  <a:cubicBezTo>
                    <a:pt x="970915" y="1520825"/>
                    <a:pt x="983615" y="1532890"/>
                    <a:pt x="1009650" y="1554480"/>
                  </a:cubicBezTo>
                  <a:cubicBezTo>
                    <a:pt x="1035685" y="1576070"/>
                    <a:pt x="1047750" y="1589405"/>
                    <a:pt x="1074420" y="1607820"/>
                  </a:cubicBezTo>
                  <a:cubicBezTo>
                    <a:pt x="1101090" y="1626235"/>
                    <a:pt x="1116330" y="1633220"/>
                    <a:pt x="1143000" y="1645920"/>
                  </a:cubicBezTo>
                  <a:cubicBezTo>
                    <a:pt x="1169670" y="1658620"/>
                    <a:pt x="1181735" y="1664335"/>
                    <a:pt x="1207770" y="1672590"/>
                  </a:cubicBezTo>
                  <a:cubicBezTo>
                    <a:pt x="1233805" y="1680845"/>
                    <a:pt x="1246505" y="1673225"/>
                    <a:pt x="1272540" y="1687830"/>
                  </a:cubicBezTo>
                  <a:cubicBezTo>
                    <a:pt x="1298575" y="1702435"/>
                    <a:pt x="1311275" y="1728470"/>
                    <a:pt x="1337310" y="1744980"/>
                  </a:cubicBezTo>
                  <a:cubicBezTo>
                    <a:pt x="1363345" y="1761490"/>
                    <a:pt x="1376045" y="1765300"/>
                    <a:pt x="1402080" y="1771650"/>
                  </a:cubicBezTo>
                  <a:cubicBezTo>
                    <a:pt x="1428115" y="1778000"/>
                    <a:pt x="1440815" y="1772920"/>
                    <a:pt x="1466850" y="1775460"/>
                  </a:cubicBezTo>
                  <a:cubicBezTo>
                    <a:pt x="1492885" y="1778000"/>
                    <a:pt x="1505585" y="1780540"/>
                    <a:pt x="1531620" y="1783080"/>
                  </a:cubicBezTo>
                  <a:cubicBezTo>
                    <a:pt x="1557655" y="1785620"/>
                    <a:pt x="1570990" y="1772920"/>
                    <a:pt x="1596390" y="1786890"/>
                  </a:cubicBezTo>
                  <a:cubicBezTo>
                    <a:pt x="1621790" y="1800860"/>
                    <a:pt x="1645285" y="1825625"/>
                    <a:pt x="1657350" y="1851660"/>
                  </a:cubicBezTo>
                  <a:cubicBezTo>
                    <a:pt x="1669415" y="1877695"/>
                    <a:pt x="1644650" y="1905635"/>
                    <a:pt x="1657350" y="1916430"/>
                  </a:cubicBezTo>
                  <a:cubicBezTo>
                    <a:pt x="1670050" y="1927225"/>
                    <a:pt x="1709420" y="1920240"/>
                    <a:pt x="1722120" y="1905000"/>
                  </a:cubicBezTo>
                  <a:cubicBezTo>
                    <a:pt x="1734820" y="1889760"/>
                    <a:pt x="1709420" y="1863725"/>
                    <a:pt x="1722120" y="1840230"/>
                  </a:cubicBezTo>
                  <a:cubicBezTo>
                    <a:pt x="1734820" y="1816735"/>
                    <a:pt x="1760855" y="1797685"/>
                    <a:pt x="1786890" y="1786890"/>
                  </a:cubicBezTo>
                  <a:cubicBezTo>
                    <a:pt x="1812925" y="1776095"/>
                    <a:pt x="1825625" y="1786255"/>
                    <a:pt x="1851660" y="1786890"/>
                  </a:cubicBezTo>
                  <a:cubicBezTo>
                    <a:pt x="1877695" y="1787525"/>
                    <a:pt x="1890395" y="1779905"/>
                    <a:pt x="1916430" y="1790700"/>
                  </a:cubicBezTo>
                  <a:cubicBezTo>
                    <a:pt x="1942465" y="1801495"/>
                    <a:pt x="1955165" y="1821180"/>
                    <a:pt x="1981200" y="1840230"/>
                  </a:cubicBezTo>
                  <a:cubicBezTo>
                    <a:pt x="2007235" y="1859280"/>
                    <a:pt x="2019935" y="1867535"/>
                    <a:pt x="2045970" y="1885950"/>
                  </a:cubicBezTo>
                  <a:cubicBezTo>
                    <a:pt x="2072005" y="1904365"/>
                    <a:pt x="2084705" y="1910080"/>
                    <a:pt x="2110740" y="1931670"/>
                  </a:cubicBezTo>
                  <a:cubicBezTo>
                    <a:pt x="2136775" y="1953260"/>
                    <a:pt x="2149475" y="1979930"/>
                    <a:pt x="2175510" y="1992630"/>
                  </a:cubicBezTo>
                  <a:cubicBezTo>
                    <a:pt x="2201545" y="2005330"/>
                    <a:pt x="2214245" y="1991995"/>
                    <a:pt x="2240280" y="1996440"/>
                  </a:cubicBezTo>
                  <a:cubicBezTo>
                    <a:pt x="2266315" y="2000885"/>
                    <a:pt x="2279015" y="2016125"/>
                    <a:pt x="2305050" y="2015490"/>
                  </a:cubicBezTo>
                  <a:cubicBezTo>
                    <a:pt x="2331085" y="2014855"/>
                    <a:pt x="2358390" y="1997710"/>
                    <a:pt x="2369820" y="199263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6285" y="7782"/>
              <a:ext cx="4932" cy="2188"/>
            </a:xfrm>
            <a:custGeom>
              <a:avLst/>
              <a:gdLst>
                <a:gd name="connisteX0" fmla="*/ 0 w 3131820"/>
                <a:gd name="connsiteY0" fmla="*/ 242600 h 1389525"/>
                <a:gd name="connisteX1" fmla="*/ 64770 w 3131820"/>
                <a:gd name="connsiteY1" fmla="*/ 219740 h 1389525"/>
                <a:gd name="connisteX2" fmla="*/ 129540 w 3131820"/>
                <a:gd name="connsiteY2" fmla="*/ 193070 h 1389525"/>
                <a:gd name="connisteX3" fmla="*/ 194310 w 3131820"/>
                <a:gd name="connsiteY3" fmla="*/ 154970 h 1389525"/>
                <a:gd name="connisteX4" fmla="*/ 262890 w 3131820"/>
                <a:gd name="connsiteY4" fmla="*/ 97820 h 1389525"/>
                <a:gd name="connisteX5" fmla="*/ 327660 w 3131820"/>
                <a:gd name="connsiteY5" fmla="*/ 59720 h 1389525"/>
                <a:gd name="connisteX6" fmla="*/ 392430 w 3131820"/>
                <a:gd name="connsiteY6" fmla="*/ 29240 h 1389525"/>
                <a:gd name="connisteX7" fmla="*/ 457200 w 3131820"/>
                <a:gd name="connsiteY7" fmla="*/ 29240 h 1389525"/>
                <a:gd name="connisteX8" fmla="*/ 521970 w 3131820"/>
                <a:gd name="connsiteY8" fmla="*/ 44480 h 1389525"/>
                <a:gd name="connisteX9" fmla="*/ 586740 w 3131820"/>
                <a:gd name="connsiteY9" fmla="*/ 97820 h 1389525"/>
                <a:gd name="connisteX10" fmla="*/ 651510 w 3131820"/>
                <a:gd name="connsiteY10" fmla="*/ 67340 h 1389525"/>
                <a:gd name="connisteX11" fmla="*/ 689610 w 3131820"/>
                <a:gd name="connsiteY11" fmla="*/ 2570 h 1389525"/>
                <a:gd name="connisteX12" fmla="*/ 754380 w 3131820"/>
                <a:gd name="connsiteY12" fmla="*/ 25430 h 1389525"/>
                <a:gd name="connisteX13" fmla="*/ 781050 w 3131820"/>
                <a:gd name="connsiteY13" fmla="*/ 94010 h 1389525"/>
                <a:gd name="connisteX14" fmla="*/ 792480 w 3131820"/>
                <a:gd name="connsiteY14" fmla="*/ 158780 h 1389525"/>
                <a:gd name="connisteX15" fmla="*/ 830580 w 3131820"/>
                <a:gd name="connsiteY15" fmla="*/ 223550 h 1389525"/>
                <a:gd name="connisteX16" fmla="*/ 845820 w 3131820"/>
                <a:gd name="connsiteY16" fmla="*/ 288320 h 1389525"/>
                <a:gd name="connisteX17" fmla="*/ 853440 w 3131820"/>
                <a:gd name="connsiteY17" fmla="*/ 353090 h 1389525"/>
                <a:gd name="connisteX18" fmla="*/ 826770 w 3131820"/>
                <a:gd name="connsiteY18" fmla="*/ 417860 h 1389525"/>
                <a:gd name="connisteX19" fmla="*/ 800100 w 3131820"/>
                <a:gd name="connsiteY19" fmla="*/ 482630 h 1389525"/>
                <a:gd name="connisteX20" fmla="*/ 742950 w 3131820"/>
                <a:gd name="connsiteY20" fmla="*/ 547400 h 1389525"/>
                <a:gd name="connisteX21" fmla="*/ 678180 w 3131820"/>
                <a:gd name="connsiteY21" fmla="*/ 596930 h 1389525"/>
                <a:gd name="connisteX22" fmla="*/ 659130 w 3131820"/>
                <a:gd name="connsiteY22" fmla="*/ 661700 h 1389525"/>
                <a:gd name="connisteX23" fmla="*/ 659130 w 3131820"/>
                <a:gd name="connsiteY23" fmla="*/ 726470 h 1389525"/>
                <a:gd name="connisteX24" fmla="*/ 727710 w 3131820"/>
                <a:gd name="connsiteY24" fmla="*/ 768380 h 1389525"/>
                <a:gd name="connisteX25" fmla="*/ 792480 w 3131820"/>
                <a:gd name="connsiteY25" fmla="*/ 768380 h 1389525"/>
                <a:gd name="connisteX26" fmla="*/ 845820 w 3131820"/>
                <a:gd name="connsiteY26" fmla="*/ 833150 h 1389525"/>
                <a:gd name="connisteX27" fmla="*/ 861060 w 3131820"/>
                <a:gd name="connsiteY27" fmla="*/ 897920 h 1389525"/>
                <a:gd name="connisteX28" fmla="*/ 906780 w 3131820"/>
                <a:gd name="connsiteY28" fmla="*/ 962690 h 1389525"/>
                <a:gd name="connisteX29" fmla="*/ 971550 w 3131820"/>
                <a:gd name="connsiteY29" fmla="*/ 962690 h 1389525"/>
                <a:gd name="connisteX30" fmla="*/ 982980 w 3131820"/>
                <a:gd name="connsiteY30" fmla="*/ 1031270 h 1389525"/>
                <a:gd name="connisteX31" fmla="*/ 941070 w 3131820"/>
                <a:gd name="connsiteY31" fmla="*/ 1096040 h 1389525"/>
                <a:gd name="connisteX32" fmla="*/ 998220 w 3131820"/>
                <a:gd name="connsiteY32" fmla="*/ 1160810 h 1389525"/>
                <a:gd name="connisteX33" fmla="*/ 1062990 w 3131820"/>
                <a:gd name="connsiteY33" fmla="*/ 1176050 h 1389525"/>
                <a:gd name="connisteX34" fmla="*/ 1127760 w 3131820"/>
                <a:gd name="connsiteY34" fmla="*/ 1217960 h 1389525"/>
                <a:gd name="connisteX35" fmla="*/ 1192530 w 3131820"/>
                <a:gd name="connsiteY35" fmla="*/ 1256060 h 1389525"/>
                <a:gd name="connisteX36" fmla="*/ 1257300 w 3131820"/>
                <a:gd name="connsiteY36" fmla="*/ 1256060 h 1389525"/>
                <a:gd name="connisteX37" fmla="*/ 1322070 w 3131820"/>
                <a:gd name="connsiteY37" fmla="*/ 1275110 h 1389525"/>
                <a:gd name="connisteX38" fmla="*/ 1356360 w 3131820"/>
                <a:gd name="connsiteY38" fmla="*/ 1210340 h 1389525"/>
                <a:gd name="connisteX39" fmla="*/ 1356360 w 3131820"/>
                <a:gd name="connsiteY39" fmla="*/ 1145570 h 1389525"/>
                <a:gd name="connisteX40" fmla="*/ 1341120 w 3131820"/>
                <a:gd name="connsiteY40" fmla="*/ 1080800 h 1389525"/>
                <a:gd name="connisteX41" fmla="*/ 1405890 w 3131820"/>
                <a:gd name="connsiteY41" fmla="*/ 1073180 h 1389525"/>
                <a:gd name="connisteX42" fmla="*/ 1470660 w 3131820"/>
                <a:gd name="connsiteY42" fmla="*/ 1061750 h 1389525"/>
                <a:gd name="connisteX43" fmla="*/ 1535430 w 3131820"/>
                <a:gd name="connsiteY43" fmla="*/ 1027460 h 1389525"/>
                <a:gd name="connisteX44" fmla="*/ 1600200 w 3131820"/>
                <a:gd name="connsiteY44" fmla="*/ 1038890 h 1389525"/>
                <a:gd name="connisteX45" fmla="*/ 1664970 w 3131820"/>
                <a:gd name="connsiteY45" fmla="*/ 1069370 h 1389525"/>
                <a:gd name="connisteX46" fmla="*/ 1729740 w 3131820"/>
                <a:gd name="connsiteY46" fmla="*/ 1076990 h 1389525"/>
                <a:gd name="connisteX47" fmla="*/ 1794510 w 3131820"/>
                <a:gd name="connsiteY47" fmla="*/ 1035080 h 1389525"/>
                <a:gd name="connisteX48" fmla="*/ 1859280 w 3131820"/>
                <a:gd name="connsiteY48" fmla="*/ 974120 h 1389525"/>
                <a:gd name="connisteX49" fmla="*/ 1924050 w 3131820"/>
                <a:gd name="connsiteY49" fmla="*/ 939830 h 1389525"/>
                <a:gd name="connisteX50" fmla="*/ 1988820 w 3131820"/>
                <a:gd name="connsiteY50" fmla="*/ 958880 h 1389525"/>
                <a:gd name="connisteX51" fmla="*/ 2053590 w 3131820"/>
                <a:gd name="connsiteY51" fmla="*/ 974120 h 1389525"/>
                <a:gd name="connisteX52" fmla="*/ 2118360 w 3131820"/>
                <a:gd name="connsiteY52" fmla="*/ 985550 h 1389525"/>
                <a:gd name="connisteX53" fmla="*/ 2183130 w 3131820"/>
                <a:gd name="connsiteY53" fmla="*/ 1046510 h 1389525"/>
                <a:gd name="connisteX54" fmla="*/ 2194560 w 3131820"/>
                <a:gd name="connsiteY54" fmla="*/ 1111280 h 1389525"/>
                <a:gd name="connisteX55" fmla="*/ 2232660 w 3131820"/>
                <a:gd name="connsiteY55" fmla="*/ 1176050 h 1389525"/>
                <a:gd name="connisteX56" fmla="*/ 2297430 w 3131820"/>
                <a:gd name="connsiteY56" fmla="*/ 1179860 h 1389525"/>
                <a:gd name="connisteX57" fmla="*/ 2362200 w 3131820"/>
                <a:gd name="connsiteY57" fmla="*/ 1187480 h 1389525"/>
                <a:gd name="connisteX58" fmla="*/ 2426970 w 3131820"/>
                <a:gd name="connsiteY58" fmla="*/ 1198910 h 1389525"/>
                <a:gd name="connisteX59" fmla="*/ 2491740 w 3131820"/>
                <a:gd name="connsiteY59" fmla="*/ 1195100 h 1389525"/>
                <a:gd name="connisteX60" fmla="*/ 2560320 w 3131820"/>
                <a:gd name="connsiteY60" fmla="*/ 1202720 h 1389525"/>
                <a:gd name="connisteX61" fmla="*/ 2625090 w 3131820"/>
                <a:gd name="connsiteY61" fmla="*/ 1214150 h 1389525"/>
                <a:gd name="connisteX62" fmla="*/ 2682240 w 3131820"/>
                <a:gd name="connsiteY62" fmla="*/ 1278920 h 1389525"/>
                <a:gd name="connisteX63" fmla="*/ 2674620 w 3131820"/>
                <a:gd name="connsiteY63" fmla="*/ 1343690 h 1389525"/>
                <a:gd name="connisteX64" fmla="*/ 2743200 w 3131820"/>
                <a:gd name="connsiteY64" fmla="*/ 1381790 h 1389525"/>
                <a:gd name="connisteX65" fmla="*/ 2807970 w 3131820"/>
                <a:gd name="connsiteY65" fmla="*/ 1381790 h 1389525"/>
                <a:gd name="connisteX66" fmla="*/ 2807970 w 3131820"/>
                <a:gd name="connsiteY66" fmla="*/ 1317020 h 1389525"/>
                <a:gd name="connisteX67" fmla="*/ 2807970 w 3131820"/>
                <a:gd name="connsiteY67" fmla="*/ 1248440 h 1389525"/>
                <a:gd name="connisteX68" fmla="*/ 2872740 w 3131820"/>
                <a:gd name="connsiteY68" fmla="*/ 1244630 h 1389525"/>
                <a:gd name="connisteX69" fmla="*/ 2937510 w 3131820"/>
                <a:gd name="connsiteY69" fmla="*/ 1210340 h 1389525"/>
                <a:gd name="connisteX70" fmla="*/ 3002280 w 3131820"/>
                <a:gd name="connsiteY70" fmla="*/ 1164620 h 1389525"/>
                <a:gd name="connisteX71" fmla="*/ 3067050 w 3131820"/>
                <a:gd name="connsiteY71" fmla="*/ 1137950 h 1389525"/>
                <a:gd name="connisteX72" fmla="*/ 3131820 w 3131820"/>
                <a:gd name="connsiteY72" fmla="*/ 1126520 h 1389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  <a:cxn ang="0">
                  <a:pos x="connisteX62" y="connsiteY62"/>
                </a:cxn>
                <a:cxn ang="0">
                  <a:pos x="connisteX63" y="connsiteY63"/>
                </a:cxn>
                <a:cxn ang="0">
                  <a:pos x="connisteX64" y="connsiteY64"/>
                </a:cxn>
                <a:cxn ang="0">
                  <a:pos x="connisteX65" y="connsiteY65"/>
                </a:cxn>
                <a:cxn ang="0">
                  <a:pos x="connisteX66" y="connsiteY66"/>
                </a:cxn>
                <a:cxn ang="0">
                  <a:pos x="connisteX67" y="connsiteY67"/>
                </a:cxn>
                <a:cxn ang="0">
                  <a:pos x="connisteX68" y="connsiteY68"/>
                </a:cxn>
                <a:cxn ang="0">
                  <a:pos x="connisteX69" y="connsiteY69"/>
                </a:cxn>
                <a:cxn ang="0">
                  <a:pos x="connisteX70" y="connsiteY70"/>
                </a:cxn>
                <a:cxn ang="0">
                  <a:pos x="connisteX71" y="connsiteY71"/>
                </a:cxn>
                <a:cxn ang="0">
                  <a:pos x="connisteX72" y="connsiteY72"/>
                </a:cxn>
              </a:cxnLst>
              <a:rect l="l" t="t" r="r" b="b"/>
              <a:pathLst>
                <a:path w="3131820" h="1389526">
                  <a:moveTo>
                    <a:pt x="0" y="242600"/>
                  </a:moveTo>
                  <a:cubicBezTo>
                    <a:pt x="11430" y="238790"/>
                    <a:pt x="38735" y="229900"/>
                    <a:pt x="64770" y="219740"/>
                  </a:cubicBezTo>
                  <a:cubicBezTo>
                    <a:pt x="90805" y="209580"/>
                    <a:pt x="103505" y="205770"/>
                    <a:pt x="129540" y="193070"/>
                  </a:cubicBezTo>
                  <a:cubicBezTo>
                    <a:pt x="155575" y="180370"/>
                    <a:pt x="167640" y="174020"/>
                    <a:pt x="194310" y="154970"/>
                  </a:cubicBezTo>
                  <a:cubicBezTo>
                    <a:pt x="220980" y="135920"/>
                    <a:pt x="236220" y="116870"/>
                    <a:pt x="262890" y="97820"/>
                  </a:cubicBezTo>
                  <a:cubicBezTo>
                    <a:pt x="289560" y="78770"/>
                    <a:pt x="301625" y="73690"/>
                    <a:pt x="327660" y="59720"/>
                  </a:cubicBezTo>
                  <a:cubicBezTo>
                    <a:pt x="353695" y="45750"/>
                    <a:pt x="366395" y="35590"/>
                    <a:pt x="392430" y="29240"/>
                  </a:cubicBezTo>
                  <a:cubicBezTo>
                    <a:pt x="418465" y="22890"/>
                    <a:pt x="431165" y="26065"/>
                    <a:pt x="457200" y="29240"/>
                  </a:cubicBezTo>
                  <a:cubicBezTo>
                    <a:pt x="483235" y="32415"/>
                    <a:pt x="495935" y="30510"/>
                    <a:pt x="521970" y="44480"/>
                  </a:cubicBezTo>
                  <a:cubicBezTo>
                    <a:pt x="548005" y="58450"/>
                    <a:pt x="560705" y="93375"/>
                    <a:pt x="586740" y="97820"/>
                  </a:cubicBezTo>
                  <a:cubicBezTo>
                    <a:pt x="612775" y="102265"/>
                    <a:pt x="631190" y="86390"/>
                    <a:pt x="651510" y="67340"/>
                  </a:cubicBezTo>
                  <a:cubicBezTo>
                    <a:pt x="671830" y="48290"/>
                    <a:pt x="669290" y="10825"/>
                    <a:pt x="689610" y="2570"/>
                  </a:cubicBezTo>
                  <a:cubicBezTo>
                    <a:pt x="709930" y="-5685"/>
                    <a:pt x="735965" y="7015"/>
                    <a:pt x="754380" y="25430"/>
                  </a:cubicBezTo>
                  <a:cubicBezTo>
                    <a:pt x="772795" y="43845"/>
                    <a:pt x="773430" y="67340"/>
                    <a:pt x="781050" y="94010"/>
                  </a:cubicBezTo>
                  <a:cubicBezTo>
                    <a:pt x="788670" y="120680"/>
                    <a:pt x="782320" y="132745"/>
                    <a:pt x="792480" y="158780"/>
                  </a:cubicBezTo>
                  <a:cubicBezTo>
                    <a:pt x="802640" y="184815"/>
                    <a:pt x="819785" y="197515"/>
                    <a:pt x="830580" y="223550"/>
                  </a:cubicBezTo>
                  <a:cubicBezTo>
                    <a:pt x="841375" y="249585"/>
                    <a:pt x="841375" y="262285"/>
                    <a:pt x="845820" y="288320"/>
                  </a:cubicBezTo>
                  <a:cubicBezTo>
                    <a:pt x="850265" y="314355"/>
                    <a:pt x="857250" y="327055"/>
                    <a:pt x="853440" y="353090"/>
                  </a:cubicBezTo>
                  <a:cubicBezTo>
                    <a:pt x="849630" y="379125"/>
                    <a:pt x="837565" y="391825"/>
                    <a:pt x="826770" y="417860"/>
                  </a:cubicBezTo>
                  <a:cubicBezTo>
                    <a:pt x="815975" y="443895"/>
                    <a:pt x="816610" y="456595"/>
                    <a:pt x="800100" y="482630"/>
                  </a:cubicBezTo>
                  <a:cubicBezTo>
                    <a:pt x="783590" y="508665"/>
                    <a:pt x="767080" y="524540"/>
                    <a:pt x="742950" y="547400"/>
                  </a:cubicBezTo>
                  <a:cubicBezTo>
                    <a:pt x="718820" y="570260"/>
                    <a:pt x="694690" y="574070"/>
                    <a:pt x="678180" y="596930"/>
                  </a:cubicBezTo>
                  <a:cubicBezTo>
                    <a:pt x="661670" y="619790"/>
                    <a:pt x="662940" y="635665"/>
                    <a:pt x="659130" y="661700"/>
                  </a:cubicBezTo>
                  <a:cubicBezTo>
                    <a:pt x="655320" y="687735"/>
                    <a:pt x="645160" y="704880"/>
                    <a:pt x="659130" y="726470"/>
                  </a:cubicBezTo>
                  <a:cubicBezTo>
                    <a:pt x="673100" y="748060"/>
                    <a:pt x="701040" y="760125"/>
                    <a:pt x="727710" y="768380"/>
                  </a:cubicBezTo>
                  <a:cubicBezTo>
                    <a:pt x="754380" y="776635"/>
                    <a:pt x="768985" y="755680"/>
                    <a:pt x="792480" y="768380"/>
                  </a:cubicBezTo>
                  <a:cubicBezTo>
                    <a:pt x="815975" y="781080"/>
                    <a:pt x="831850" y="807115"/>
                    <a:pt x="845820" y="833150"/>
                  </a:cubicBezTo>
                  <a:cubicBezTo>
                    <a:pt x="859790" y="859185"/>
                    <a:pt x="848995" y="871885"/>
                    <a:pt x="861060" y="897920"/>
                  </a:cubicBezTo>
                  <a:cubicBezTo>
                    <a:pt x="873125" y="923955"/>
                    <a:pt x="884555" y="949990"/>
                    <a:pt x="906780" y="962690"/>
                  </a:cubicBezTo>
                  <a:cubicBezTo>
                    <a:pt x="929005" y="975390"/>
                    <a:pt x="956310" y="948720"/>
                    <a:pt x="971550" y="962690"/>
                  </a:cubicBezTo>
                  <a:cubicBezTo>
                    <a:pt x="986790" y="976660"/>
                    <a:pt x="989330" y="1004600"/>
                    <a:pt x="982980" y="1031270"/>
                  </a:cubicBezTo>
                  <a:cubicBezTo>
                    <a:pt x="976630" y="1057940"/>
                    <a:pt x="937895" y="1070005"/>
                    <a:pt x="941070" y="1096040"/>
                  </a:cubicBezTo>
                  <a:cubicBezTo>
                    <a:pt x="944245" y="1122075"/>
                    <a:pt x="974090" y="1144935"/>
                    <a:pt x="998220" y="1160810"/>
                  </a:cubicBezTo>
                  <a:cubicBezTo>
                    <a:pt x="1022350" y="1176685"/>
                    <a:pt x="1036955" y="1164620"/>
                    <a:pt x="1062990" y="1176050"/>
                  </a:cubicBezTo>
                  <a:cubicBezTo>
                    <a:pt x="1089025" y="1187480"/>
                    <a:pt x="1101725" y="1202085"/>
                    <a:pt x="1127760" y="1217960"/>
                  </a:cubicBezTo>
                  <a:cubicBezTo>
                    <a:pt x="1153795" y="1233835"/>
                    <a:pt x="1166495" y="1248440"/>
                    <a:pt x="1192530" y="1256060"/>
                  </a:cubicBezTo>
                  <a:cubicBezTo>
                    <a:pt x="1218565" y="1263680"/>
                    <a:pt x="1231265" y="1252250"/>
                    <a:pt x="1257300" y="1256060"/>
                  </a:cubicBezTo>
                  <a:cubicBezTo>
                    <a:pt x="1283335" y="1259870"/>
                    <a:pt x="1302385" y="1284000"/>
                    <a:pt x="1322070" y="1275110"/>
                  </a:cubicBezTo>
                  <a:cubicBezTo>
                    <a:pt x="1341755" y="1266220"/>
                    <a:pt x="1349375" y="1236375"/>
                    <a:pt x="1356360" y="1210340"/>
                  </a:cubicBezTo>
                  <a:cubicBezTo>
                    <a:pt x="1363345" y="1184305"/>
                    <a:pt x="1359535" y="1171605"/>
                    <a:pt x="1356360" y="1145570"/>
                  </a:cubicBezTo>
                  <a:cubicBezTo>
                    <a:pt x="1353185" y="1119535"/>
                    <a:pt x="1330960" y="1095405"/>
                    <a:pt x="1341120" y="1080800"/>
                  </a:cubicBezTo>
                  <a:cubicBezTo>
                    <a:pt x="1351280" y="1066195"/>
                    <a:pt x="1379855" y="1076990"/>
                    <a:pt x="1405890" y="1073180"/>
                  </a:cubicBezTo>
                  <a:cubicBezTo>
                    <a:pt x="1431925" y="1069370"/>
                    <a:pt x="1444625" y="1070640"/>
                    <a:pt x="1470660" y="1061750"/>
                  </a:cubicBezTo>
                  <a:cubicBezTo>
                    <a:pt x="1496695" y="1052860"/>
                    <a:pt x="1509395" y="1031905"/>
                    <a:pt x="1535430" y="1027460"/>
                  </a:cubicBezTo>
                  <a:cubicBezTo>
                    <a:pt x="1561465" y="1023015"/>
                    <a:pt x="1574165" y="1030635"/>
                    <a:pt x="1600200" y="1038890"/>
                  </a:cubicBezTo>
                  <a:cubicBezTo>
                    <a:pt x="1626235" y="1047145"/>
                    <a:pt x="1638935" y="1061750"/>
                    <a:pt x="1664970" y="1069370"/>
                  </a:cubicBezTo>
                  <a:cubicBezTo>
                    <a:pt x="1691005" y="1076990"/>
                    <a:pt x="1703705" y="1083975"/>
                    <a:pt x="1729740" y="1076990"/>
                  </a:cubicBezTo>
                  <a:cubicBezTo>
                    <a:pt x="1755775" y="1070005"/>
                    <a:pt x="1768475" y="1055400"/>
                    <a:pt x="1794510" y="1035080"/>
                  </a:cubicBezTo>
                  <a:cubicBezTo>
                    <a:pt x="1820545" y="1014760"/>
                    <a:pt x="1833245" y="993170"/>
                    <a:pt x="1859280" y="974120"/>
                  </a:cubicBezTo>
                  <a:cubicBezTo>
                    <a:pt x="1885315" y="955070"/>
                    <a:pt x="1898015" y="943005"/>
                    <a:pt x="1924050" y="939830"/>
                  </a:cubicBezTo>
                  <a:cubicBezTo>
                    <a:pt x="1950085" y="936655"/>
                    <a:pt x="1962785" y="951895"/>
                    <a:pt x="1988820" y="958880"/>
                  </a:cubicBezTo>
                  <a:cubicBezTo>
                    <a:pt x="2014855" y="965865"/>
                    <a:pt x="2027555" y="969040"/>
                    <a:pt x="2053590" y="974120"/>
                  </a:cubicBezTo>
                  <a:cubicBezTo>
                    <a:pt x="2079625" y="979200"/>
                    <a:pt x="2092325" y="970945"/>
                    <a:pt x="2118360" y="985550"/>
                  </a:cubicBezTo>
                  <a:cubicBezTo>
                    <a:pt x="2144395" y="1000155"/>
                    <a:pt x="2167890" y="1021110"/>
                    <a:pt x="2183130" y="1046510"/>
                  </a:cubicBezTo>
                  <a:cubicBezTo>
                    <a:pt x="2198370" y="1071910"/>
                    <a:pt x="2184400" y="1085245"/>
                    <a:pt x="2194560" y="1111280"/>
                  </a:cubicBezTo>
                  <a:cubicBezTo>
                    <a:pt x="2204720" y="1137315"/>
                    <a:pt x="2212340" y="1162080"/>
                    <a:pt x="2232660" y="1176050"/>
                  </a:cubicBezTo>
                  <a:cubicBezTo>
                    <a:pt x="2252980" y="1190020"/>
                    <a:pt x="2271395" y="1177320"/>
                    <a:pt x="2297430" y="1179860"/>
                  </a:cubicBezTo>
                  <a:cubicBezTo>
                    <a:pt x="2323465" y="1182400"/>
                    <a:pt x="2336165" y="1183670"/>
                    <a:pt x="2362200" y="1187480"/>
                  </a:cubicBezTo>
                  <a:cubicBezTo>
                    <a:pt x="2388235" y="1191290"/>
                    <a:pt x="2400935" y="1197640"/>
                    <a:pt x="2426970" y="1198910"/>
                  </a:cubicBezTo>
                  <a:cubicBezTo>
                    <a:pt x="2453005" y="1200180"/>
                    <a:pt x="2465070" y="1194465"/>
                    <a:pt x="2491740" y="1195100"/>
                  </a:cubicBezTo>
                  <a:cubicBezTo>
                    <a:pt x="2518410" y="1195735"/>
                    <a:pt x="2533650" y="1198910"/>
                    <a:pt x="2560320" y="1202720"/>
                  </a:cubicBezTo>
                  <a:cubicBezTo>
                    <a:pt x="2586990" y="1206530"/>
                    <a:pt x="2600960" y="1198910"/>
                    <a:pt x="2625090" y="1214150"/>
                  </a:cubicBezTo>
                  <a:cubicBezTo>
                    <a:pt x="2649220" y="1229390"/>
                    <a:pt x="2672080" y="1252885"/>
                    <a:pt x="2682240" y="1278920"/>
                  </a:cubicBezTo>
                  <a:cubicBezTo>
                    <a:pt x="2692400" y="1304955"/>
                    <a:pt x="2662555" y="1323370"/>
                    <a:pt x="2674620" y="1343690"/>
                  </a:cubicBezTo>
                  <a:cubicBezTo>
                    <a:pt x="2686685" y="1364010"/>
                    <a:pt x="2716530" y="1374170"/>
                    <a:pt x="2743200" y="1381790"/>
                  </a:cubicBezTo>
                  <a:cubicBezTo>
                    <a:pt x="2769870" y="1389410"/>
                    <a:pt x="2795270" y="1394490"/>
                    <a:pt x="2807970" y="1381790"/>
                  </a:cubicBezTo>
                  <a:cubicBezTo>
                    <a:pt x="2820670" y="1369090"/>
                    <a:pt x="2807970" y="1343690"/>
                    <a:pt x="2807970" y="1317020"/>
                  </a:cubicBezTo>
                  <a:cubicBezTo>
                    <a:pt x="2807970" y="1290350"/>
                    <a:pt x="2795270" y="1263045"/>
                    <a:pt x="2807970" y="1248440"/>
                  </a:cubicBezTo>
                  <a:cubicBezTo>
                    <a:pt x="2820670" y="1233835"/>
                    <a:pt x="2846705" y="1252250"/>
                    <a:pt x="2872740" y="1244630"/>
                  </a:cubicBezTo>
                  <a:cubicBezTo>
                    <a:pt x="2898775" y="1237010"/>
                    <a:pt x="2911475" y="1226215"/>
                    <a:pt x="2937510" y="1210340"/>
                  </a:cubicBezTo>
                  <a:cubicBezTo>
                    <a:pt x="2963545" y="1194465"/>
                    <a:pt x="2976245" y="1179225"/>
                    <a:pt x="3002280" y="1164620"/>
                  </a:cubicBezTo>
                  <a:cubicBezTo>
                    <a:pt x="3028315" y="1150015"/>
                    <a:pt x="3041015" y="1145570"/>
                    <a:pt x="3067050" y="1137950"/>
                  </a:cubicBezTo>
                  <a:cubicBezTo>
                    <a:pt x="3093085" y="1130330"/>
                    <a:pt x="3120390" y="1128425"/>
                    <a:pt x="3131820" y="11265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10310" y="10036"/>
              <a:ext cx="576" cy="513"/>
            </a:xfrm>
            <a:custGeom>
              <a:avLst/>
              <a:gdLst>
                <a:gd name="connisteX0" fmla="*/ 289436 w 365643"/>
                <a:gd name="connsiteY0" fmla="*/ 141 h 325825"/>
                <a:gd name="connisteX1" fmla="*/ 224666 w 365643"/>
                <a:gd name="connsiteY1" fmla="*/ 7761 h 325825"/>
                <a:gd name="connisteX2" fmla="*/ 159896 w 365643"/>
                <a:gd name="connsiteY2" fmla="*/ 26811 h 325825"/>
                <a:gd name="connisteX3" fmla="*/ 95126 w 365643"/>
                <a:gd name="connsiteY3" fmla="*/ 61101 h 325825"/>
                <a:gd name="connisteX4" fmla="*/ 41786 w 365643"/>
                <a:gd name="connsiteY4" fmla="*/ 125871 h 325825"/>
                <a:gd name="connisteX5" fmla="*/ 3686 w 365643"/>
                <a:gd name="connsiteY5" fmla="*/ 190641 h 325825"/>
                <a:gd name="connisteX6" fmla="*/ 3686 w 365643"/>
                <a:gd name="connsiteY6" fmla="*/ 255411 h 325825"/>
                <a:gd name="connisteX7" fmla="*/ 11306 w 365643"/>
                <a:gd name="connsiteY7" fmla="*/ 320181 h 325825"/>
                <a:gd name="connisteX8" fmla="*/ 76076 w 365643"/>
                <a:gd name="connsiteY8" fmla="*/ 320181 h 325825"/>
                <a:gd name="connisteX9" fmla="*/ 140846 w 365643"/>
                <a:gd name="connsiteY9" fmla="*/ 320181 h 325825"/>
                <a:gd name="connisteX10" fmla="*/ 205616 w 365643"/>
                <a:gd name="connsiteY10" fmla="*/ 320181 h 325825"/>
                <a:gd name="connisteX11" fmla="*/ 262766 w 365643"/>
                <a:gd name="connsiteY11" fmla="*/ 255411 h 325825"/>
                <a:gd name="connisteX12" fmla="*/ 274196 w 365643"/>
                <a:gd name="connsiteY12" fmla="*/ 186831 h 325825"/>
                <a:gd name="connisteX13" fmla="*/ 300866 w 365643"/>
                <a:gd name="connsiteY13" fmla="*/ 122061 h 325825"/>
                <a:gd name="connisteX14" fmla="*/ 365636 w 365643"/>
                <a:gd name="connsiteY14" fmla="*/ 76341 h 325825"/>
                <a:gd name="connisteX15" fmla="*/ 304676 w 365643"/>
                <a:gd name="connsiteY15" fmla="*/ 11571 h 325825"/>
                <a:gd name="connisteX16" fmla="*/ 289436 w 365643"/>
                <a:gd name="connsiteY16" fmla="*/ 141 h 3258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</a:cxnLst>
              <a:rect l="l" t="t" r="r" b="b"/>
              <a:pathLst>
                <a:path w="365643" h="325826">
                  <a:moveTo>
                    <a:pt x="289437" y="141"/>
                  </a:moveTo>
                  <a:cubicBezTo>
                    <a:pt x="273562" y="-494"/>
                    <a:pt x="250702" y="2681"/>
                    <a:pt x="224667" y="7761"/>
                  </a:cubicBezTo>
                  <a:cubicBezTo>
                    <a:pt x="198632" y="12841"/>
                    <a:pt x="185932" y="16016"/>
                    <a:pt x="159897" y="26811"/>
                  </a:cubicBezTo>
                  <a:cubicBezTo>
                    <a:pt x="133862" y="37606"/>
                    <a:pt x="118622" y="41416"/>
                    <a:pt x="95127" y="61101"/>
                  </a:cubicBezTo>
                  <a:cubicBezTo>
                    <a:pt x="71632" y="80786"/>
                    <a:pt x="60202" y="99836"/>
                    <a:pt x="41787" y="125871"/>
                  </a:cubicBezTo>
                  <a:cubicBezTo>
                    <a:pt x="23372" y="151906"/>
                    <a:pt x="11307" y="164606"/>
                    <a:pt x="3687" y="190641"/>
                  </a:cubicBezTo>
                  <a:cubicBezTo>
                    <a:pt x="-3933" y="216676"/>
                    <a:pt x="2417" y="229376"/>
                    <a:pt x="3687" y="255411"/>
                  </a:cubicBezTo>
                  <a:cubicBezTo>
                    <a:pt x="4957" y="281446"/>
                    <a:pt x="-3298" y="307481"/>
                    <a:pt x="11307" y="320181"/>
                  </a:cubicBezTo>
                  <a:cubicBezTo>
                    <a:pt x="25912" y="332881"/>
                    <a:pt x="50042" y="320181"/>
                    <a:pt x="76077" y="320181"/>
                  </a:cubicBezTo>
                  <a:cubicBezTo>
                    <a:pt x="102112" y="320181"/>
                    <a:pt x="114812" y="320181"/>
                    <a:pt x="140847" y="320181"/>
                  </a:cubicBezTo>
                  <a:cubicBezTo>
                    <a:pt x="166882" y="320181"/>
                    <a:pt x="181487" y="332881"/>
                    <a:pt x="205617" y="320181"/>
                  </a:cubicBezTo>
                  <a:cubicBezTo>
                    <a:pt x="229747" y="307481"/>
                    <a:pt x="248797" y="282081"/>
                    <a:pt x="262767" y="255411"/>
                  </a:cubicBezTo>
                  <a:cubicBezTo>
                    <a:pt x="276737" y="228741"/>
                    <a:pt x="266577" y="213501"/>
                    <a:pt x="274197" y="186831"/>
                  </a:cubicBezTo>
                  <a:cubicBezTo>
                    <a:pt x="281817" y="160161"/>
                    <a:pt x="282452" y="144286"/>
                    <a:pt x="300867" y="122061"/>
                  </a:cubicBezTo>
                  <a:cubicBezTo>
                    <a:pt x="319282" y="99836"/>
                    <a:pt x="365002" y="98566"/>
                    <a:pt x="365637" y="76341"/>
                  </a:cubicBezTo>
                  <a:cubicBezTo>
                    <a:pt x="366272" y="54116"/>
                    <a:pt x="319917" y="26811"/>
                    <a:pt x="304677" y="11571"/>
                  </a:cubicBezTo>
                  <a:cubicBezTo>
                    <a:pt x="289437" y="-3669"/>
                    <a:pt x="305312" y="776"/>
                    <a:pt x="289437" y="141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13093" y="8146"/>
              <a:ext cx="412" cy="1068"/>
            </a:xfrm>
            <a:custGeom>
              <a:avLst/>
              <a:gdLst>
                <a:gd name="connisteX0" fmla="*/ 202327 w 261392"/>
                <a:gd name="connsiteY0" fmla="*/ 7620 h 678186"/>
                <a:gd name="connisteX1" fmla="*/ 137557 w 261392"/>
                <a:gd name="connsiteY1" fmla="*/ 60960 h 678186"/>
                <a:gd name="connisteX2" fmla="*/ 84217 w 261392"/>
                <a:gd name="connsiteY2" fmla="*/ 125730 h 678186"/>
                <a:gd name="connisteX3" fmla="*/ 57547 w 261392"/>
                <a:gd name="connsiteY3" fmla="*/ 190500 h 678186"/>
                <a:gd name="connisteX4" fmla="*/ 38497 w 261392"/>
                <a:gd name="connsiteY4" fmla="*/ 255270 h 678186"/>
                <a:gd name="connisteX5" fmla="*/ 11827 w 261392"/>
                <a:gd name="connsiteY5" fmla="*/ 320040 h 678186"/>
                <a:gd name="connisteX6" fmla="*/ 397 w 261392"/>
                <a:gd name="connsiteY6" fmla="*/ 384810 h 678186"/>
                <a:gd name="connisteX7" fmla="*/ 4207 w 261392"/>
                <a:gd name="connsiteY7" fmla="*/ 449580 h 678186"/>
                <a:gd name="connisteX8" fmla="*/ 15637 w 261392"/>
                <a:gd name="connsiteY8" fmla="*/ 514350 h 678186"/>
                <a:gd name="connisteX9" fmla="*/ 53737 w 261392"/>
                <a:gd name="connsiteY9" fmla="*/ 579120 h 678186"/>
                <a:gd name="connisteX10" fmla="*/ 118507 w 261392"/>
                <a:gd name="connsiteY10" fmla="*/ 613410 h 678186"/>
                <a:gd name="connisteX11" fmla="*/ 137557 w 261392"/>
                <a:gd name="connsiteY11" fmla="*/ 678180 h 678186"/>
                <a:gd name="connisteX12" fmla="*/ 198517 w 261392"/>
                <a:gd name="connsiteY12" fmla="*/ 609600 h 678186"/>
                <a:gd name="connisteX13" fmla="*/ 198517 w 261392"/>
                <a:gd name="connsiteY13" fmla="*/ 544830 h 678186"/>
                <a:gd name="connisteX14" fmla="*/ 202327 w 261392"/>
                <a:gd name="connsiteY14" fmla="*/ 480060 h 678186"/>
                <a:gd name="connisteX15" fmla="*/ 221377 w 261392"/>
                <a:gd name="connsiteY15" fmla="*/ 415290 h 678186"/>
                <a:gd name="connisteX16" fmla="*/ 236617 w 261392"/>
                <a:gd name="connsiteY16" fmla="*/ 350520 h 678186"/>
                <a:gd name="connisteX17" fmla="*/ 248047 w 261392"/>
                <a:gd name="connsiteY17" fmla="*/ 285750 h 678186"/>
                <a:gd name="connisteX18" fmla="*/ 248047 w 261392"/>
                <a:gd name="connsiteY18" fmla="*/ 220980 h 678186"/>
                <a:gd name="connisteX19" fmla="*/ 248047 w 261392"/>
                <a:gd name="connsiteY19" fmla="*/ 156210 h 678186"/>
                <a:gd name="connisteX20" fmla="*/ 259477 w 261392"/>
                <a:gd name="connsiteY20" fmla="*/ 91440 h 678186"/>
                <a:gd name="connisteX21" fmla="*/ 251857 w 261392"/>
                <a:gd name="connsiteY21" fmla="*/ 26670 h 678186"/>
                <a:gd name="connisteX22" fmla="*/ 187087 w 261392"/>
                <a:gd name="connsiteY22" fmla="*/ 3810 h 678186"/>
                <a:gd name="connisteX23" fmla="*/ 202327 w 261392"/>
                <a:gd name="connsiteY23" fmla="*/ 7620 h 6781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</a:cxnLst>
              <a:rect l="l" t="t" r="r" b="b"/>
              <a:pathLst>
                <a:path w="261393" h="678187">
                  <a:moveTo>
                    <a:pt x="202328" y="7620"/>
                  </a:moveTo>
                  <a:cubicBezTo>
                    <a:pt x="192168" y="19050"/>
                    <a:pt x="161053" y="37465"/>
                    <a:pt x="137558" y="60960"/>
                  </a:cubicBezTo>
                  <a:cubicBezTo>
                    <a:pt x="114063" y="84455"/>
                    <a:pt x="100093" y="99695"/>
                    <a:pt x="84218" y="125730"/>
                  </a:cubicBezTo>
                  <a:cubicBezTo>
                    <a:pt x="68343" y="151765"/>
                    <a:pt x="66438" y="164465"/>
                    <a:pt x="57548" y="190500"/>
                  </a:cubicBezTo>
                  <a:cubicBezTo>
                    <a:pt x="48658" y="216535"/>
                    <a:pt x="47388" y="229235"/>
                    <a:pt x="38498" y="255270"/>
                  </a:cubicBezTo>
                  <a:cubicBezTo>
                    <a:pt x="29608" y="281305"/>
                    <a:pt x="19448" y="294005"/>
                    <a:pt x="11828" y="320040"/>
                  </a:cubicBezTo>
                  <a:cubicBezTo>
                    <a:pt x="4208" y="346075"/>
                    <a:pt x="1668" y="358775"/>
                    <a:pt x="398" y="384810"/>
                  </a:cubicBezTo>
                  <a:cubicBezTo>
                    <a:pt x="-872" y="410845"/>
                    <a:pt x="1033" y="423545"/>
                    <a:pt x="4208" y="449580"/>
                  </a:cubicBezTo>
                  <a:cubicBezTo>
                    <a:pt x="7383" y="475615"/>
                    <a:pt x="5478" y="488315"/>
                    <a:pt x="15638" y="514350"/>
                  </a:cubicBezTo>
                  <a:cubicBezTo>
                    <a:pt x="25798" y="540385"/>
                    <a:pt x="33418" y="559435"/>
                    <a:pt x="53738" y="579120"/>
                  </a:cubicBezTo>
                  <a:cubicBezTo>
                    <a:pt x="74058" y="598805"/>
                    <a:pt x="101998" y="593725"/>
                    <a:pt x="118508" y="613410"/>
                  </a:cubicBezTo>
                  <a:cubicBezTo>
                    <a:pt x="135018" y="633095"/>
                    <a:pt x="121683" y="678815"/>
                    <a:pt x="137558" y="678180"/>
                  </a:cubicBezTo>
                  <a:cubicBezTo>
                    <a:pt x="153433" y="677545"/>
                    <a:pt x="186453" y="636270"/>
                    <a:pt x="198518" y="609600"/>
                  </a:cubicBezTo>
                  <a:cubicBezTo>
                    <a:pt x="210583" y="582930"/>
                    <a:pt x="197883" y="570865"/>
                    <a:pt x="198518" y="544830"/>
                  </a:cubicBezTo>
                  <a:cubicBezTo>
                    <a:pt x="199153" y="518795"/>
                    <a:pt x="197883" y="506095"/>
                    <a:pt x="202328" y="480060"/>
                  </a:cubicBezTo>
                  <a:cubicBezTo>
                    <a:pt x="206773" y="454025"/>
                    <a:pt x="214393" y="441325"/>
                    <a:pt x="221378" y="415290"/>
                  </a:cubicBezTo>
                  <a:cubicBezTo>
                    <a:pt x="228363" y="389255"/>
                    <a:pt x="231538" y="376555"/>
                    <a:pt x="236618" y="350520"/>
                  </a:cubicBezTo>
                  <a:cubicBezTo>
                    <a:pt x="241698" y="324485"/>
                    <a:pt x="245508" y="311785"/>
                    <a:pt x="248048" y="285750"/>
                  </a:cubicBezTo>
                  <a:cubicBezTo>
                    <a:pt x="250588" y="259715"/>
                    <a:pt x="248048" y="247015"/>
                    <a:pt x="248048" y="220980"/>
                  </a:cubicBezTo>
                  <a:cubicBezTo>
                    <a:pt x="248048" y="194945"/>
                    <a:pt x="245508" y="182245"/>
                    <a:pt x="248048" y="156210"/>
                  </a:cubicBezTo>
                  <a:cubicBezTo>
                    <a:pt x="250588" y="130175"/>
                    <a:pt x="258843" y="117475"/>
                    <a:pt x="259478" y="91440"/>
                  </a:cubicBezTo>
                  <a:cubicBezTo>
                    <a:pt x="260113" y="65405"/>
                    <a:pt x="266463" y="44450"/>
                    <a:pt x="251858" y="26670"/>
                  </a:cubicBezTo>
                  <a:cubicBezTo>
                    <a:pt x="237253" y="8890"/>
                    <a:pt x="197248" y="7620"/>
                    <a:pt x="187088" y="3810"/>
                  </a:cubicBezTo>
                  <a:cubicBezTo>
                    <a:pt x="176928" y="0"/>
                    <a:pt x="212488" y="-3810"/>
                    <a:pt x="202328" y="762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11192" y="5883"/>
              <a:ext cx="2052" cy="3678"/>
            </a:xfrm>
            <a:custGeom>
              <a:avLst/>
              <a:gdLst>
                <a:gd name="connisteX0" fmla="*/ 0 w 1303068"/>
                <a:gd name="connsiteY0" fmla="*/ 2335530 h 2335530"/>
                <a:gd name="connisteX1" fmla="*/ 64770 w 1303068"/>
                <a:gd name="connsiteY1" fmla="*/ 2308860 h 2335530"/>
                <a:gd name="connisteX2" fmla="*/ 129540 w 1303068"/>
                <a:gd name="connsiteY2" fmla="*/ 2240280 h 2335530"/>
                <a:gd name="connisteX3" fmla="*/ 194310 w 1303068"/>
                <a:gd name="connsiteY3" fmla="*/ 2205990 h 2335530"/>
                <a:gd name="connisteX4" fmla="*/ 259080 w 1303068"/>
                <a:gd name="connsiteY4" fmla="*/ 2171700 h 2335530"/>
                <a:gd name="connisteX5" fmla="*/ 323850 w 1303068"/>
                <a:gd name="connsiteY5" fmla="*/ 2145030 h 2335530"/>
                <a:gd name="connisteX6" fmla="*/ 388620 w 1303068"/>
                <a:gd name="connsiteY6" fmla="*/ 2095500 h 2335530"/>
                <a:gd name="connisteX7" fmla="*/ 453390 w 1303068"/>
                <a:gd name="connsiteY7" fmla="*/ 2072640 h 2335530"/>
                <a:gd name="connisteX8" fmla="*/ 518160 w 1303068"/>
                <a:gd name="connsiteY8" fmla="*/ 2053590 h 2335530"/>
                <a:gd name="connisteX9" fmla="*/ 582930 w 1303068"/>
                <a:gd name="connsiteY9" fmla="*/ 2034540 h 2335530"/>
                <a:gd name="connisteX10" fmla="*/ 647700 w 1303068"/>
                <a:gd name="connsiteY10" fmla="*/ 2019300 h 2335530"/>
                <a:gd name="connisteX11" fmla="*/ 712470 w 1303068"/>
                <a:gd name="connsiteY11" fmla="*/ 1969770 h 2335530"/>
                <a:gd name="connisteX12" fmla="*/ 758190 w 1303068"/>
                <a:gd name="connsiteY12" fmla="*/ 1905000 h 2335530"/>
                <a:gd name="connisteX13" fmla="*/ 803910 w 1303068"/>
                <a:gd name="connsiteY13" fmla="*/ 1840230 h 2335530"/>
                <a:gd name="connisteX14" fmla="*/ 864870 w 1303068"/>
                <a:gd name="connsiteY14" fmla="*/ 1775460 h 2335530"/>
                <a:gd name="connisteX15" fmla="*/ 902970 w 1303068"/>
                <a:gd name="connsiteY15" fmla="*/ 1710690 h 2335530"/>
                <a:gd name="connisteX16" fmla="*/ 929640 w 1303068"/>
                <a:gd name="connsiteY16" fmla="*/ 1645920 h 2335530"/>
                <a:gd name="connisteX17" fmla="*/ 956310 w 1303068"/>
                <a:gd name="connsiteY17" fmla="*/ 1581150 h 2335530"/>
                <a:gd name="connisteX18" fmla="*/ 971550 w 1303068"/>
                <a:gd name="connsiteY18" fmla="*/ 1516380 h 2335530"/>
                <a:gd name="connisteX19" fmla="*/ 1005840 w 1303068"/>
                <a:gd name="connsiteY19" fmla="*/ 1451610 h 2335530"/>
                <a:gd name="connisteX20" fmla="*/ 1055370 w 1303068"/>
                <a:gd name="connsiteY20" fmla="*/ 1386840 h 2335530"/>
                <a:gd name="connisteX21" fmla="*/ 1085850 w 1303068"/>
                <a:gd name="connsiteY21" fmla="*/ 1322070 h 2335530"/>
                <a:gd name="connisteX22" fmla="*/ 1131570 w 1303068"/>
                <a:gd name="connsiteY22" fmla="*/ 1257300 h 2335530"/>
                <a:gd name="connisteX23" fmla="*/ 1169670 w 1303068"/>
                <a:gd name="connsiteY23" fmla="*/ 1192530 h 2335530"/>
                <a:gd name="connisteX24" fmla="*/ 1188720 w 1303068"/>
                <a:gd name="connsiteY24" fmla="*/ 1123950 h 2335530"/>
                <a:gd name="connisteX25" fmla="*/ 1188720 w 1303068"/>
                <a:gd name="connsiteY25" fmla="*/ 1059180 h 2335530"/>
                <a:gd name="connisteX26" fmla="*/ 1200150 w 1303068"/>
                <a:gd name="connsiteY26" fmla="*/ 994410 h 2335530"/>
                <a:gd name="connisteX27" fmla="*/ 1249680 w 1303068"/>
                <a:gd name="connsiteY27" fmla="*/ 929640 h 2335530"/>
                <a:gd name="connisteX28" fmla="*/ 1291590 w 1303068"/>
                <a:gd name="connsiteY28" fmla="*/ 864870 h 2335530"/>
                <a:gd name="connisteX29" fmla="*/ 1303020 w 1303068"/>
                <a:gd name="connsiteY29" fmla="*/ 800100 h 2335530"/>
                <a:gd name="connisteX30" fmla="*/ 1295400 w 1303068"/>
                <a:gd name="connsiteY30" fmla="*/ 735330 h 2335530"/>
                <a:gd name="connisteX31" fmla="*/ 1291590 w 1303068"/>
                <a:gd name="connsiteY31" fmla="*/ 670560 h 2335530"/>
                <a:gd name="connisteX32" fmla="*/ 1226820 w 1303068"/>
                <a:gd name="connsiteY32" fmla="*/ 628650 h 2335530"/>
                <a:gd name="connisteX33" fmla="*/ 1162050 w 1303068"/>
                <a:gd name="connsiteY33" fmla="*/ 628650 h 2335530"/>
                <a:gd name="connisteX34" fmla="*/ 1097280 w 1303068"/>
                <a:gd name="connsiteY34" fmla="*/ 628650 h 2335530"/>
                <a:gd name="connisteX35" fmla="*/ 1059180 w 1303068"/>
                <a:gd name="connsiteY35" fmla="*/ 563880 h 2335530"/>
                <a:gd name="connisteX36" fmla="*/ 1120140 w 1303068"/>
                <a:gd name="connsiteY36" fmla="*/ 495300 h 2335530"/>
                <a:gd name="connisteX37" fmla="*/ 1158240 w 1303068"/>
                <a:gd name="connsiteY37" fmla="*/ 430530 h 2335530"/>
                <a:gd name="connisteX38" fmla="*/ 1173480 w 1303068"/>
                <a:gd name="connsiteY38" fmla="*/ 365760 h 2335530"/>
                <a:gd name="connisteX39" fmla="*/ 1165860 w 1303068"/>
                <a:gd name="connsiteY39" fmla="*/ 300990 h 2335530"/>
                <a:gd name="connisteX40" fmla="*/ 1101090 w 1303068"/>
                <a:gd name="connsiteY40" fmla="*/ 259080 h 2335530"/>
                <a:gd name="connisteX41" fmla="*/ 1047750 w 1303068"/>
                <a:gd name="connsiteY41" fmla="*/ 194310 h 2335530"/>
                <a:gd name="connisteX42" fmla="*/ 1005840 w 1303068"/>
                <a:gd name="connsiteY42" fmla="*/ 129540 h 2335530"/>
                <a:gd name="connisteX43" fmla="*/ 975360 w 1303068"/>
                <a:gd name="connsiteY43" fmla="*/ 64770 h 2335530"/>
                <a:gd name="connisteX44" fmla="*/ 929640 w 1303068"/>
                <a:gd name="connsiteY44" fmla="*/ 0 h 23355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</a:cxnLst>
              <a:rect l="l" t="t" r="r" b="b"/>
              <a:pathLst>
                <a:path w="1303069" h="2335530">
                  <a:moveTo>
                    <a:pt x="0" y="2335530"/>
                  </a:moveTo>
                  <a:cubicBezTo>
                    <a:pt x="11430" y="2331720"/>
                    <a:pt x="38735" y="2327910"/>
                    <a:pt x="64770" y="2308860"/>
                  </a:cubicBezTo>
                  <a:cubicBezTo>
                    <a:pt x="90805" y="2289810"/>
                    <a:pt x="103505" y="2260600"/>
                    <a:pt x="129540" y="2240280"/>
                  </a:cubicBezTo>
                  <a:cubicBezTo>
                    <a:pt x="155575" y="2219960"/>
                    <a:pt x="168275" y="2219960"/>
                    <a:pt x="194310" y="2205990"/>
                  </a:cubicBezTo>
                  <a:cubicBezTo>
                    <a:pt x="220345" y="2192020"/>
                    <a:pt x="233045" y="2183765"/>
                    <a:pt x="259080" y="2171700"/>
                  </a:cubicBezTo>
                  <a:cubicBezTo>
                    <a:pt x="285115" y="2159635"/>
                    <a:pt x="297815" y="2160270"/>
                    <a:pt x="323850" y="2145030"/>
                  </a:cubicBezTo>
                  <a:cubicBezTo>
                    <a:pt x="349885" y="2129790"/>
                    <a:pt x="362585" y="2110105"/>
                    <a:pt x="388620" y="2095500"/>
                  </a:cubicBezTo>
                  <a:cubicBezTo>
                    <a:pt x="414655" y="2080895"/>
                    <a:pt x="427355" y="2080895"/>
                    <a:pt x="453390" y="2072640"/>
                  </a:cubicBezTo>
                  <a:cubicBezTo>
                    <a:pt x="479425" y="2064385"/>
                    <a:pt x="492125" y="2061210"/>
                    <a:pt x="518160" y="2053590"/>
                  </a:cubicBezTo>
                  <a:cubicBezTo>
                    <a:pt x="544195" y="2045970"/>
                    <a:pt x="556895" y="2041525"/>
                    <a:pt x="582930" y="2034540"/>
                  </a:cubicBezTo>
                  <a:cubicBezTo>
                    <a:pt x="608965" y="2027555"/>
                    <a:pt x="621665" y="2032000"/>
                    <a:pt x="647700" y="2019300"/>
                  </a:cubicBezTo>
                  <a:cubicBezTo>
                    <a:pt x="673735" y="2006600"/>
                    <a:pt x="690245" y="1992630"/>
                    <a:pt x="712470" y="1969770"/>
                  </a:cubicBezTo>
                  <a:cubicBezTo>
                    <a:pt x="734695" y="1946910"/>
                    <a:pt x="739775" y="1931035"/>
                    <a:pt x="758190" y="1905000"/>
                  </a:cubicBezTo>
                  <a:cubicBezTo>
                    <a:pt x="776605" y="1878965"/>
                    <a:pt x="782320" y="1866265"/>
                    <a:pt x="803910" y="1840230"/>
                  </a:cubicBezTo>
                  <a:cubicBezTo>
                    <a:pt x="825500" y="1814195"/>
                    <a:pt x="845185" y="1801495"/>
                    <a:pt x="864870" y="1775460"/>
                  </a:cubicBezTo>
                  <a:cubicBezTo>
                    <a:pt x="884555" y="1749425"/>
                    <a:pt x="890270" y="1736725"/>
                    <a:pt x="902970" y="1710690"/>
                  </a:cubicBezTo>
                  <a:cubicBezTo>
                    <a:pt x="915670" y="1684655"/>
                    <a:pt x="918845" y="1671955"/>
                    <a:pt x="929640" y="1645920"/>
                  </a:cubicBezTo>
                  <a:cubicBezTo>
                    <a:pt x="940435" y="1619885"/>
                    <a:pt x="948055" y="1607185"/>
                    <a:pt x="956310" y="1581150"/>
                  </a:cubicBezTo>
                  <a:cubicBezTo>
                    <a:pt x="964565" y="1555115"/>
                    <a:pt x="961390" y="1542415"/>
                    <a:pt x="971550" y="1516380"/>
                  </a:cubicBezTo>
                  <a:cubicBezTo>
                    <a:pt x="981710" y="1490345"/>
                    <a:pt x="989330" y="1477645"/>
                    <a:pt x="1005840" y="1451610"/>
                  </a:cubicBezTo>
                  <a:cubicBezTo>
                    <a:pt x="1022350" y="1425575"/>
                    <a:pt x="1039495" y="1412875"/>
                    <a:pt x="1055370" y="1386840"/>
                  </a:cubicBezTo>
                  <a:cubicBezTo>
                    <a:pt x="1071245" y="1360805"/>
                    <a:pt x="1070610" y="1348105"/>
                    <a:pt x="1085850" y="1322070"/>
                  </a:cubicBezTo>
                  <a:cubicBezTo>
                    <a:pt x="1101090" y="1296035"/>
                    <a:pt x="1115060" y="1283335"/>
                    <a:pt x="1131570" y="1257300"/>
                  </a:cubicBezTo>
                  <a:cubicBezTo>
                    <a:pt x="1148080" y="1231265"/>
                    <a:pt x="1158240" y="1219200"/>
                    <a:pt x="1169670" y="1192530"/>
                  </a:cubicBezTo>
                  <a:cubicBezTo>
                    <a:pt x="1181100" y="1165860"/>
                    <a:pt x="1184910" y="1150620"/>
                    <a:pt x="1188720" y="1123950"/>
                  </a:cubicBezTo>
                  <a:cubicBezTo>
                    <a:pt x="1192530" y="1097280"/>
                    <a:pt x="1186180" y="1085215"/>
                    <a:pt x="1188720" y="1059180"/>
                  </a:cubicBezTo>
                  <a:cubicBezTo>
                    <a:pt x="1191260" y="1033145"/>
                    <a:pt x="1188085" y="1020445"/>
                    <a:pt x="1200150" y="994410"/>
                  </a:cubicBezTo>
                  <a:cubicBezTo>
                    <a:pt x="1212215" y="968375"/>
                    <a:pt x="1231265" y="955675"/>
                    <a:pt x="1249680" y="929640"/>
                  </a:cubicBezTo>
                  <a:cubicBezTo>
                    <a:pt x="1268095" y="903605"/>
                    <a:pt x="1280795" y="890905"/>
                    <a:pt x="1291590" y="864870"/>
                  </a:cubicBezTo>
                  <a:cubicBezTo>
                    <a:pt x="1302385" y="838835"/>
                    <a:pt x="1302385" y="826135"/>
                    <a:pt x="1303020" y="800100"/>
                  </a:cubicBezTo>
                  <a:cubicBezTo>
                    <a:pt x="1303655" y="774065"/>
                    <a:pt x="1297940" y="761365"/>
                    <a:pt x="1295400" y="735330"/>
                  </a:cubicBezTo>
                  <a:cubicBezTo>
                    <a:pt x="1292860" y="709295"/>
                    <a:pt x="1305560" y="692150"/>
                    <a:pt x="1291590" y="670560"/>
                  </a:cubicBezTo>
                  <a:cubicBezTo>
                    <a:pt x="1277620" y="648970"/>
                    <a:pt x="1252855" y="636905"/>
                    <a:pt x="1226820" y="628650"/>
                  </a:cubicBezTo>
                  <a:cubicBezTo>
                    <a:pt x="1200785" y="620395"/>
                    <a:pt x="1188085" y="628650"/>
                    <a:pt x="1162050" y="628650"/>
                  </a:cubicBezTo>
                  <a:cubicBezTo>
                    <a:pt x="1136015" y="628650"/>
                    <a:pt x="1117600" y="641350"/>
                    <a:pt x="1097280" y="628650"/>
                  </a:cubicBezTo>
                  <a:cubicBezTo>
                    <a:pt x="1076960" y="615950"/>
                    <a:pt x="1054735" y="590550"/>
                    <a:pt x="1059180" y="563880"/>
                  </a:cubicBezTo>
                  <a:cubicBezTo>
                    <a:pt x="1063625" y="537210"/>
                    <a:pt x="1100455" y="521970"/>
                    <a:pt x="1120140" y="495300"/>
                  </a:cubicBezTo>
                  <a:cubicBezTo>
                    <a:pt x="1139825" y="468630"/>
                    <a:pt x="1147445" y="456565"/>
                    <a:pt x="1158240" y="430530"/>
                  </a:cubicBezTo>
                  <a:cubicBezTo>
                    <a:pt x="1169035" y="404495"/>
                    <a:pt x="1172210" y="391795"/>
                    <a:pt x="1173480" y="365760"/>
                  </a:cubicBezTo>
                  <a:cubicBezTo>
                    <a:pt x="1174750" y="339725"/>
                    <a:pt x="1180465" y="322580"/>
                    <a:pt x="1165860" y="300990"/>
                  </a:cubicBezTo>
                  <a:cubicBezTo>
                    <a:pt x="1151255" y="279400"/>
                    <a:pt x="1124585" y="280670"/>
                    <a:pt x="1101090" y="259080"/>
                  </a:cubicBezTo>
                  <a:cubicBezTo>
                    <a:pt x="1077595" y="237490"/>
                    <a:pt x="1066800" y="220345"/>
                    <a:pt x="1047750" y="194310"/>
                  </a:cubicBezTo>
                  <a:cubicBezTo>
                    <a:pt x="1028700" y="168275"/>
                    <a:pt x="1020445" y="155575"/>
                    <a:pt x="1005840" y="129540"/>
                  </a:cubicBezTo>
                  <a:cubicBezTo>
                    <a:pt x="991235" y="103505"/>
                    <a:pt x="990600" y="90805"/>
                    <a:pt x="975360" y="64770"/>
                  </a:cubicBezTo>
                  <a:cubicBezTo>
                    <a:pt x="960120" y="38735"/>
                    <a:pt x="937895" y="11430"/>
                    <a:pt x="92964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11746" y="2928"/>
              <a:ext cx="2404" cy="2958"/>
            </a:xfrm>
            <a:custGeom>
              <a:avLst/>
              <a:gdLst>
                <a:gd name="connisteX0" fmla="*/ 581375 w 1526255"/>
                <a:gd name="connsiteY0" fmla="*/ 1878330 h 1878330"/>
                <a:gd name="connisteX1" fmla="*/ 516605 w 1526255"/>
                <a:gd name="connsiteY1" fmla="*/ 1840230 h 1878330"/>
                <a:gd name="connisteX2" fmla="*/ 451835 w 1526255"/>
                <a:gd name="connsiteY2" fmla="*/ 1798320 h 1878330"/>
                <a:gd name="connisteX3" fmla="*/ 387065 w 1526255"/>
                <a:gd name="connsiteY3" fmla="*/ 1748790 h 1878330"/>
                <a:gd name="connisteX4" fmla="*/ 352775 w 1526255"/>
                <a:gd name="connsiteY4" fmla="*/ 1684020 h 1878330"/>
                <a:gd name="connisteX5" fmla="*/ 360395 w 1526255"/>
                <a:gd name="connsiteY5" fmla="*/ 1619250 h 1878330"/>
                <a:gd name="connisteX6" fmla="*/ 425165 w 1526255"/>
                <a:gd name="connsiteY6" fmla="*/ 1558290 h 1878330"/>
                <a:gd name="connisteX7" fmla="*/ 486125 w 1526255"/>
                <a:gd name="connsiteY7" fmla="*/ 1493520 h 1878330"/>
                <a:gd name="connisteX8" fmla="*/ 550895 w 1526255"/>
                <a:gd name="connsiteY8" fmla="*/ 1432560 h 1878330"/>
                <a:gd name="connisteX9" fmla="*/ 604235 w 1526255"/>
                <a:gd name="connsiteY9" fmla="*/ 1367790 h 1878330"/>
                <a:gd name="connisteX10" fmla="*/ 669005 w 1526255"/>
                <a:gd name="connsiteY10" fmla="*/ 1310640 h 1878330"/>
                <a:gd name="connisteX11" fmla="*/ 733775 w 1526255"/>
                <a:gd name="connsiteY11" fmla="*/ 1264920 h 1878330"/>
                <a:gd name="connisteX12" fmla="*/ 790925 w 1526255"/>
                <a:gd name="connsiteY12" fmla="*/ 1200150 h 1878330"/>
                <a:gd name="connisteX13" fmla="*/ 722345 w 1526255"/>
                <a:gd name="connsiteY13" fmla="*/ 1143000 h 1878330"/>
                <a:gd name="connisteX14" fmla="*/ 657575 w 1526255"/>
                <a:gd name="connsiteY14" fmla="*/ 1135380 h 1878330"/>
                <a:gd name="connisteX15" fmla="*/ 592805 w 1526255"/>
                <a:gd name="connsiteY15" fmla="*/ 1131570 h 1878330"/>
                <a:gd name="connisteX16" fmla="*/ 528035 w 1526255"/>
                <a:gd name="connsiteY16" fmla="*/ 1139190 h 1878330"/>
                <a:gd name="connisteX17" fmla="*/ 463265 w 1526255"/>
                <a:gd name="connsiteY17" fmla="*/ 1154430 h 1878330"/>
                <a:gd name="connisteX18" fmla="*/ 398495 w 1526255"/>
                <a:gd name="connsiteY18" fmla="*/ 1181100 h 1878330"/>
                <a:gd name="connisteX19" fmla="*/ 360395 w 1526255"/>
                <a:gd name="connsiteY19" fmla="*/ 1245870 h 1878330"/>
                <a:gd name="connisteX20" fmla="*/ 295625 w 1526255"/>
                <a:gd name="connsiteY20" fmla="*/ 1287780 h 1878330"/>
                <a:gd name="connisteX21" fmla="*/ 242285 w 1526255"/>
                <a:gd name="connsiteY21" fmla="*/ 1223010 h 1878330"/>
                <a:gd name="connisteX22" fmla="*/ 257525 w 1526255"/>
                <a:gd name="connsiteY22" fmla="*/ 1158240 h 1878330"/>
                <a:gd name="connisteX23" fmla="*/ 192755 w 1526255"/>
                <a:gd name="connsiteY23" fmla="*/ 1135380 h 1878330"/>
                <a:gd name="connisteX24" fmla="*/ 127985 w 1526255"/>
                <a:gd name="connsiteY24" fmla="*/ 1139190 h 1878330"/>
                <a:gd name="connisteX25" fmla="*/ 63215 w 1526255"/>
                <a:gd name="connsiteY25" fmla="*/ 1123950 h 1878330"/>
                <a:gd name="connisteX26" fmla="*/ 2255 w 1526255"/>
                <a:gd name="connsiteY26" fmla="*/ 1059180 h 1878330"/>
                <a:gd name="connisteX27" fmla="*/ 25115 w 1526255"/>
                <a:gd name="connsiteY27" fmla="*/ 994410 h 1878330"/>
                <a:gd name="connisteX28" fmla="*/ 89885 w 1526255"/>
                <a:gd name="connsiteY28" fmla="*/ 967740 h 1878330"/>
                <a:gd name="connisteX29" fmla="*/ 154655 w 1526255"/>
                <a:gd name="connsiteY29" fmla="*/ 944880 h 1878330"/>
                <a:gd name="connisteX30" fmla="*/ 219425 w 1526255"/>
                <a:gd name="connsiteY30" fmla="*/ 899160 h 1878330"/>
                <a:gd name="connisteX31" fmla="*/ 272765 w 1526255"/>
                <a:gd name="connsiteY31" fmla="*/ 834390 h 1878330"/>
                <a:gd name="connisteX32" fmla="*/ 310865 w 1526255"/>
                <a:gd name="connsiteY32" fmla="*/ 765810 h 1878330"/>
                <a:gd name="connisteX33" fmla="*/ 333725 w 1526255"/>
                <a:gd name="connsiteY33" fmla="*/ 701040 h 1878330"/>
                <a:gd name="connisteX34" fmla="*/ 371825 w 1526255"/>
                <a:gd name="connsiteY34" fmla="*/ 636270 h 1878330"/>
                <a:gd name="connisteX35" fmla="*/ 436595 w 1526255"/>
                <a:gd name="connsiteY35" fmla="*/ 605790 h 1878330"/>
                <a:gd name="connisteX36" fmla="*/ 501365 w 1526255"/>
                <a:gd name="connsiteY36" fmla="*/ 590550 h 1878330"/>
                <a:gd name="connisteX37" fmla="*/ 566135 w 1526255"/>
                <a:gd name="connsiteY37" fmla="*/ 640080 h 1878330"/>
                <a:gd name="connisteX38" fmla="*/ 550895 w 1526255"/>
                <a:gd name="connsiteY38" fmla="*/ 704850 h 1878330"/>
                <a:gd name="connisteX39" fmla="*/ 516605 w 1526255"/>
                <a:gd name="connsiteY39" fmla="*/ 769620 h 1878330"/>
                <a:gd name="connisteX40" fmla="*/ 493745 w 1526255"/>
                <a:gd name="connsiteY40" fmla="*/ 834390 h 1878330"/>
                <a:gd name="connisteX41" fmla="*/ 489935 w 1526255"/>
                <a:gd name="connsiteY41" fmla="*/ 899160 h 1878330"/>
                <a:gd name="connisteX42" fmla="*/ 554705 w 1526255"/>
                <a:gd name="connsiteY42" fmla="*/ 929640 h 1878330"/>
                <a:gd name="connisteX43" fmla="*/ 611855 w 1526255"/>
                <a:gd name="connsiteY43" fmla="*/ 864870 h 1878330"/>
                <a:gd name="connisteX44" fmla="*/ 653765 w 1526255"/>
                <a:gd name="connsiteY44" fmla="*/ 800100 h 1878330"/>
                <a:gd name="connisteX45" fmla="*/ 718535 w 1526255"/>
                <a:gd name="connsiteY45" fmla="*/ 746760 h 1878330"/>
                <a:gd name="connisteX46" fmla="*/ 783305 w 1526255"/>
                <a:gd name="connsiteY46" fmla="*/ 712470 h 1878330"/>
                <a:gd name="connisteX47" fmla="*/ 848075 w 1526255"/>
                <a:gd name="connsiteY47" fmla="*/ 674370 h 1878330"/>
                <a:gd name="connisteX48" fmla="*/ 912845 w 1526255"/>
                <a:gd name="connsiteY48" fmla="*/ 643890 h 1878330"/>
                <a:gd name="connisteX49" fmla="*/ 977615 w 1526255"/>
                <a:gd name="connsiteY49" fmla="*/ 598170 h 1878330"/>
                <a:gd name="connisteX50" fmla="*/ 1042385 w 1526255"/>
                <a:gd name="connsiteY50" fmla="*/ 544830 h 1878330"/>
                <a:gd name="connisteX51" fmla="*/ 1072865 w 1526255"/>
                <a:gd name="connsiteY51" fmla="*/ 480060 h 1878330"/>
                <a:gd name="connisteX52" fmla="*/ 1076675 w 1526255"/>
                <a:gd name="connsiteY52" fmla="*/ 415290 h 1878330"/>
                <a:gd name="connisteX53" fmla="*/ 1076675 w 1526255"/>
                <a:gd name="connsiteY53" fmla="*/ 350520 h 1878330"/>
                <a:gd name="connisteX54" fmla="*/ 1141445 w 1526255"/>
                <a:gd name="connsiteY54" fmla="*/ 297180 h 1878330"/>
                <a:gd name="connisteX55" fmla="*/ 1206215 w 1526255"/>
                <a:gd name="connsiteY55" fmla="*/ 297180 h 1878330"/>
                <a:gd name="connisteX56" fmla="*/ 1270985 w 1526255"/>
                <a:gd name="connsiteY56" fmla="*/ 297180 h 1878330"/>
                <a:gd name="connisteX57" fmla="*/ 1331945 w 1526255"/>
                <a:gd name="connsiteY57" fmla="*/ 232410 h 1878330"/>
                <a:gd name="connisteX58" fmla="*/ 1331945 w 1526255"/>
                <a:gd name="connsiteY58" fmla="*/ 167640 h 1878330"/>
                <a:gd name="connisteX59" fmla="*/ 1396715 w 1526255"/>
                <a:gd name="connsiteY59" fmla="*/ 110490 h 1878330"/>
                <a:gd name="connisteX60" fmla="*/ 1461485 w 1526255"/>
                <a:gd name="connsiteY60" fmla="*/ 53340 h 1878330"/>
                <a:gd name="connisteX61" fmla="*/ 1526255 w 1526255"/>
                <a:gd name="connsiteY61" fmla="*/ 0 h 18783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</a:cxnLst>
              <a:rect l="l" t="t" r="r" b="b"/>
              <a:pathLst>
                <a:path w="1526256" h="1878330">
                  <a:moveTo>
                    <a:pt x="581376" y="1878330"/>
                  </a:moveTo>
                  <a:cubicBezTo>
                    <a:pt x="569946" y="1871345"/>
                    <a:pt x="542641" y="1856105"/>
                    <a:pt x="516606" y="1840230"/>
                  </a:cubicBezTo>
                  <a:cubicBezTo>
                    <a:pt x="490571" y="1824355"/>
                    <a:pt x="477871" y="1816735"/>
                    <a:pt x="451836" y="1798320"/>
                  </a:cubicBezTo>
                  <a:cubicBezTo>
                    <a:pt x="425801" y="1779905"/>
                    <a:pt x="406751" y="1771650"/>
                    <a:pt x="387066" y="1748790"/>
                  </a:cubicBezTo>
                  <a:cubicBezTo>
                    <a:pt x="367381" y="1725930"/>
                    <a:pt x="357856" y="1710055"/>
                    <a:pt x="352776" y="1684020"/>
                  </a:cubicBezTo>
                  <a:cubicBezTo>
                    <a:pt x="347696" y="1657985"/>
                    <a:pt x="345791" y="1644650"/>
                    <a:pt x="360396" y="1619250"/>
                  </a:cubicBezTo>
                  <a:cubicBezTo>
                    <a:pt x="375001" y="1593850"/>
                    <a:pt x="399766" y="1583690"/>
                    <a:pt x="425166" y="1558290"/>
                  </a:cubicBezTo>
                  <a:cubicBezTo>
                    <a:pt x="450566" y="1532890"/>
                    <a:pt x="460726" y="1518920"/>
                    <a:pt x="486126" y="1493520"/>
                  </a:cubicBezTo>
                  <a:cubicBezTo>
                    <a:pt x="511526" y="1468120"/>
                    <a:pt x="527401" y="1457960"/>
                    <a:pt x="550896" y="1432560"/>
                  </a:cubicBezTo>
                  <a:cubicBezTo>
                    <a:pt x="574391" y="1407160"/>
                    <a:pt x="580741" y="1391920"/>
                    <a:pt x="604236" y="1367790"/>
                  </a:cubicBezTo>
                  <a:cubicBezTo>
                    <a:pt x="627731" y="1343660"/>
                    <a:pt x="642971" y="1330960"/>
                    <a:pt x="669006" y="1310640"/>
                  </a:cubicBezTo>
                  <a:cubicBezTo>
                    <a:pt x="695041" y="1290320"/>
                    <a:pt x="709646" y="1287145"/>
                    <a:pt x="733776" y="1264920"/>
                  </a:cubicBezTo>
                  <a:cubicBezTo>
                    <a:pt x="757906" y="1242695"/>
                    <a:pt x="793466" y="1224280"/>
                    <a:pt x="790926" y="1200150"/>
                  </a:cubicBezTo>
                  <a:cubicBezTo>
                    <a:pt x="788386" y="1176020"/>
                    <a:pt x="749016" y="1155700"/>
                    <a:pt x="722346" y="1143000"/>
                  </a:cubicBezTo>
                  <a:cubicBezTo>
                    <a:pt x="695676" y="1130300"/>
                    <a:pt x="683611" y="1137920"/>
                    <a:pt x="657576" y="1135380"/>
                  </a:cubicBezTo>
                  <a:cubicBezTo>
                    <a:pt x="631541" y="1132840"/>
                    <a:pt x="618841" y="1130935"/>
                    <a:pt x="592806" y="1131570"/>
                  </a:cubicBezTo>
                  <a:cubicBezTo>
                    <a:pt x="566771" y="1132205"/>
                    <a:pt x="554071" y="1134745"/>
                    <a:pt x="528036" y="1139190"/>
                  </a:cubicBezTo>
                  <a:cubicBezTo>
                    <a:pt x="502001" y="1143635"/>
                    <a:pt x="489301" y="1146175"/>
                    <a:pt x="463266" y="1154430"/>
                  </a:cubicBezTo>
                  <a:cubicBezTo>
                    <a:pt x="437231" y="1162685"/>
                    <a:pt x="418816" y="1162685"/>
                    <a:pt x="398496" y="1181100"/>
                  </a:cubicBezTo>
                  <a:cubicBezTo>
                    <a:pt x="378176" y="1199515"/>
                    <a:pt x="380716" y="1224280"/>
                    <a:pt x="360396" y="1245870"/>
                  </a:cubicBezTo>
                  <a:cubicBezTo>
                    <a:pt x="340076" y="1267460"/>
                    <a:pt x="319121" y="1292225"/>
                    <a:pt x="295626" y="1287780"/>
                  </a:cubicBezTo>
                  <a:cubicBezTo>
                    <a:pt x="272131" y="1283335"/>
                    <a:pt x="249906" y="1249045"/>
                    <a:pt x="242286" y="1223010"/>
                  </a:cubicBezTo>
                  <a:cubicBezTo>
                    <a:pt x="234666" y="1196975"/>
                    <a:pt x="267686" y="1176020"/>
                    <a:pt x="257526" y="1158240"/>
                  </a:cubicBezTo>
                  <a:cubicBezTo>
                    <a:pt x="247366" y="1140460"/>
                    <a:pt x="218791" y="1139190"/>
                    <a:pt x="192756" y="1135380"/>
                  </a:cubicBezTo>
                  <a:cubicBezTo>
                    <a:pt x="166721" y="1131570"/>
                    <a:pt x="154021" y="1141730"/>
                    <a:pt x="127986" y="1139190"/>
                  </a:cubicBezTo>
                  <a:cubicBezTo>
                    <a:pt x="101951" y="1136650"/>
                    <a:pt x="88616" y="1139825"/>
                    <a:pt x="63216" y="1123950"/>
                  </a:cubicBezTo>
                  <a:cubicBezTo>
                    <a:pt x="37816" y="1108075"/>
                    <a:pt x="9876" y="1085215"/>
                    <a:pt x="2256" y="1059180"/>
                  </a:cubicBezTo>
                  <a:cubicBezTo>
                    <a:pt x="-5364" y="1033145"/>
                    <a:pt x="7336" y="1012825"/>
                    <a:pt x="25116" y="994410"/>
                  </a:cubicBezTo>
                  <a:cubicBezTo>
                    <a:pt x="42896" y="975995"/>
                    <a:pt x="63851" y="977900"/>
                    <a:pt x="89886" y="967740"/>
                  </a:cubicBezTo>
                  <a:cubicBezTo>
                    <a:pt x="115921" y="957580"/>
                    <a:pt x="128621" y="958850"/>
                    <a:pt x="154656" y="944880"/>
                  </a:cubicBezTo>
                  <a:cubicBezTo>
                    <a:pt x="180691" y="930910"/>
                    <a:pt x="195931" y="921385"/>
                    <a:pt x="219426" y="899160"/>
                  </a:cubicBezTo>
                  <a:cubicBezTo>
                    <a:pt x="242921" y="876935"/>
                    <a:pt x="254351" y="861060"/>
                    <a:pt x="272766" y="834390"/>
                  </a:cubicBezTo>
                  <a:cubicBezTo>
                    <a:pt x="291181" y="807720"/>
                    <a:pt x="298801" y="792480"/>
                    <a:pt x="310866" y="765810"/>
                  </a:cubicBezTo>
                  <a:cubicBezTo>
                    <a:pt x="322931" y="739140"/>
                    <a:pt x="321661" y="727075"/>
                    <a:pt x="333726" y="701040"/>
                  </a:cubicBezTo>
                  <a:cubicBezTo>
                    <a:pt x="345791" y="675005"/>
                    <a:pt x="351506" y="655320"/>
                    <a:pt x="371826" y="636270"/>
                  </a:cubicBezTo>
                  <a:cubicBezTo>
                    <a:pt x="392146" y="617220"/>
                    <a:pt x="410561" y="614680"/>
                    <a:pt x="436596" y="605790"/>
                  </a:cubicBezTo>
                  <a:cubicBezTo>
                    <a:pt x="462631" y="596900"/>
                    <a:pt x="475331" y="583565"/>
                    <a:pt x="501366" y="590550"/>
                  </a:cubicBezTo>
                  <a:cubicBezTo>
                    <a:pt x="527401" y="597535"/>
                    <a:pt x="555976" y="617220"/>
                    <a:pt x="566136" y="640080"/>
                  </a:cubicBezTo>
                  <a:cubicBezTo>
                    <a:pt x="576296" y="662940"/>
                    <a:pt x="561056" y="678815"/>
                    <a:pt x="550896" y="704850"/>
                  </a:cubicBezTo>
                  <a:cubicBezTo>
                    <a:pt x="540736" y="730885"/>
                    <a:pt x="528036" y="743585"/>
                    <a:pt x="516606" y="769620"/>
                  </a:cubicBezTo>
                  <a:cubicBezTo>
                    <a:pt x="505176" y="795655"/>
                    <a:pt x="498826" y="808355"/>
                    <a:pt x="493746" y="834390"/>
                  </a:cubicBezTo>
                  <a:cubicBezTo>
                    <a:pt x="488666" y="860425"/>
                    <a:pt x="477871" y="880110"/>
                    <a:pt x="489936" y="899160"/>
                  </a:cubicBezTo>
                  <a:cubicBezTo>
                    <a:pt x="502001" y="918210"/>
                    <a:pt x="530576" y="936625"/>
                    <a:pt x="554706" y="929640"/>
                  </a:cubicBezTo>
                  <a:cubicBezTo>
                    <a:pt x="578836" y="922655"/>
                    <a:pt x="592171" y="890905"/>
                    <a:pt x="611856" y="864870"/>
                  </a:cubicBezTo>
                  <a:cubicBezTo>
                    <a:pt x="631541" y="838835"/>
                    <a:pt x="632176" y="823595"/>
                    <a:pt x="653766" y="800100"/>
                  </a:cubicBezTo>
                  <a:cubicBezTo>
                    <a:pt x="675356" y="776605"/>
                    <a:pt x="692501" y="764540"/>
                    <a:pt x="718536" y="746760"/>
                  </a:cubicBezTo>
                  <a:cubicBezTo>
                    <a:pt x="744571" y="728980"/>
                    <a:pt x="757271" y="727075"/>
                    <a:pt x="783306" y="712470"/>
                  </a:cubicBezTo>
                  <a:cubicBezTo>
                    <a:pt x="809341" y="697865"/>
                    <a:pt x="822041" y="688340"/>
                    <a:pt x="848076" y="674370"/>
                  </a:cubicBezTo>
                  <a:cubicBezTo>
                    <a:pt x="874111" y="660400"/>
                    <a:pt x="886811" y="659130"/>
                    <a:pt x="912846" y="643890"/>
                  </a:cubicBezTo>
                  <a:cubicBezTo>
                    <a:pt x="938881" y="628650"/>
                    <a:pt x="951581" y="617855"/>
                    <a:pt x="977616" y="598170"/>
                  </a:cubicBezTo>
                  <a:cubicBezTo>
                    <a:pt x="1003651" y="578485"/>
                    <a:pt x="1023336" y="568325"/>
                    <a:pt x="1042386" y="544830"/>
                  </a:cubicBezTo>
                  <a:cubicBezTo>
                    <a:pt x="1061436" y="521335"/>
                    <a:pt x="1065881" y="506095"/>
                    <a:pt x="1072866" y="480060"/>
                  </a:cubicBezTo>
                  <a:cubicBezTo>
                    <a:pt x="1079851" y="454025"/>
                    <a:pt x="1076041" y="441325"/>
                    <a:pt x="1076676" y="415290"/>
                  </a:cubicBezTo>
                  <a:cubicBezTo>
                    <a:pt x="1077311" y="389255"/>
                    <a:pt x="1063976" y="374015"/>
                    <a:pt x="1076676" y="350520"/>
                  </a:cubicBezTo>
                  <a:cubicBezTo>
                    <a:pt x="1089376" y="327025"/>
                    <a:pt x="1115411" y="307975"/>
                    <a:pt x="1141446" y="297180"/>
                  </a:cubicBezTo>
                  <a:cubicBezTo>
                    <a:pt x="1167481" y="286385"/>
                    <a:pt x="1180181" y="297180"/>
                    <a:pt x="1206216" y="297180"/>
                  </a:cubicBezTo>
                  <a:cubicBezTo>
                    <a:pt x="1232251" y="297180"/>
                    <a:pt x="1245586" y="309880"/>
                    <a:pt x="1270986" y="297180"/>
                  </a:cubicBezTo>
                  <a:cubicBezTo>
                    <a:pt x="1296386" y="284480"/>
                    <a:pt x="1319881" y="258445"/>
                    <a:pt x="1331946" y="232410"/>
                  </a:cubicBezTo>
                  <a:cubicBezTo>
                    <a:pt x="1344011" y="206375"/>
                    <a:pt x="1319246" y="191770"/>
                    <a:pt x="1331946" y="167640"/>
                  </a:cubicBezTo>
                  <a:cubicBezTo>
                    <a:pt x="1344646" y="143510"/>
                    <a:pt x="1370681" y="133350"/>
                    <a:pt x="1396716" y="110490"/>
                  </a:cubicBezTo>
                  <a:cubicBezTo>
                    <a:pt x="1422751" y="87630"/>
                    <a:pt x="1435451" y="75565"/>
                    <a:pt x="1461486" y="53340"/>
                  </a:cubicBezTo>
                  <a:cubicBezTo>
                    <a:pt x="1487521" y="31115"/>
                    <a:pt x="1514826" y="9525"/>
                    <a:pt x="1526256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11552" y="395"/>
              <a:ext cx="2892" cy="2529"/>
            </a:xfrm>
            <a:custGeom>
              <a:avLst/>
              <a:gdLst>
                <a:gd name="connisteX0" fmla="*/ 0 w 1836451"/>
                <a:gd name="connsiteY0" fmla="*/ 47695 h 1605985"/>
                <a:gd name="connisteX1" fmla="*/ 64770 w 1836451"/>
                <a:gd name="connsiteY1" fmla="*/ 28645 h 1605985"/>
                <a:gd name="connisteX2" fmla="*/ 133350 w 1836451"/>
                <a:gd name="connsiteY2" fmla="*/ 21025 h 1605985"/>
                <a:gd name="connisteX3" fmla="*/ 198120 w 1836451"/>
                <a:gd name="connsiteY3" fmla="*/ 9595 h 1605985"/>
                <a:gd name="connisteX4" fmla="*/ 262890 w 1836451"/>
                <a:gd name="connsiteY4" fmla="*/ 1975 h 1605985"/>
                <a:gd name="connisteX5" fmla="*/ 327660 w 1836451"/>
                <a:gd name="connsiteY5" fmla="*/ 1975 h 1605985"/>
                <a:gd name="connisteX6" fmla="*/ 392430 w 1836451"/>
                <a:gd name="connsiteY6" fmla="*/ 1975 h 1605985"/>
                <a:gd name="connisteX7" fmla="*/ 457200 w 1836451"/>
                <a:gd name="connsiteY7" fmla="*/ 24835 h 1605985"/>
                <a:gd name="connisteX8" fmla="*/ 521970 w 1836451"/>
                <a:gd name="connsiteY8" fmla="*/ 55315 h 1605985"/>
                <a:gd name="connisteX9" fmla="*/ 582930 w 1836451"/>
                <a:gd name="connsiteY9" fmla="*/ 120085 h 1605985"/>
                <a:gd name="connisteX10" fmla="*/ 636270 w 1836451"/>
                <a:gd name="connsiteY10" fmla="*/ 184855 h 1605985"/>
                <a:gd name="connisteX11" fmla="*/ 701040 w 1836451"/>
                <a:gd name="connsiteY11" fmla="*/ 245815 h 1605985"/>
                <a:gd name="connisteX12" fmla="*/ 765810 w 1836451"/>
                <a:gd name="connsiteY12" fmla="*/ 306775 h 1605985"/>
                <a:gd name="connisteX13" fmla="*/ 815340 w 1836451"/>
                <a:gd name="connsiteY13" fmla="*/ 371545 h 1605985"/>
                <a:gd name="connisteX14" fmla="*/ 872490 w 1836451"/>
                <a:gd name="connsiteY14" fmla="*/ 436315 h 1605985"/>
                <a:gd name="connisteX15" fmla="*/ 937260 w 1836451"/>
                <a:gd name="connsiteY15" fmla="*/ 478225 h 1605985"/>
                <a:gd name="connisteX16" fmla="*/ 1005840 w 1836451"/>
                <a:gd name="connsiteY16" fmla="*/ 501085 h 1605985"/>
                <a:gd name="connisteX17" fmla="*/ 1070610 w 1836451"/>
                <a:gd name="connsiteY17" fmla="*/ 497275 h 1605985"/>
                <a:gd name="connisteX18" fmla="*/ 1135380 w 1836451"/>
                <a:gd name="connsiteY18" fmla="*/ 504895 h 1605985"/>
                <a:gd name="connisteX19" fmla="*/ 1200150 w 1836451"/>
                <a:gd name="connsiteY19" fmla="*/ 539185 h 1605985"/>
                <a:gd name="connisteX20" fmla="*/ 1249680 w 1836451"/>
                <a:gd name="connsiteY20" fmla="*/ 603955 h 1605985"/>
                <a:gd name="connisteX21" fmla="*/ 1314450 w 1836451"/>
                <a:gd name="connsiteY21" fmla="*/ 653485 h 1605985"/>
                <a:gd name="connisteX22" fmla="*/ 1379220 w 1836451"/>
                <a:gd name="connsiteY22" fmla="*/ 683965 h 1605985"/>
                <a:gd name="connisteX23" fmla="*/ 1443990 w 1836451"/>
                <a:gd name="connsiteY23" fmla="*/ 706825 h 1605985"/>
                <a:gd name="connisteX24" fmla="*/ 1508760 w 1836451"/>
                <a:gd name="connsiteY24" fmla="*/ 710635 h 1605985"/>
                <a:gd name="connisteX25" fmla="*/ 1573530 w 1836451"/>
                <a:gd name="connsiteY25" fmla="*/ 683965 h 1605985"/>
                <a:gd name="connisteX26" fmla="*/ 1611630 w 1836451"/>
                <a:gd name="connsiteY26" fmla="*/ 619195 h 1605985"/>
                <a:gd name="connisteX27" fmla="*/ 1634490 w 1836451"/>
                <a:gd name="connsiteY27" fmla="*/ 554425 h 1605985"/>
                <a:gd name="connisteX28" fmla="*/ 1699260 w 1836451"/>
                <a:gd name="connsiteY28" fmla="*/ 497275 h 1605985"/>
                <a:gd name="connisteX29" fmla="*/ 1764030 w 1836451"/>
                <a:gd name="connsiteY29" fmla="*/ 466795 h 1605985"/>
                <a:gd name="connisteX30" fmla="*/ 1828800 w 1836451"/>
                <a:gd name="connsiteY30" fmla="*/ 440125 h 1605985"/>
                <a:gd name="connisteX31" fmla="*/ 1821180 w 1836451"/>
                <a:gd name="connsiteY31" fmla="*/ 504895 h 1605985"/>
                <a:gd name="connisteX32" fmla="*/ 1813560 w 1836451"/>
                <a:gd name="connsiteY32" fmla="*/ 569665 h 1605985"/>
                <a:gd name="connisteX33" fmla="*/ 1817370 w 1836451"/>
                <a:gd name="connsiteY33" fmla="*/ 634435 h 1605985"/>
                <a:gd name="connisteX34" fmla="*/ 1821180 w 1836451"/>
                <a:gd name="connsiteY34" fmla="*/ 699205 h 1605985"/>
                <a:gd name="connisteX35" fmla="*/ 1828800 w 1836451"/>
                <a:gd name="connsiteY35" fmla="*/ 763975 h 1605985"/>
                <a:gd name="connisteX36" fmla="*/ 1824990 w 1836451"/>
                <a:gd name="connsiteY36" fmla="*/ 832555 h 1605985"/>
                <a:gd name="connisteX37" fmla="*/ 1832610 w 1836451"/>
                <a:gd name="connsiteY37" fmla="*/ 897325 h 1605985"/>
                <a:gd name="connisteX38" fmla="*/ 1836420 w 1836451"/>
                <a:gd name="connsiteY38" fmla="*/ 962095 h 1605985"/>
                <a:gd name="connisteX39" fmla="*/ 1832610 w 1836451"/>
                <a:gd name="connsiteY39" fmla="*/ 1026865 h 1605985"/>
                <a:gd name="connisteX40" fmla="*/ 1813560 w 1836451"/>
                <a:gd name="connsiteY40" fmla="*/ 1091635 h 1605985"/>
                <a:gd name="connisteX41" fmla="*/ 1748790 w 1836451"/>
                <a:gd name="connsiteY41" fmla="*/ 1133545 h 1605985"/>
                <a:gd name="connisteX42" fmla="*/ 1684020 w 1836451"/>
                <a:gd name="connsiteY42" fmla="*/ 1133545 h 1605985"/>
                <a:gd name="connisteX43" fmla="*/ 1619250 w 1836451"/>
                <a:gd name="connsiteY43" fmla="*/ 1148785 h 1605985"/>
                <a:gd name="connisteX44" fmla="*/ 1592580 w 1836451"/>
                <a:gd name="connsiteY44" fmla="*/ 1217365 h 1605985"/>
                <a:gd name="connisteX45" fmla="*/ 1623060 w 1836451"/>
                <a:gd name="connsiteY45" fmla="*/ 1282135 h 1605985"/>
                <a:gd name="connisteX46" fmla="*/ 1649730 w 1836451"/>
                <a:gd name="connsiteY46" fmla="*/ 1346905 h 1605985"/>
                <a:gd name="connisteX47" fmla="*/ 1691640 w 1836451"/>
                <a:gd name="connsiteY47" fmla="*/ 1411675 h 1605985"/>
                <a:gd name="connisteX48" fmla="*/ 1699260 w 1836451"/>
                <a:gd name="connsiteY48" fmla="*/ 1476445 h 1605985"/>
                <a:gd name="connisteX49" fmla="*/ 1684020 w 1836451"/>
                <a:gd name="connsiteY49" fmla="*/ 1541215 h 1605985"/>
                <a:gd name="connisteX50" fmla="*/ 1645920 w 1836451"/>
                <a:gd name="connsiteY50" fmla="*/ 1605985 h 16059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</a:cxnLst>
              <a:rect l="l" t="t" r="r" b="b"/>
              <a:pathLst>
                <a:path w="1836451" h="1605986">
                  <a:moveTo>
                    <a:pt x="0" y="47696"/>
                  </a:moveTo>
                  <a:cubicBezTo>
                    <a:pt x="11430" y="43886"/>
                    <a:pt x="38100" y="33726"/>
                    <a:pt x="64770" y="28646"/>
                  </a:cubicBezTo>
                  <a:cubicBezTo>
                    <a:pt x="91440" y="23566"/>
                    <a:pt x="106680" y="24836"/>
                    <a:pt x="133350" y="21026"/>
                  </a:cubicBezTo>
                  <a:cubicBezTo>
                    <a:pt x="160020" y="17216"/>
                    <a:pt x="172085" y="13406"/>
                    <a:pt x="198120" y="9596"/>
                  </a:cubicBezTo>
                  <a:cubicBezTo>
                    <a:pt x="224155" y="5786"/>
                    <a:pt x="236855" y="3246"/>
                    <a:pt x="262890" y="1976"/>
                  </a:cubicBezTo>
                  <a:cubicBezTo>
                    <a:pt x="288925" y="706"/>
                    <a:pt x="301625" y="1976"/>
                    <a:pt x="327660" y="1976"/>
                  </a:cubicBezTo>
                  <a:cubicBezTo>
                    <a:pt x="353695" y="1976"/>
                    <a:pt x="366395" y="-2469"/>
                    <a:pt x="392430" y="1976"/>
                  </a:cubicBezTo>
                  <a:cubicBezTo>
                    <a:pt x="418465" y="6421"/>
                    <a:pt x="431165" y="14041"/>
                    <a:pt x="457200" y="24836"/>
                  </a:cubicBezTo>
                  <a:cubicBezTo>
                    <a:pt x="483235" y="35631"/>
                    <a:pt x="496570" y="36266"/>
                    <a:pt x="521970" y="55316"/>
                  </a:cubicBezTo>
                  <a:cubicBezTo>
                    <a:pt x="547370" y="74366"/>
                    <a:pt x="560070" y="94051"/>
                    <a:pt x="582930" y="120086"/>
                  </a:cubicBezTo>
                  <a:cubicBezTo>
                    <a:pt x="605790" y="146121"/>
                    <a:pt x="612775" y="159456"/>
                    <a:pt x="636270" y="184856"/>
                  </a:cubicBezTo>
                  <a:cubicBezTo>
                    <a:pt x="659765" y="210256"/>
                    <a:pt x="675005" y="221686"/>
                    <a:pt x="701040" y="245816"/>
                  </a:cubicBezTo>
                  <a:cubicBezTo>
                    <a:pt x="727075" y="269946"/>
                    <a:pt x="742950" y="281376"/>
                    <a:pt x="765810" y="306776"/>
                  </a:cubicBezTo>
                  <a:cubicBezTo>
                    <a:pt x="788670" y="332176"/>
                    <a:pt x="793750" y="345511"/>
                    <a:pt x="815340" y="371546"/>
                  </a:cubicBezTo>
                  <a:cubicBezTo>
                    <a:pt x="836930" y="397581"/>
                    <a:pt x="848360" y="414726"/>
                    <a:pt x="872490" y="436316"/>
                  </a:cubicBezTo>
                  <a:cubicBezTo>
                    <a:pt x="896620" y="457906"/>
                    <a:pt x="910590" y="465526"/>
                    <a:pt x="937260" y="478226"/>
                  </a:cubicBezTo>
                  <a:cubicBezTo>
                    <a:pt x="963930" y="490926"/>
                    <a:pt x="979170" y="497276"/>
                    <a:pt x="1005840" y="501086"/>
                  </a:cubicBezTo>
                  <a:cubicBezTo>
                    <a:pt x="1032510" y="504896"/>
                    <a:pt x="1044575" y="496641"/>
                    <a:pt x="1070610" y="497276"/>
                  </a:cubicBezTo>
                  <a:cubicBezTo>
                    <a:pt x="1096645" y="497911"/>
                    <a:pt x="1109345" y="496641"/>
                    <a:pt x="1135380" y="504896"/>
                  </a:cubicBezTo>
                  <a:cubicBezTo>
                    <a:pt x="1161415" y="513151"/>
                    <a:pt x="1177290" y="519501"/>
                    <a:pt x="1200150" y="539186"/>
                  </a:cubicBezTo>
                  <a:cubicBezTo>
                    <a:pt x="1223010" y="558871"/>
                    <a:pt x="1226820" y="581096"/>
                    <a:pt x="1249680" y="603956"/>
                  </a:cubicBezTo>
                  <a:cubicBezTo>
                    <a:pt x="1272540" y="626816"/>
                    <a:pt x="1288415" y="637611"/>
                    <a:pt x="1314450" y="653486"/>
                  </a:cubicBezTo>
                  <a:cubicBezTo>
                    <a:pt x="1340485" y="669361"/>
                    <a:pt x="1353185" y="673171"/>
                    <a:pt x="1379220" y="683966"/>
                  </a:cubicBezTo>
                  <a:cubicBezTo>
                    <a:pt x="1405255" y="694761"/>
                    <a:pt x="1417955" y="701746"/>
                    <a:pt x="1443990" y="706826"/>
                  </a:cubicBezTo>
                  <a:cubicBezTo>
                    <a:pt x="1470025" y="711906"/>
                    <a:pt x="1482725" y="715081"/>
                    <a:pt x="1508760" y="710636"/>
                  </a:cubicBezTo>
                  <a:cubicBezTo>
                    <a:pt x="1534795" y="706191"/>
                    <a:pt x="1553210" y="702381"/>
                    <a:pt x="1573530" y="683966"/>
                  </a:cubicBezTo>
                  <a:cubicBezTo>
                    <a:pt x="1593850" y="665551"/>
                    <a:pt x="1599565" y="645231"/>
                    <a:pt x="1611630" y="619196"/>
                  </a:cubicBezTo>
                  <a:cubicBezTo>
                    <a:pt x="1623695" y="593161"/>
                    <a:pt x="1616710" y="578556"/>
                    <a:pt x="1634490" y="554426"/>
                  </a:cubicBezTo>
                  <a:cubicBezTo>
                    <a:pt x="1652270" y="530296"/>
                    <a:pt x="1673225" y="515056"/>
                    <a:pt x="1699260" y="497276"/>
                  </a:cubicBezTo>
                  <a:cubicBezTo>
                    <a:pt x="1725295" y="479496"/>
                    <a:pt x="1737995" y="478226"/>
                    <a:pt x="1764030" y="466796"/>
                  </a:cubicBezTo>
                  <a:cubicBezTo>
                    <a:pt x="1790065" y="455366"/>
                    <a:pt x="1817370" y="432506"/>
                    <a:pt x="1828800" y="440126"/>
                  </a:cubicBezTo>
                  <a:cubicBezTo>
                    <a:pt x="1840230" y="447746"/>
                    <a:pt x="1824355" y="478861"/>
                    <a:pt x="1821180" y="504896"/>
                  </a:cubicBezTo>
                  <a:cubicBezTo>
                    <a:pt x="1818005" y="530931"/>
                    <a:pt x="1814195" y="543631"/>
                    <a:pt x="1813560" y="569666"/>
                  </a:cubicBezTo>
                  <a:cubicBezTo>
                    <a:pt x="1812925" y="595701"/>
                    <a:pt x="1816100" y="608401"/>
                    <a:pt x="1817370" y="634436"/>
                  </a:cubicBezTo>
                  <a:cubicBezTo>
                    <a:pt x="1818640" y="660471"/>
                    <a:pt x="1818640" y="673171"/>
                    <a:pt x="1821180" y="699206"/>
                  </a:cubicBezTo>
                  <a:cubicBezTo>
                    <a:pt x="1823720" y="725241"/>
                    <a:pt x="1828165" y="737306"/>
                    <a:pt x="1828800" y="763976"/>
                  </a:cubicBezTo>
                  <a:cubicBezTo>
                    <a:pt x="1829435" y="790646"/>
                    <a:pt x="1824355" y="805886"/>
                    <a:pt x="1824990" y="832556"/>
                  </a:cubicBezTo>
                  <a:cubicBezTo>
                    <a:pt x="1825625" y="859226"/>
                    <a:pt x="1830070" y="871291"/>
                    <a:pt x="1832610" y="897326"/>
                  </a:cubicBezTo>
                  <a:cubicBezTo>
                    <a:pt x="1835150" y="923361"/>
                    <a:pt x="1836420" y="936061"/>
                    <a:pt x="1836420" y="962096"/>
                  </a:cubicBezTo>
                  <a:cubicBezTo>
                    <a:pt x="1836420" y="988131"/>
                    <a:pt x="1837055" y="1000831"/>
                    <a:pt x="1832610" y="1026866"/>
                  </a:cubicBezTo>
                  <a:cubicBezTo>
                    <a:pt x="1828165" y="1052901"/>
                    <a:pt x="1830070" y="1070046"/>
                    <a:pt x="1813560" y="1091636"/>
                  </a:cubicBezTo>
                  <a:cubicBezTo>
                    <a:pt x="1797050" y="1113226"/>
                    <a:pt x="1774825" y="1125291"/>
                    <a:pt x="1748790" y="1133546"/>
                  </a:cubicBezTo>
                  <a:cubicBezTo>
                    <a:pt x="1722755" y="1141801"/>
                    <a:pt x="1710055" y="1130371"/>
                    <a:pt x="1684020" y="1133546"/>
                  </a:cubicBezTo>
                  <a:cubicBezTo>
                    <a:pt x="1657985" y="1136721"/>
                    <a:pt x="1637665" y="1132276"/>
                    <a:pt x="1619250" y="1148786"/>
                  </a:cubicBezTo>
                  <a:cubicBezTo>
                    <a:pt x="1600835" y="1165296"/>
                    <a:pt x="1591945" y="1190696"/>
                    <a:pt x="1592580" y="1217366"/>
                  </a:cubicBezTo>
                  <a:cubicBezTo>
                    <a:pt x="1593215" y="1244036"/>
                    <a:pt x="1611630" y="1256101"/>
                    <a:pt x="1623060" y="1282136"/>
                  </a:cubicBezTo>
                  <a:cubicBezTo>
                    <a:pt x="1634490" y="1308171"/>
                    <a:pt x="1635760" y="1320871"/>
                    <a:pt x="1649730" y="1346906"/>
                  </a:cubicBezTo>
                  <a:cubicBezTo>
                    <a:pt x="1663700" y="1372941"/>
                    <a:pt x="1681480" y="1385641"/>
                    <a:pt x="1691640" y="1411676"/>
                  </a:cubicBezTo>
                  <a:cubicBezTo>
                    <a:pt x="1701800" y="1437711"/>
                    <a:pt x="1700530" y="1450411"/>
                    <a:pt x="1699260" y="1476446"/>
                  </a:cubicBezTo>
                  <a:cubicBezTo>
                    <a:pt x="1697990" y="1502481"/>
                    <a:pt x="1694815" y="1515181"/>
                    <a:pt x="1684020" y="1541216"/>
                  </a:cubicBezTo>
                  <a:cubicBezTo>
                    <a:pt x="1673225" y="1567251"/>
                    <a:pt x="1653540" y="1594556"/>
                    <a:pt x="1645920" y="16059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rot="0">
            <a:off x="6212205" y="2990850"/>
            <a:ext cx="11591290" cy="4265930"/>
            <a:chOff x="6240" y="6080"/>
            <a:chExt cx="6762" cy="2486"/>
          </a:xfrm>
        </p:grpSpPr>
        <p:sp>
          <p:nvSpPr>
            <p:cNvPr id="23" name="任意多边形 22"/>
            <p:cNvSpPr/>
            <p:nvPr/>
          </p:nvSpPr>
          <p:spPr>
            <a:xfrm>
              <a:off x="6240" y="6080"/>
              <a:ext cx="5160" cy="2486"/>
            </a:xfrm>
            <a:custGeom>
              <a:avLst/>
              <a:gdLst>
                <a:gd name="connsiteX0" fmla="*/ 0 w 5160"/>
                <a:gd name="connsiteY0" fmla="*/ 122 h 2485"/>
                <a:gd name="connsiteX1" fmla="*/ 108 w 5160"/>
                <a:gd name="connsiteY1" fmla="*/ 122 h 2485"/>
                <a:gd name="connsiteX2" fmla="*/ 210 w 5160"/>
                <a:gd name="connsiteY2" fmla="*/ 104 h 2485"/>
                <a:gd name="connsiteX3" fmla="*/ 312 w 5160"/>
                <a:gd name="connsiteY3" fmla="*/ 80 h 2485"/>
                <a:gd name="connsiteX4" fmla="*/ 414 w 5160"/>
                <a:gd name="connsiteY4" fmla="*/ 44 h 2485"/>
                <a:gd name="connsiteX5" fmla="*/ 516 w 5160"/>
                <a:gd name="connsiteY5" fmla="*/ 2 h 2485"/>
                <a:gd name="connsiteX6" fmla="*/ 618 w 5160"/>
                <a:gd name="connsiteY6" fmla="*/ 92 h 2485"/>
                <a:gd name="connsiteX7" fmla="*/ 720 w 5160"/>
                <a:gd name="connsiteY7" fmla="*/ 194 h 2485"/>
                <a:gd name="connsiteX8" fmla="*/ 822 w 5160"/>
                <a:gd name="connsiteY8" fmla="*/ 272 h 2485"/>
                <a:gd name="connsiteX9" fmla="*/ 924 w 5160"/>
                <a:gd name="connsiteY9" fmla="*/ 296 h 2485"/>
                <a:gd name="connsiteX10" fmla="*/ 1002 w 5160"/>
                <a:gd name="connsiteY10" fmla="*/ 398 h 2485"/>
                <a:gd name="connsiteX11" fmla="*/ 1080 w 5160"/>
                <a:gd name="connsiteY11" fmla="*/ 500 h 2485"/>
                <a:gd name="connsiteX12" fmla="*/ 1146 w 5160"/>
                <a:gd name="connsiteY12" fmla="*/ 602 h 2485"/>
                <a:gd name="connsiteX13" fmla="*/ 1260 w 5160"/>
                <a:gd name="connsiteY13" fmla="*/ 704 h 2485"/>
                <a:gd name="connsiteX14" fmla="*/ 1344 w 5160"/>
                <a:gd name="connsiteY14" fmla="*/ 806 h 2485"/>
                <a:gd name="connsiteX15" fmla="*/ 1398 w 5160"/>
                <a:gd name="connsiteY15" fmla="*/ 908 h 2485"/>
                <a:gd name="connsiteX16" fmla="*/ 1368 w 5160"/>
                <a:gd name="connsiteY16" fmla="*/ 1010 h 2485"/>
                <a:gd name="connsiteX17" fmla="*/ 1422 w 5160"/>
                <a:gd name="connsiteY17" fmla="*/ 1112 h 2485"/>
                <a:gd name="connsiteX18" fmla="*/ 1464 w 5160"/>
                <a:gd name="connsiteY18" fmla="*/ 1214 h 2485"/>
                <a:gd name="connsiteX19" fmla="*/ 1482 w 5160"/>
                <a:gd name="connsiteY19" fmla="*/ 1322 h 2485"/>
                <a:gd name="connsiteX20" fmla="*/ 1482 w 5160"/>
                <a:gd name="connsiteY20" fmla="*/ 1430 h 2485"/>
                <a:gd name="connsiteX21" fmla="*/ 1482 w 5160"/>
                <a:gd name="connsiteY21" fmla="*/ 1532 h 2485"/>
                <a:gd name="connsiteX22" fmla="*/ 1488 w 5160"/>
                <a:gd name="connsiteY22" fmla="*/ 1634 h 2485"/>
                <a:gd name="connsiteX23" fmla="*/ 1500 w 5160"/>
                <a:gd name="connsiteY23" fmla="*/ 1736 h 2485"/>
                <a:gd name="connsiteX24" fmla="*/ 1512 w 5160"/>
                <a:gd name="connsiteY24" fmla="*/ 1838 h 2485"/>
                <a:gd name="connsiteX25" fmla="*/ 1530 w 5160"/>
                <a:gd name="connsiteY25" fmla="*/ 1940 h 2485"/>
                <a:gd name="connsiteX26" fmla="*/ 1560 w 5160"/>
                <a:gd name="connsiteY26" fmla="*/ 2042 h 2485"/>
                <a:gd name="connsiteX27" fmla="*/ 1620 w 5160"/>
                <a:gd name="connsiteY27" fmla="*/ 2144 h 2485"/>
                <a:gd name="connsiteX28" fmla="*/ 1674 w 5160"/>
                <a:gd name="connsiteY28" fmla="*/ 2252 h 2485"/>
                <a:gd name="connsiteX29" fmla="*/ 1722 w 5160"/>
                <a:gd name="connsiteY29" fmla="*/ 2150 h 2485"/>
                <a:gd name="connsiteX30" fmla="*/ 1722 w 5160"/>
                <a:gd name="connsiteY30" fmla="*/ 2048 h 2485"/>
                <a:gd name="connsiteX31" fmla="*/ 1824 w 5160"/>
                <a:gd name="connsiteY31" fmla="*/ 2054 h 2485"/>
                <a:gd name="connsiteX32" fmla="*/ 1830 w 5160"/>
                <a:gd name="connsiteY32" fmla="*/ 2156 h 2485"/>
                <a:gd name="connsiteX33" fmla="*/ 1794 w 5160"/>
                <a:gd name="connsiteY33" fmla="*/ 2258 h 2485"/>
                <a:gd name="connsiteX34" fmla="*/ 1788 w 5160"/>
                <a:gd name="connsiteY34" fmla="*/ 2360 h 2485"/>
                <a:gd name="connsiteX35" fmla="*/ 1890 w 5160"/>
                <a:gd name="connsiteY35" fmla="*/ 2420 h 2485"/>
                <a:gd name="connsiteX36" fmla="*/ 1992 w 5160"/>
                <a:gd name="connsiteY36" fmla="*/ 2438 h 2485"/>
                <a:gd name="connsiteX37" fmla="*/ 2088 w 5160"/>
                <a:gd name="connsiteY37" fmla="*/ 2330 h 2485"/>
                <a:gd name="connsiteX38" fmla="*/ 2154 w 5160"/>
                <a:gd name="connsiteY38" fmla="*/ 2438 h 2485"/>
                <a:gd name="connsiteX39" fmla="*/ 2256 w 5160"/>
                <a:gd name="connsiteY39" fmla="*/ 2486 h 2485"/>
                <a:gd name="connsiteX40" fmla="*/ 2358 w 5160"/>
                <a:gd name="connsiteY40" fmla="*/ 2432 h 2485"/>
                <a:gd name="connsiteX41" fmla="*/ 2460 w 5160"/>
                <a:gd name="connsiteY41" fmla="*/ 2330 h 2485"/>
                <a:gd name="connsiteX42" fmla="*/ 2448 w 5160"/>
                <a:gd name="connsiteY42" fmla="*/ 2228 h 2485"/>
                <a:gd name="connsiteX43" fmla="*/ 2436 w 5160"/>
                <a:gd name="connsiteY43" fmla="*/ 2126 h 2485"/>
                <a:gd name="connsiteX44" fmla="*/ 2538 w 5160"/>
                <a:gd name="connsiteY44" fmla="*/ 2036 h 2485"/>
                <a:gd name="connsiteX45" fmla="*/ 2580 w 5160"/>
                <a:gd name="connsiteY45" fmla="*/ 1928 h 2485"/>
                <a:gd name="connsiteX46" fmla="*/ 2598 w 5160"/>
                <a:gd name="connsiteY46" fmla="*/ 1826 h 2485"/>
                <a:gd name="connsiteX47" fmla="*/ 2700 w 5160"/>
                <a:gd name="connsiteY47" fmla="*/ 1778 h 2485"/>
                <a:gd name="connsiteX48" fmla="*/ 2802 w 5160"/>
                <a:gd name="connsiteY48" fmla="*/ 1712 h 2485"/>
                <a:gd name="connsiteX49" fmla="*/ 2904 w 5160"/>
                <a:gd name="connsiteY49" fmla="*/ 1676 h 2485"/>
                <a:gd name="connsiteX50" fmla="*/ 3006 w 5160"/>
                <a:gd name="connsiteY50" fmla="*/ 1652 h 2485"/>
                <a:gd name="connsiteX51" fmla="*/ 3108 w 5160"/>
                <a:gd name="connsiteY51" fmla="*/ 1616 h 2485"/>
                <a:gd name="connsiteX52" fmla="*/ 3222 w 5160"/>
                <a:gd name="connsiteY52" fmla="*/ 1538 h 2485"/>
                <a:gd name="connsiteX53" fmla="*/ 3288 w 5160"/>
                <a:gd name="connsiteY53" fmla="*/ 1436 h 2485"/>
                <a:gd name="connsiteX54" fmla="*/ 3390 w 5160"/>
                <a:gd name="connsiteY54" fmla="*/ 1400 h 2485"/>
                <a:gd name="connsiteX55" fmla="*/ 3492 w 5160"/>
                <a:gd name="connsiteY55" fmla="*/ 1370 h 2485"/>
                <a:gd name="connsiteX56" fmla="*/ 3588 w 5160"/>
                <a:gd name="connsiteY56" fmla="*/ 1268 h 2485"/>
                <a:gd name="connsiteX57" fmla="*/ 3606 w 5160"/>
                <a:gd name="connsiteY57" fmla="*/ 1160 h 2485"/>
                <a:gd name="connsiteX58" fmla="*/ 3690 w 5160"/>
                <a:gd name="connsiteY58" fmla="*/ 1058 h 2485"/>
                <a:gd name="connsiteX59" fmla="*/ 3792 w 5160"/>
                <a:gd name="connsiteY59" fmla="*/ 998 h 2485"/>
                <a:gd name="connsiteX60" fmla="*/ 3894 w 5160"/>
                <a:gd name="connsiteY60" fmla="*/ 992 h 2485"/>
                <a:gd name="connsiteX61" fmla="*/ 3996 w 5160"/>
                <a:gd name="connsiteY61" fmla="*/ 986 h 2485"/>
                <a:gd name="connsiteX62" fmla="*/ 4098 w 5160"/>
                <a:gd name="connsiteY62" fmla="*/ 956 h 2485"/>
                <a:gd name="connsiteX63" fmla="*/ 4200 w 5160"/>
                <a:gd name="connsiteY63" fmla="*/ 950 h 2485"/>
                <a:gd name="connsiteX64" fmla="*/ 4308 w 5160"/>
                <a:gd name="connsiteY64" fmla="*/ 968 h 2485"/>
                <a:gd name="connsiteX65" fmla="*/ 4410 w 5160"/>
                <a:gd name="connsiteY65" fmla="*/ 1004 h 2485"/>
                <a:gd name="connsiteX66" fmla="*/ 4512 w 5160"/>
                <a:gd name="connsiteY66" fmla="*/ 1052 h 2485"/>
                <a:gd name="connsiteX67" fmla="*/ 4614 w 5160"/>
                <a:gd name="connsiteY67" fmla="*/ 1106 h 2485"/>
                <a:gd name="connsiteX68" fmla="*/ 4716 w 5160"/>
                <a:gd name="connsiteY68" fmla="*/ 1184 h 2485"/>
                <a:gd name="connsiteX69" fmla="*/ 4818 w 5160"/>
                <a:gd name="connsiteY69" fmla="*/ 1214 h 2485"/>
                <a:gd name="connsiteX70" fmla="*/ 4920 w 5160"/>
                <a:gd name="connsiteY70" fmla="*/ 1190 h 2485"/>
                <a:gd name="connsiteX71" fmla="*/ 5022 w 5160"/>
                <a:gd name="connsiteY71" fmla="*/ 1088 h 2485"/>
                <a:gd name="connsiteX72" fmla="*/ 5058 w 5160"/>
                <a:gd name="connsiteY72" fmla="*/ 986 h 2485"/>
                <a:gd name="connsiteX73" fmla="*/ 5160 w 5160"/>
                <a:gd name="connsiteY73" fmla="*/ 950 h 2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60" h="2486">
                  <a:moveTo>
                    <a:pt x="0" y="122"/>
                  </a:moveTo>
                  <a:cubicBezTo>
                    <a:pt x="20" y="122"/>
                    <a:pt x="66" y="126"/>
                    <a:pt x="108" y="122"/>
                  </a:cubicBezTo>
                  <a:cubicBezTo>
                    <a:pt x="150" y="118"/>
                    <a:pt x="169" y="112"/>
                    <a:pt x="210" y="104"/>
                  </a:cubicBezTo>
                  <a:cubicBezTo>
                    <a:pt x="251" y="96"/>
                    <a:pt x="271" y="92"/>
                    <a:pt x="312" y="80"/>
                  </a:cubicBezTo>
                  <a:cubicBezTo>
                    <a:pt x="353" y="68"/>
                    <a:pt x="373" y="60"/>
                    <a:pt x="414" y="44"/>
                  </a:cubicBezTo>
                  <a:cubicBezTo>
                    <a:pt x="455" y="28"/>
                    <a:pt x="475" y="-8"/>
                    <a:pt x="516" y="2"/>
                  </a:cubicBezTo>
                  <a:cubicBezTo>
                    <a:pt x="557" y="12"/>
                    <a:pt x="577" y="54"/>
                    <a:pt x="618" y="92"/>
                  </a:cubicBezTo>
                  <a:cubicBezTo>
                    <a:pt x="659" y="130"/>
                    <a:pt x="679" y="158"/>
                    <a:pt x="720" y="194"/>
                  </a:cubicBezTo>
                  <a:cubicBezTo>
                    <a:pt x="761" y="230"/>
                    <a:pt x="781" y="252"/>
                    <a:pt x="822" y="272"/>
                  </a:cubicBezTo>
                  <a:cubicBezTo>
                    <a:pt x="863" y="292"/>
                    <a:pt x="888" y="271"/>
                    <a:pt x="924" y="296"/>
                  </a:cubicBezTo>
                  <a:cubicBezTo>
                    <a:pt x="960" y="321"/>
                    <a:pt x="971" y="357"/>
                    <a:pt x="1002" y="398"/>
                  </a:cubicBezTo>
                  <a:cubicBezTo>
                    <a:pt x="1033" y="439"/>
                    <a:pt x="1051" y="459"/>
                    <a:pt x="1080" y="500"/>
                  </a:cubicBezTo>
                  <a:cubicBezTo>
                    <a:pt x="1109" y="541"/>
                    <a:pt x="1110" y="561"/>
                    <a:pt x="1146" y="602"/>
                  </a:cubicBezTo>
                  <a:cubicBezTo>
                    <a:pt x="1182" y="643"/>
                    <a:pt x="1220" y="663"/>
                    <a:pt x="1260" y="704"/>
                  </a:cubicBezTo>
                  <a:cubicBezTo>
                    <a:pt x="1300" y="745"/>
                    <a:pt x="1316" y="765"/>
                    <a:pt x="1344" y="806"/>
                  </a:cubicBezTo>
                  <a:cubicBezTo>
                    <a:pt x="1372" y="847"/>
                    <a:pt x="1393" y="867"/>
                    <a:pt x="1398" y="908"/>
                  </a:cubicBezTo>
                  <a:cubicBezTo>
                    <a:pt x="1403" y="949"/>
                    <a:pt x="1363" y="969"/>
                    <a:pt x="1368" y="1010"/>
                  </a:cubicBezTo>
                  <a:cubicBezTo>
                    <a:pt x="1373" y="1051"/>
                    <a:pt x="1403" y="1071"/>
                    <a:pt x="1422" y="1112"/>
                  </a:cubicBezTo>
                  <a:cubicBezTo>
                    <a:pt x="1441" y="1153"/>
                    <a:pt x="1452" y="1172"/>
                    <a:pt x="1464" y="1214"/>
                  </a:cubicBezTo>
                  <a:cubicBezTo>
                    <a:pt x="1476" y="1256"/>
                    <a:pt x="1478" y="1279"/>
                    <a:pt x="1482" y="1322"/>
                  </a:cubicBezTo>
                  <a:cubicBezTo>
                    <a:pt x="1486" y="1365"/>
                    <a:pt x="1482" y="1388"/>
                    <a:pt x="1482" y="1430"/>
                  </a:cubicBezTo>
                  <a:cubicBezTo>
                    <a:pt x="1482" y="1472"/>
                    <a:pt x="1481" y="1491"/>
                    <a:pt x="1482" y="1532"/>
                  </a:cubicBezTo>
                  <a:cubicBezTo>
                    <a:pt x="1483" y="1573"/>
                    <a:pt x="1484" y="1593"/>
                    <a:pt x="1488" y="1634"/>
                  </a:cubicBezTo>
                  <a:cubicBezTo>
                    <a:pt x="1492" y="1675"/>
                    <a:pt x="1495" y="1695"/>
                    <a:pt x="1500" y="1736"/>
                  </a:cubicBezTo>
                  <a:cubicBezTo>
                    <a:pt x="1505" y="1777"/>
                    <a:pt x="1506" y="1797"/>
                    <a:pt x="1512" y="1838"/>
                  </a:cubicBezTo>
                  <a:cubicBezTo>
                    <a:pt x="1518" y="1879"/>
                    <a:pt x="1520" y="1899"/>
                    <a:pt x="1530" y="1940"/>
                  </a:cubicBezTo>
                  <a:cubicBezTo>
                    <a:pt x="1540" y="1981"/>
                    <a:pt x="1542" y="2001"/>
                    <a:pt x="1560" y="2042"/>
                  </a:cubicBezTo>
                  <a:cubicBezTo>
                    <a:pt x="1578" y="2083"/>
                    <a:pt x="1597" y="2102"/>
                    <a:pt x="1620" y="2144"/>
                  </a:cubicBezTo>
                  <a:cubicBezTo>
                    <a:pt x="1643" y="2186"/>
                    <a:pt x="1654" y="2251"/>
                    <a:pt x="1674" y="2252"/>
                  </a:cubicBezTo>
                  <a:cubicBezTo>
                    <a:pt x="1694" y="2253"/>
                    <a:pt x="1712" y="2191"/>
                    <a:pt x="1722" y="2150"/>
                  </a:cubicBezTo>
                  <a:cubicBezTo>
                    <a:pt x="1732" y="2109"/>
                    <a:pt x="1702" y="2067"/>
                    <a:pt x="1722" y="2048"/>
                  </a:cubicBezTo>
                  <a:cubicBezTo>
                    <a:pt x="1742" y="2029"/>
                    <a:pt x="1802" y="2032"/>
                    <a:pt x="1824" y="2054"/>
                  </a:cubicBezTo>
                  <a:cubicBezTo>
                    <a:pt x="1846" y="2076"/>
                    <a:pt x="1836" y="2115"/>
                    <a:pt x="1830" y="2156"/>
                  </a:cubicBezTo>
                  <a:cubicBezTo>
                    <a:pt x="1824" y="2197"/>
                    <a:pt x="1802" y="2217"/>
                    <a:pt x="1794" y="2258"/>
                  </a:cubicBezTo>
                  <a:cubicBezTo>
                    <a:pt x="1786" y="2299"/>
                    <a:pt x="1769" y="2328"/>
                    <a:pt x="1788" y="2360"/>
                  </a:cubicBezTo>
                  <a:cubicBezTo>
                    <a:pt x="1807" y="2392"/>
                    <a:pt x="1849" y="2404"/>
                    <a:pt x="1890" y="2420"/>
                  </a:cubicBezTo>
                  <a:cubicBezTo>
                    <a:pt x="1931" y="2436"/>
                    <a:pt x="1952" y="2456"/>
                    <a:pt x="1992" y="2438"/>
                  </a:cubicBezTo>
                  <a:cubicBezTo>
                    <a:pt x="2032" y="2420"/>
                    <a:pt x="2056" y="2330"/>
                    <a:pt x="2088" y="2330"/>
                  </a:cubicBezTo>
                  <a:cubicBezTo>
                    <a:pt x="2120" y="2330"/>
                    <a:pt x="2120" y="2407"/>
                    <a:pt x="2154" y="2438"/>
                  </a:cubicBezTo>
                  <a:cubicBezTo>
                    <a:pt x="2188" y="2469"/>
                    <a:pt x="2215" y="2487"/>
                    <a:pt x="2256" y="2486"/>
                  </a:cubicBezTo>
                  <a:cubicBezTo>
                    <a:pt x="2297" y="2485"/>
                    <a:pt x="2317" y="2463"/>
                    <a:pt x="2358" y="2432"/>
                  </a:cubicBezTo>
                  <a:cubicBezTo>
                    <a:pt x="2399" y="2401"/>
                    <a:pt x="2442" y="2371"/>
                    <a:pt x="2460" y="2330"/>
                  </a:cubicBezTo>
                  <a:cubicBezTo>
                    <a:pt x="2478" y="2289"/>
                    <a:pt x="2453" y="2269"/>
                    <a:pt x="2448" y="2228"/>
                  </a:cubicBezTo>
                  <a:cubicBezTo>
                    <a:pt x="2443" y="2187"/>
                    <a:pt x="2418" y="2164"/>
                    <a:pt x="2436" y="2126"/>
                  </a:cubicBezTo>
                  <a:cubicBezTo>
                    <a:pt x="2454" y="2088"/>
                    <a:pt x="2509" y="2076"/>
                    <a:pt x="2538" y="2036"/>
                  </a:cubicBezTo>
                  <a:cubicBezTo>
                    <a:pt x="2567" y="1996"/>
                    <a:pt x="2568" y="1970"/>
                    <a:pt x="2580" y="1928"/>
                  </a:cubicBezTo>
                  <a:cubicBezTo>
                    <a:pt x="2592" y="1886"/>
                    <a:pt x="2574" y="1856"/>
                    <a:pt x="2598" y="1826"/>
                  </a:cubicBezTo>
                  <a:cubicBezTo>
                    <a:pt x="2622" y="1796"/>
                    <a:pt x="2659" y="1801"/>
                    <a:pt x="2700" y="1778"/>
                  </a:cubicBezTo>
                  <a:cubicBezTo>
                    <a:pt x="2741" y="1755"/>
                    <a:pt x="2761" y="1732"/>
                    <a:pt x="2802" y="1712"/>
                  </a:cubicBezTo>
                  <a:cubicBezTo>
                    <a:pt x="2843" y="1692"/>
                    <a:pt x="2863" y="1688"/>
                    <a:pt x="2904" y="1676"/>
                  </a:cubicBezTo>
                  <a:cubicBezTo>
                    <a:pt x="2945" y="1664"/>
                    <a:pt x="2965" y="1664"/>
                    <a:pt x="3006" y="1652"/>
                  </a:cubicBezTo>
                  <a:cubicBezTo>
                    <a:pt x="3047" y="1640"/>
                    <a:pt x="3065" y="1639"/>
                    <a:pt x="3108" y="1616"/>
                  </a:cubicBezTo>
                  <a:cubicBezTo>
                    <a:pt x="3151" y="1593"/>
                    <a:pt x="3186" y="1574"/>
                    <a:pt x="3222" y="1538"/>
                  </a:cubicBezTo>
                  <a:cubicBezTo>
                    <a:pt x="3258" y="1502"/>
                    <a:pt x="3254" y="1464"/>
                    <a:pt x="3288" y="1436"/>
                  </a:cubicBezTo>
                  <a:cubicBezTo>
                    <a:pt x="3322" y="1408"/>
                    <a:pt x="3349" y="1413"/>
                    <a:pt x="3390" y="1400"/>
                  </a:cubicBezTo>
                  <a:cubicBezTo>
                    <a:pt x="3431" y="1387"/>
                    <a:pt x="3452" y="1396"/>
                    <a:pt x="3492" y="1370"/>
                  </a:cubicBezTo>
                  <a:cubicBezTo>
                    <a:pt x="3532" y="1344"/>
                    <a:pt x="3565" y="1310"/>
                    <a:pt x="3588" y="1268"/>
                  </a:cubicBezTo>
                  <a:cubicBezTo>
                    <a:pt x="3611" y="1226"/>
                    <a:pt x="3586" y="1202"/>
                    <a:pt x="3606" y="1160"/>
                  </a:cubicBezTo>
                  <a:cubicBezTo>
                    <a:pt x="3626" y="1118"/>
                    <a:pt x="3653" y="1090"/>
                    <a:pt x="3690" y="1058"/>
                  </a:cubicBezTo>
                  <a:cubicBezTo>
                    <a:pt x="3727" y="1026"/>
                    <a:pt x="3751" y="1011"/>
                    <a:pt x="3792" y="998"/>
                  </a:cubicBezTo>
                  <a:cubicBezTo>
                    <a:pt x="3833" y="985"/>
                    <a:pt x="3853" y="994"/>
                    <a:pt x="3894" y="992"/>
                  </a:cubicBezTo>
                  <a:cubicBezTo>
                    <a:pt x="3935" y="990"/>
                    <a:pt x="3955" y="993"/>
                    <a:pt x="3996" y="986"/>
                  </a:cubicBezTo>
                  <a:cubicBezTo>
                    <a:pt x="4037" y="979"/>
                    <a:pt x="4057" y="963"/>
                    <a:pt x="4098" y="956"/>
                  </a:cubicBezTo>
                  <a:cubicBezTo>
                    <a:pt x="4139" y="949"/>
                    <a:pt x="4158" y="948"/>
                    <a:pt x="4200" y="950"/>
                  </a:cubicBezTo>
                  <a:cubicBezTo>
                    <a:pt x="4242" y="952"/>
                    <a:pt x="4266" y="957"/>
                    <a:pt x="4308" y="968"/>
                  </a:cubicBezTo>
                  <a:cubicBezTo>
                    <a:pt x="4350" y="979"/>
                    <a:pt x="4369" y="987"/>
                    <a:pt x="4410" y="1004"/>
                  </a:cubicBezTo>
                  <a:cubicBezTo>
                    <a:pt x="4451" y="1021"/>
                    <a:pt x="4471" y="1032"/>
                    <a:pt x="4512" y="1052"/>
                  </a:cubicBezTo>
                  <a:cubicBezTo>
                    <a:pt x="4553" y="1072"/>
                    <a:pt x="4573" y="1080"/>
                    <a:pt x="4614" y="1106"/>
                  </a:cubicBezTo>
                  <a:cubicBezTo>
                    <a:pt x="4655" y="1132"/>
                    <a:pt x="4675" y="1162"/>
                    <a:pt x="4716" y="1184"/>
                  </a:cubicBezTo>
                  <a:cubicBezTo>
                    <a:pt x="4757" y="1206"/>
                    <a:pt x="4777" y="1213"/>
                    <a:pt x="4818" y="1214"/>
                  </a:cubicBezTo>
                  <a:cubicBezTo>
                    <a:pt x="4859" y="1215"/>
                    <a:pt x="4879" y="1215"/>
                    <a:pt x="4920" y="1190"/>
                  </a:cubicBezTo>
                  <a:cubicBezTo>
                    <a:pt x="4961" y="1165"/>
                    <a:pt x="4994" y="1129"/>
                    <a:pt x="5022" y="1088"/>
                  </a:cubicBezTo>
                  <a:cubicBezTo>
                    <a:pt x="5050" y="1047"/>
                    <a:pt x="5030" y="1014"/>
                    <a:pt x="5058" y="986"/>
                  </a:cubicBezTo>
                  <a:cubicBezTo>
                    <a:pt x="5086" y="958"/>
                    <a:pt x="5119" y="954"/>
                    <a:pt x="5160" y="95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1370" y="6379"/>
              <a:ext cx="1632" cy="845"/>
            </a:xfrm>
            <a:custGeom>
              <a:avLst/>
              <a:gdLst>
                <a:gd name="connsiteX0" fmla="*/ 0 w 1632"/>
                <a:gd name="connsiteY0" fmla="*/ 661 h 844"/>
                <a:gd name="connsiteX1" fmla="*/ 102 w 1632"/>
                <a:gd name="connsiteY1" fmla="*/ 643 h 844"/>
                <a:gd name="connsiteX2" fmla="*/ 204 w 1632"/>
                <a:gd name="connsiteY2" fmla="*/ 739 h 844"/>
                <a:gd name="connsiteX3" fmla="*/ 306 w 1632"/>
                <a:gd name="connsiteY3" fmla="*/ 823 h 844"/>
                <a:gd name="connsiteX4" fmla="*/ 408 w 1632"/>
                <a:gd name="connsiteY4" fmla="*/ 841 h 844"/>
                <a:gd name="connsiteX5" fmla="*/ 516 w 1632"/>
                <a:gd name="connsiteY5" fmla="*/ 781 h 844"/>
                <a:gd name="connsiteX6" fmla="*/ 588 w 1632"/>
                <a:gd name="connsiteY6" fmla="*/ 673 h 844"/>
                <a:gd name="connsiteX7" fmla="*/ 642 w 1632"/>
                <a:gd name="connsiteY7" fmla="*/ 570 h 844"/>
                <a:gd name="connsiteX8" fmla="*/ 744 w 1632"/>
                <a:gd name="connsiteY8" fmla="*/ 468 h 844"/>
                <a:gd name="connsiteX9" fmla="*/ 840 w 1632"/>
                <a:gd name="connsiteY9" fmla="*/ 366 h 844"/>
                <a:gd name="connsiteX10" fmla="*/ 882 w 1632"/>
                <a:gd name="connsiteY10" fmla="*/ 264 h 844"/>
                <a:gd name="connsiteX11" fmla="*/ 900 w 1632"/>
                <a:gd name="connsiteY11" fmla="*/ 162 h 844"/>
                <a:gd name="connsiteX12" fmla="*/ 900 w 1632"/>
                <a:gd name="connsiteY12" fmla="*/ 60 h 844"/>
                <a:gd name="connsiteX13" fmla="*/ 1002 w 1632"/>
                <a:gd name="connsiteY13" fmla="*/ 12 h 844"/>
                <a:gd name="connsiteX14" fmla="*/ 1104 w 1632"/>
                <a:gd name="connsiteY14" fmla="*/ 0 h 844"/>
                <a:gd name="connsiteX15" fmla="*/ 1206 w 1632"/>
                <a:gd name="connsiteY15" fmla="*/ 31 h 844"/>
                <a:gd name="connsiteX16" fmla="*/ 1320 w 1632"/>
                <a:gd name="connsiteY16" fmla="*/ 85 h 844"/>
                <a:gd name="connsiteX17" fmla="*/ 1404 w 1632"/>
                <a:gd name="connsiteY17" fmla="*/ 127 h 844"/>
                <a:gd name="connsiteX18" fmla="*/ 1536 w 1632"/>
                <a:gd name="connsiteY18" fmla="*/ 156 h 844"/>
                <a:gd name="connsiteX19" fmla="*/ 1632 w 1632"/>
                <a:gd name="connsiteY19" fmla="*/ 211 h 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32" h="845">
                  <a:moveTo>
                    <a:pt x="0" y="661"/>
                  </a:moveTo>
                  <a:cubicBezTo>
                    <a:pt x="18" y="655"/>
                    <a:pt x="61" y="626"/>
                    <a:pt x="102" y="643"/>
                  </a:cubicBezTo>
                  <a:cubicBezTo>
                    <a:pt x="143" y="659"/>
                    <a:pt x="163" y="703"/>
                    <a:pt x="204" y="739"/>
                  </a:cubicBezTo>
                  <a:cubicBezTo>
                    <a:pt x="245" y="775"/>
                    <a:pt x="265" y="803"/>
                    <a:pt x="306" y="823"/>
                  </a:cubicBezTo>
                  <a:cubicBezTo>
                    <a:pt x="347" y="843"/>
                    <a:pt x="366" y="849"/>
                    <a:pt x="408" y="841"/>
                  </a:cubicBezTo>
                  <a:cubicBezTo>
                    <a:pt x="450" y="833"/>
                    <a:pt x="480" y="815"/>
                    <a:pt x="516" y="781"/>
                  </a:cubicBezTo>
                  <a:cubicBezTo>
                    <a:pt x="552" y="747"/>
                    <a:pt x="563" y="715"/>
                    <a:pt x="588" y="673"/>
                  </a:cubicBezTo>
                  <a:cubicBezTo>
                    <a:pt x="613" y="631"/>
                    <a:pt x="611" y="611"/>
                    <a:pt x="642" y="570"/>
                  </a:cubicBezTo>
                  <a:cubicBezTo>
                    <a:pt x="673" y="529"/>
                    <a:pt x="704" y="509"/>
                    <a:pt x="744" y="468"/>
                  </a:cubicBezTo>
                  <a:cubicBezTo>
                    <a:pt x="784" y="427"/>
                    <a:pt x="812" y="407"/>
                    <a:pt x="840" y="366"/>
                  </a:cubicBezTo>
                  <a:cubicBezTo>
                    <a:pt x="868" y="325"/>
                    <a:pt x="870" y="305"/>
                    <a:pt x="882" y="264"/>
                  </a:cubicBezTo>
                  <a:cubicBezTo>
                    <a:pt x="894" y="223"/>
                    <a:pt x="896" y="203"/>
                    <a:pt x="900" y="162"/>
                  </a:cubicBezTo>
                  <a:cubicBezTo>
                    <a:pt x="904" y="121"/>
                    <a:pt x="880" y="90"/>
                    <a:pt x="900" y="60"/>
                  </a:cubicBezTo>
                  <a:cubicBezTo>
                    <a:pt x="920" y="30"/>
                    <a:pt x="961" y="24"/>
                    <a:pt x="1002" y="12"/>
                  </a:cubicBezTo>
                  <a:cubicBezTo>
                    <a:pt x="1043" y="0"/>
                    <a:pt x="1063" y="-1"/>
                    <a:pt x="1104" y="0"/>
                  </a:cubicBezTo>
                  <a:cubicBezTo>
                    <a:pt x="1145" y="1"/>
                    <a:pt x="1165" y="25"/>
                    <a:pt x="1206" y="31"/>
                  </a:cubicBezTo>
                  <a:cubicBezTo>
                    <a:pt x="1247" y="37"/>
                    <a:pt x="1278" y="79"/>
                    <a:pt x="1320" y="85"/>
                  </a:cubicBezTo>
                  <a:cubicBezTo>
                    <a:pt x="1362" y="91"/>
                    <a:pt x="1362" y="122"/>
                    <a:pt x="1404" y="127"/>
                  </a:cubicBezTo>
                  <a:cubicBezTo>
                    <a:pt x="1446" y="132"/>
                    <a:pt x="1495" y="150"/>
                    <a:pt x="1536" y="156"/>
                  </a:cubicBezTo>
                  <a:cubicBezTo>
                    <a:pt x="1577" y="162"/>
                    <a:pt x="1614" y="206"/>
                    <a:pt x="1632" y="211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 rot="0">
            <a:off x="7656830" y="-135255"/>
            <a:ext cx="8611235" cy="3810000"/>
            <a:chOff x="7128" y="4257"/>
            <a:chExt cx="5024" cy="2220"/>
          </a:xfrm>
        </p:grpSpPr>
        <p:sp>
          <p:nvSpPr>
            <p:cNvPr id="26" name="任意多边形 25"/>
            <p:cNvSpPr/>
            <p:nvPr/>
          </p:nvSpPr>
          <p:spPr>
            <a:xfrm>
              <a:off x="7128" y="5667"/>
              <a:ext cx="1768" cy="811"/>
            </a:xfrm>
            <a:custGeom>
              <a:avLst/>
              <a:gdLst>
                <a:gd name="connsiteX0" fmla="*/ 0 w 1768"/>
                <a:gd name="connsiteY0" fmla="*/ 280 h 811"/>
                <a:gd name="connsiteX1" fmla="*/ 104 w 1768"/>
                <a:gd name="connsiteY1" fmla="*/ 284 h 811"/>
                <a:gd name="connsiteX2" fmla="*/ 208 w 1768"/>
                <a:gd name="connsiteY2" fmla="*/ 320 h 811"/>
                <a:gd name="connsiteX3" fmla="*/ 316 w 1768"/>
                <a:gd name="connsiteY3" fmla="*/ 364 h 811"/>
                <a:gd name="connsiteX4" fmla="*/ 420 w 1768"/>
                <a:gd name="connsiteY4" fmla="*/ 336 h 811"/>
                <a:gd name="connsiteX5" fmla="*/ 508 w 1768"/>
                <a:gd name="connsiteY5" fmla="*/ 440 h 811"/>
                <a:gd name="connsiteX6" fmla="*/ 612 w 1768"/>
                <a:gd name="connsiteY6" fmla="*/ 528 h 811"/>
                <a:gd name="connsiteX7" fmla="*/ 680 w 1768"/>
                <a:gd name="connsiteY7" fmla="*/ 632 h 811"/>
                <a:gd name="connsiteX8" fmla="*/ 784 w 1768"/>
                <a:gd name="connsiteY8" fmla="*/ 696 h 811"/>
                <a:gd name="connsiteX9" fmla="*/ 892 w 1768"/>
                <a:gd name="connsiteY9" fmla="*/ 692 h 811"/>
                <a:gd name="connsiteX10" fmla="*/ 1000 w 1768"/>
                <a:gd name="connsiteY10" fmla="*/ 712 h 811"/>
                <a:gd name="connsiteX11" fmla="*/ 1108 w 1768"/>
                <a:gd name="connsiteY11" fmla="*/ 704 h 811"/>
                <a:gd name="connsiteX12" fmla="*/ 1216 w 1768"/>
                <a:gd name="connsiteY12" fmla="*/ 744 h 811"/>
                <a:gd name="connsiteX13" fmla="*/ 1324 w 1768"/>
                <a:gd name="connsiteY13" fmla="*/ 808 h 811"/>
                <a:gd name="connsiteX14" fmla="*/ 1432 w 1768"/>
                <a:gd name="connsiteY14" fmla="*/ 784 h 811"/>
                <a:gd name="connsiteX15" fmla="*/ 1412 w 1768"/>
                <a:gd name="connsiteY15" fmla="*/ 680 h 811"/>
                <a:gd name="connsiteX16" fmla="*/ 1308 w 1768"/>
                <a:gd name="connsiteY16" fmla="*/ 592 h 811"/>
                <a:gd name="connsiteX17" fmla="*/ 1200 w 1768"/>
                <a:gd name="connsiteY17" fmla="*/ 544 h 811"/>
                <a:gd name="connsiteX18" fmla="*/ 1092 w 1768"/>
                <a:gd name="connsiteY18" fmla="*/ 480 h 811"/>
                <a:gd name="connsiteX19" fmla="*/ 984 w 1768"/>
                <a:gd name="connsiteY19" fmla="*/ 408 h 811"/>
                <a:gd name="connsiteX20" fmla="*/ 928 w 1768"/>
                <a:gd name="connsiteY20" fmla="*/ 304 h 811"/>
                <a:gd name="connsiteX21" fmla="*/ 916 w 1768"/>
                <a:gd name="connsiteY21" fmla="*/ 196 h 811"/>
                <a:gd name="connsiteX22" fmla="*/ 972 w 1768"/>
                <a:gd name="connsiteY22" fmla="*/ 92 h 811"/>
                <a:gd name="connsiteX23" fmla="*/ 1088 w 1768"/>
                <a:gd name="connsiteY23" fmla="*/ 24 h 811"/>
                <a:gd name="connsiteX24" fmla="*/ 1288 w 1768"/>
                <a:gd name="connsiteY24" fmla="*/ 32 h 811"/>
                <a:gd name="connsiteX25" fmla="*/ 1356 w 1768"/>
                <a:gd name="connsiteY25" fmla="*/ 60 h 811"/>
                <a:gd name="connsiteX26" fmla="*/ 1444 w 1768"/>
                <a:gd name="connsiteY26" fmla="*/ 96 h 811"/>
                <a:gd name="connsiteX27" fmla="*/ 1552 w 1768"/>
                <a:gd name="connsiteY27" fmla="*/ 80 h 811"/>
                <a:gd name="connsiteX28" fmla="*/ 1660 w 1768"/>
                <a:gd name="connsiteY28" fmla="*/ 60 h 811"/>
                <a:gd name="connsiteX29" fmla="*/ 1768 w 1768"/>
                <a:gd name="connsiteY29" fmla="*/ 0 h 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8" h="811">
                  <a:moveTo>
                    <a:pt x="0" y="280"/>
                  </a:moveTo>
                  <a:cubicBezTo>
                    <a:pt x="19" y="280"/>
                    <a:pt x="62" y="276"/>
                    <a:pt x="104" y="284"/>
                  </a:cubicBezTo>
                  <a:cubicBezTo>
                    <a:pt x="146" y="292"/>
                    <a:pt x="166" y="304"/>
                    <a:pt x="208" y="320"/>
                  </a:cubicBezTo>
                  <a:cubicBezTo>
                    <a:pt x="250" y="336"/>
                    <a:pt x="274" y="361"/>
                    <a:pt x="316" y="364"/>
                  </a:cubicBezTo>
                  <a:cubicBezTo>
                    <a:pt x="358" y="367"/>
                    <a:pt x="382" y="321"/>
                    <a:pt x="420" y="336"/>
                  </a:cubicBezTo>
                  <a:cubicBezTo>
                    <a:pt x="458" y="351"/>
                    <a:pt x="470" y="402"/>
                    <a:pt x="508" y="440"/>
                  </a:cubicBezTo>
                  <a:cubicBezTo>
                    <a:pt x="546" y="478"/>
                    <a:pt x="578" y="490"/>
                    <a:pt x="612" y="528"/>
                  </a:cubicBezTo>
                  <a:cubicBezTo>
                    <a:pt x="646" y="566"/>
                    <a:pt x="646" y="598"/>
                    <a:pt x="680" y="632"/>
                  </a:cubicBezTo>
                  <a:cubicBezTo>
                    <a:pt x="714" y="666"/>
                    <a:pt x="742" y="684"/>
                    <a:pt x="784" y="696"/>
                  </a:cubicBezTo>
                  <a:cubicBezTo>
                    <a:pt x="826" y="708"/>
                    <a:pt x="849" y="689"/>
                    <a:pt x="892" y="692"/>
                  </a:cubicBezTo>
                  <a:cubicBezTo>
                    <a:pt x="935" y="695"/>
                    <a:pt x="957" y="710"/>
                    <a:pt x="1000" y="712"/>
                  </a:cubicBezTo>
                  <a:cubicBezTo>
                    <a:pt x="1043" y="714"/>
                    <a:pt x="1065" y="698"/>
                    <a:pt x="1108" y="704"/>
                  </a:cubicBezTo>
                  <a:cubicBezTo>
                    <a:pt x="1151" y="710"/>
                    <a:pt x="1173" y="723"/>
                    <a:pt x="1216" y="744"/>
                  </a:cubicBezTo>
                  <a:cubicBezTo>
                    <a:pt x="1259" y="765"/>
                    <a:pt x="1281" y="800"/>
                    <a:pt x="1324" y="808"/>
                  </a:cubicBezTo>
                  <a:cubicBezTo>
                    <a:pt x="1367" y="816"/>
                    <a:pt x="1414" y="810"/>
                    <a:pt x="1432" y="784"/>
                  </a:cubicBezTo>
                  <a:cubicBezTo>
                    <a:pt x="1450" y="758"/>
                    <a:pt x="1437" y="718"/>
                    <a:pt x="1412" y="680"/>
                  </a:cubicBezTo>
                  <a:cubicBezTo>
                    <a:pt x="1387" y="642"/>
                    <a:pt x="1350" y="619"/>
                    <a:pt x="1308" y="592"/>
                  </a:cubicBezTo>
                  <a:cubicBezTo>
                    <a:pt x="1266" y="565"/>
                    <a:pt x="1243" y="566"/>
                    <a:pt x="1200" y="544"/>
                  </a:cubicBezTo>
                  <a:cubicBezTo>
                    <a:pt x="1157" y="522"/>
                    <a:pt x="1135" y="507"/>
                    <a:pt x="1092" y="480"/>
                  </a:cubicBezTo>
                  <a:cubicBezTo>
                    <a:pt x="1049" y="453"/>
                    <a:pt x="1017" y="443"/>
                    <a:pt x="984" y="408"/>
                  </a:cubicBezTo>
                  <a:cubicBezTo>
                    <a:pt x="951" y="373"/>
                    <a:pt x="942" y="346"/>
                    <a:pt x="928" y="304"/>
                  </a:cubicBezTo>
                  <a:cubicBezTo>
                    <a:pt x="914" y="262"/>
                    <a:pt x="898" y="237"/>
                    <a:pt x="916" y="196"/>
                  </a:cubicBezTo>
                  <a:cubicBezTo>
                    <a:pt x="934" y="155"/>
                    <a:pt x="930" y="118"/>
                    <a:pt x="972" y="92"/>
                  </a:cubicBezTo>
                  <a:cubicBezTo>
                    <a:pt x="1014" y="66"/>
                    <a:pt x="1046" y="34"/>
                    <a:pt x="1088" y="24"/>
                  </a:cubicBezTo>
                  <a:cubicBezTo>
                    <a:pt x="1130" y="14"/>
                    <a:pt x="1246" y="30"/>
                    <a:pt x="1288" y="32"/>
                  </a:cubicBezTo>
                  <a:cubicBezTo>
                    <a:pt x="1330" y="34"/>
                    <a:pt x="1314" y="51"/>
                    <a:pt x="1356" y="60"/>
                  </a:cubicBezTo>
                  <a:cubicBezTo>
                    <a:pt x="1398" y="69"/>
                    <a:pt x="1401" y="96"/>
                    <a:pt x="1444" y="96"/>
                  </a:cubicBezTo>
                  <a:cubicBezTo>
                    <a:pt x="1487" y="96"/>
                    <a:pt x="1509" y="87"/>
                    <a:pt x="1552" y="80"/>
                  </a:cubicBezTo>
                  <a:cubicBezTo>
                    <a:pt x="1595" y="73"/>
                    <a:pt x="1617" y="76"/>
                    <a:pt x="1660" y="60"/>
                  </a:cubicBezTo>
                  <a:cubicBezTo>
                    <a:pt x="1703" y="44"/>
                    <a:pt x="1749" y="12"/>
                    <a:pt x="1768" y="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8848" y="4257"/>
              <a:ext cx="3304" cy="1757"/>
            </a:xfrm>
            <a:custGeom>
              <a:avLst/>
              <a:gdLst>
                <a:gd name="connsiteX0" fmla="*/ 0 w 3304"/>
                <a:gd name="connsiteY0" fmla="*/ 1442 h 1756"/>
                <a:gd name="connsiteX1" fmla="*/ 104 w 3304"/>
                <a:gd name="connsiteY1" fmla="*/ 1362 h 1756"/>
                <a:gd name="connsiteX2" fmla="*/ 208 w 3304"/>
                <a:gd name="connsiteY2" fmla="*/ 1282 h 1756"/>
                <a:gd name="connsiteX3" fmla="*/ 264 w 3304"/>
                <a:gd name="connsiteY3" fmla="*/ 1174 h 1756"/>
                <a:gd name="connsiteX4" fmla="*/ 328 w 3304"/>
                <a:gd name="connsiteY4" fmla="*/ 1066 h 1756"/>
                <a:gd name="connsiteX5" fmla="*/ 392 w 3304"/>
                <a:gd name="connsiteY5" fmla="*/ 958 h 1756"/>
                <a:gd name="connsiteX6" fmla="*/ 452 w 3304"/>
                <a:gd name="connsiteY6" fmla="*/ 846 h 1756"/>
                <a:gd name="connsiteX7" fmla="*/ 504 w 3304"/>
                <a:gd name="connsiteY7" fmla="*/ 742 h 1756"/>
                <a:gd name="connsiteX8" fmla="*/ 560 w 3304"/>
                <a:gd name="connsiteY8" fmla="*/ 634 h 1756"/>
                <a:gd name="connsiteX9" fmla="*/ 596 w 3304"/>
                <a:gd name="connsiteY9" fmla="*/ 530 h 1756"/>
                <a:gd name="connsiteX10" fmla="*/ 624 w 3304"/>
                <a:gd name="connsiteY10" fmla="*/ 422 h 1756"/>
                <a:gd name="connsiteX11" fmla="*/ 628 w 3304"/>
                <a:gd name="connsiteY11" fmla="*/ 314 h 1756"/>
                <a:gd name="connsiteX12" fmla="*/ 628 w 3304"/>
                <a:gd name="connsiteY12" fmla="*/ 206 h 1756"/>
                <a:gd name="connsiteX13" fmla="*/ 692 w 3304"/>
                <a:gd name="connsiteY13" fmla="*/ 98 h 1756"/>
                <a:gd name="connsiteX14" fmla="*/ 800 w 3304"/>
                <a:gd name="connsiteY14" fmla="*/ 18 h 1756"/>
                <a:gd name="connsiteX15" fmla="*/ 904 w 3304"/>
                <a:gd name="connsiteY15" fmla="*/ 2 h 1756"/>
                <a:gd name="connsiteX16" fmla="*/ 1012 w 3304"/>
                <a:gd name="connsiteY16" fmla="*/ 38 h 1756"/>
                <a:gd name="connsiteX17" fmla="*/ 1128 w 3304"/>
                <a:gd name="connsiteY17" fmla="*/ 86 h 1756"/>
                <a:gd name="connsiteX18" fmla="*/ 1232 w 3304"/>
                <a:gd name="connsiteY18" fmla="*/ 70 h 1756"/>
                <a:gd name="connsiteX19" fmla="*/ 1336 w 3304"/>
                <a:gd name="connsiteY19" fmla="*/ 78 h 1756"/>
                <a:gd name="connsiteX20" fmla="*/ 1444 w 3304"/>
                <a:gd name="connsiteY20" fmla="*/ 122 h 1756"/>
                <a:gd name="connsiteX21" fmla="*/ 1552 w 3304"/>
                <a:gd name="connsiteY21" fmla="*/ 194 h 1756"/>
                <a:gd name="connsiteX22" fmla="*/ 1584 w 3304"/>
                <a:gd name="connsiteY22" fmla="*/ 302 h 1756"/>
                <a:gd name="connsiteX23" fmla="*/ 1536 w 3304"/>
                <a:gd name="connsiteY23" fmla="*/ 410 h 1756"/>
                <a:gd name="connsiteX24" fmla="*/ 1480 w 3304"/>
                <a:gd name="connsiteY24" fmla="*/ 518 h 1756"/>
                <a:gd name="connsiteX25" fmla="*/ 1468 w 3304"/>
                <a:gd name="connsiteY25" fmla="*/ 626 h 1756"/>
                <a:gd name="connsiteX26" fmla="*/ 1476 w 3304"/>
                <a:gd name="connsiteY26" fmla="*/ 734 h 1756"/>
                <a:gd name="connsiteX27" fmla="*/ 1476 w 3304"/>
                <a:gd name="connsiteY27" fmla="*/ 842 h 1756"/>
                <a:gd name="connsiteX28" fmla="*/ 1484 w 3304"/>
                <a:gd name="connsiteY28" fmla="*/ 974 h 1756"/>
                <a:gd name="connsiteX29" fmla="*/ 1452 w 3304"/>
                <a:gd name="connsiteY29" fmla="*/ 1062 h 1756"/>
                <a:gd name="connsiteX30" fmla="*/ 1464 w 3304"/>
                <a:gd name="connsiteY30" fmla="*/ 1166 h 1756"/>
                <a:gd name="connsiteX31" fmla="*/ 1484 w 3304"/>
                <a:gd name="connsiteY31" fmla="*/ 1274 h 1756"/>
                <a:gd name="connsiteX32" fmla="*/ 1516 w 3304"/>
                <a:gd name="connsiteY32" fmla="*/ 1382 h 1756"/>
                <a:gd name="connsiteX33" fmla="*/ 1516 w 3304"/>
                <a:gd name="connsiteY33" fmla="*/ 1502 h 1756"/>
                <a:gd name="connsiteX34" fmla="*/ 1496 w 3304"/>
                <a:gd name="connsiteY34" fmla="*/ 1598 h 1756"/>
                <a:gd name="connsiteX35" fmla="*/ 1488 w 3304"/>
                <a:gd name="connsiteY35" fmla="*/ 1706 h 1756"/>
                <a:gd name="connsiteX36" fmla="*/ 1592 w 3304"/>
                <a:gd name="connsiteY36" fmla="*/ 1754 h 1756"/>
                <a:gd name="connsiteX37" fmla="*/ 1692 w 3304"/>
                <a:gd name="connsiteY37" fmla="*/ 1646 h 1756"/>
                <a:gd name="connsiteX38" fmla="*/ 1796 w 3304"/>
                <a:gd name="connsiteY38" fmla="*/ 1626 h 1756"/>
                <a:gd name="connsiteX39" fmla="*/ 1904 w 3304"/>
                <a:gd name="connsiteY39" fmla="*/ 1582 h 1756"/>
                <a:gd name="connsiteX40" fmla="*/ 2012 w 3304"/>
                <a:gd name="connsiteY40" fmla="*/ 1622 h 1756"/>
                <a:gd name="connsiteX41" fmla="*/ 2120 w 3304"/>
                <a:gd name="connsiteY41" fmla="*/ 1634 h 1756"/>
                <a:gd name="connsiteX42" fmla="*/ 2228 w 3304"/>
                <a:gd name="connsiteY42" fmla="*/ 1578 h 1756"/>
                <a:gd name="connsiteX43" fmla="*/ 2336 w 3304"/>
                <a:gd name="connsiteY43" fmla="*/ 1562 h 1756"/>
                <a:gd name="connsiteX44" fmla="*/ 2440 w 3304"/>
                <a:gd name="connsiteY44" fmla="*/ 1562 h 1756"/>
                <a:gd name="connsiteX45" fmla="*/ 2548 w 3304"/>
                <a:gd name="connsiteY45" fmla="*/ 1498 h 1756"/>
                <a:gd name="connsiteX46" fmla="*/ 2568 w 3304"/>
                <a:gd name="connsiteY46" fmla="*/ 1390 h 1756"/>
                <a:gd name="connsiteX47" fmla="*/ 2608 w 3304"/>
                <a:gd name="connsiteY47" fmla="*/ 1282 h 1756"/>
                <a:gd name="connsiteX48" fmla="*/ 2712 w 3304"/>
                <a:gd name="connsiteY48" fmla="*/ 1198 h 1756"/>
                <a:gd name="connsiteX49" fmla="*/ 2784 w 3304"/>
                <a:gd name="connsiteY49" fmla="*/ 1094 h 1756"/>
                <a:gd name="connsiteX50" fmla="*/ 2832 w 3304"/>
                <a:gd name="connsiteY50" fmla="*/ 986 h 1756"/>
                <a:gd name="connsiteX51" fmla="*/ 2928 w 3304"/>
                <a:gd name="connsiteY51" fmla="*/ 885 h 1756"/>
                <a:gd name="connsiteX52" fmla="*/ 2996 w 3304"/>
                <a:gd name="connsiteY52" fmla="*/ 777 h 1756"/>
                <a:gd name="connsiteX53" fmla="*/ 3116 w 3304"/>
                <a:gd name="connsiteY53" fmla="*/ 701 h 1756"/>
                <a:gd name="connsiteX54" fmla="*/ 3200 w 3304"/>
                <a:gd name="connsiteY54" fmla="*/ 606 h 1756"/>
                <a:gd name="connsiteX55" fmla="*/ 3304 w 3304"/>
                <a:gd name="connsiteY55" fmla="*/ 526 h 1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04" h="1757">
                  <a:moveTo>
                    <a:pt x="0" y="1442"/>
                  </a:moveTo>
                  <a:cubicBezTo>
                    <a:pt x="19" y="1428"/>
                    <a:pt x="62" y="1394"/>
                    <a:pt x="104" y="1362"/>
                  </a:cubicBezTo>
                  <a:cubicBezTo>
                    <a:pt x="146" y="1330"/>
                    <a:pt x="176" y="1320"/>
                    <a:pt x="208" y="1282"/>
                  </a:cubicBezTo>
                  <a:cubicBezTo>
                    <a:pt x="240" y="1244"/>
                    <a:pt x="240" y="1217"/>
                    <a:pt x="264" y="1174"/>
                  </a:cubicBezTo>
                  <a:cubicBezTo>
                    <a:pt x="288" y="1131"/>
                    <a:pt x="302" y="1109"/>
                    <a:pt x="328" y="1066"/>
                  </a:cubicBezTo>
                  <a:cubicBezTo>
                    <a:pt x="354" y="1023"/>
                    <a:pt x="367" y="1002"/>
                    <a:pt x="392" y="958"/>
                  </a:cubicBezTo>
                  <a:cubicBezTo>
                    <a:pt x="417" y="914"/>
                    <a:pt x="430" y="889"/>
                    <a:pt x="452" y="846"/>
                  </a:cubicBezTo>
                  <a:cubicBezTo>
                    <a:pt x="474" y="803"/>
                    <a:pt x="482" y="784"/>
                    <a:pt x="504" y="742"/>
                  </a:cubicBezTo>
                  <a:cubicBezTo>
                    <a:pt x="526" y="700"/>
                    <a:pt x="542" y="676"/>
                    <a:pt x="560" y="634"/>
                  </a:cubicBezTo>
                  <a:cubicBezTo>
                    <a:pt x="578" y="592"/>
                    <a:pt x="583" y="572"/>
                    <a:pt x="596" y="530"/>
                  </a:cubicBezTo>
                  <a:cubicBezTo>
                    <a:pt x="609" y="488"/>
                    <a:pt x="618" y="465"/>
                    <a:pt x="624" y="422"/>
                  </a:cubicBezTo>
                  <a:cubicBezTo>
                    <a:pt x="630" y="379"/>
                    <a:pt x="627" y="357"/>
                    <a:pt x="628" y="314"/>
                  </a:cubicBezTo>
                  <a:cubicBezTo>
                    <a:pt x="629" y="271"/>
                    <a:pt x="615" y="249"/>
                    <a:pt x="628" y="206"/>
                  </a:cubicBezTo>
                  <a:cubicBezTo>
                    <a:pt x="641" y="163"/>
                    <a:pt x="658" y="136"/>
                    <a:pt x="692" y="98"/>
                  </a:cubicBezTo>
                  <a:cubicBezTo>
                    <a:pt x="726" y="60"/>
                    <a:pt x="758" y="37"/>
                    <a:pt x="800" y="18"/>
                  </a:cubicBezTo>
                  <a:cubicBezTo>
                    <a:pt x="842" y="-1"/>
                    <a:pt x="862" y="-2"/>
                    <a:pt x="904" y="2"/>
                  </a:cubicBezTo>
                  <a:cubicBezTo>
                    <a:pt x="946" y="6"/>
                    <a:pt x="967" y="21"/>
                    <a:pt x="1012" y="38"/>
                  </a:cubicBezTo>
                  <a:cubicBezTo>
                    <a:pt x="1057" y="55"/>
                    <a:pt x="1084" y="80"/>
                    <a:pt x="1128" y="86"/>
                  </a:cubicBezTo>
                  <a:cubicBezTo>
                    <a:pt x="1172" y="92"/>
                    <a:pt x="1190" y="72"/>
                    <a:pt x="1232" y="70"/>
                  </a:cubicBezTo>
                  <a:cubicBezTo>
                    <a:pt x="1274" y="68"/>
                    <a:pt x="1294" y="68"/>
                    <a:pt x="1336" y="78"/>
                  </a:cubicBezTo>
                  <a:cubicBezTo>
                    <a:pt x="1378" y="88"/>
                    <a:pt x="1401" y="99"/>
                    <a:pt x="1444" y="122"/>
                  </a:cubicBezTo>
                  <a:cubicBezTo>
                    <a:pt x="1487" y="145"/>
                    <a:pt x="1524" y="158"/>
                    <a:pt x="1552" y="194"/>
                  </a:cubicBezTo>
                  <a:cubicBezTo>
                    <a:pt x="1580" y="230"/>
                    <a:pt x="1587" y="259"/>
                    <a:pt x="1584" y="302"/>
                  </a:cubicBezTo>
                  <a:cubicBezTo>
                    <a:pt x="1581" y="345"/>
                    <a:pt x="1557" y="367"/>
                    <a:pt x="1536" y="410"/>
                  </a:cubicBezTo>
                  <a:cubicBezTo>
                    <a:pt x="1515" y="453"/>
                    <a:pt x="1494" y="475"/>
                    <a:pt x="1480" y="518"/>
                  </a:cubicBezTo>
                  <a:cubicBezTo>
                    <a:pt x="1466" y="561"/>
                    <a:pt x="1469" y="583"/>
                    <a:pt x="1468" y="626"/>
                  </a:cubicBezTo>
                  <a:cubicBezTo>
                    <a:pt x="1467" y="669"/>
                    <a:pt x="1474" y="691"/>
                    <a:pt x="1476" y="734"/>
                  </a:cubicBezTo>
                  <a:cubicBezTo>
                    <a:pt x="1478" y="777"/>
                    <a:pt x="1480" y="799"/>
                    <a:pt x="1476" y="842"/>
                  </a:cubicBezTo>
                  <a:cubicBezTo>
                    <a:pt x="1472" y="885"/>
                    <a:pt x="1489" y="930"/>
                    <a:pt x="1484" y="974"/>
                  </a:cubicBezTo>
                  <a:cubicBezTo>
                    <a:pt x="1479" y="1018"/>
                    <a:pt x="1456" y="1019"/>
                    <a:pt x="1452" y="1062"/>
                  </a:cubicBezTo>
                  <a:cubicBezTo>
                    <a:pt x="1448" y="1105"/>
                    <a:pt x="1469" y="1124"/>
                    <a:pt x="1464" y="1166"/>
                  </a:cubicBezTo>
                  <a:cubicBezTo>
                    <a:pt x="1459" y="1208"/>
                    <a:pt x="1484" y="1231"/>
                    <a:pt x="1484" y="1274"/>
                  </a:cubicBezTo>
                  <a:cubicBezTo>
                    <a:pt x="1484" y="1317"/>
                    <a:pt x="1511" y="1339"/>
                    <a:pt x="1516" y="1382"/>
                  </a:cubicBezTo>
                  <a:cubicBezTo>
                    <a:pt x="1521" y="1425"/>
                    <a:pt x="1511" y="1459"/>
                    <a:pt x="1516" y="1502"/>
                  </a:cubicBezTo>
                  <a:cubicBezTo>
                    <a:pt x="1521" y="1545"/>
                    <a:pt x="1489" y="1555"/>
                    <a:pt x="1496" y="1598"/>
                  </a:cubicBezTo>
                  <a:cubicBezTo>
                    <a:pt x="1503" y="1641"/>
                    <a:pt x="1462" y="1675"/>
                    <a:pt x="1488" y="1706"/>
                  </a:cubicBezTo>
                  <a:cubicBezTo>
                    <a:pt x="1514" y="1737"/>
                    <a:pt x="1551" y="1766"/>
                    <a:pt x="1592" y="1754"/>
                  </a:cubicBezTo>
                  <a:cubicBezTo>
                    <a:pt x="1633" y="1742"/>
                    <a:pt x="1651" y="1672"/>
                    <a:pt x="1692" y="1646"/>
                  </a:cubicBezTo>
                  <a:cubicBezTo>
                    <a:pt x="1733" y="1620"/>
                    <a:pt x="1754" y="1639"/>
                    <a:pt x="1796" y="1626"/>
                  </a:cubicBezTo>
                  <a:cubicBezTo>
                    <a:pt x="1838" y="1613"/>
                    <a:pt x="1861" y="1583"/>
                    <a:pt x="1904" y="1582"/>
                  </a:cubicBezTo>
                  <a:cubicBezTo>
                    <a:pt x="1947" y="1581"/>
                    <a:pt x="1969" y="1612"/>
                    <a:pt x="2012" y="1622"/>
                  </a:cubicBezTo>
                  <a:cubicBezTo>
                    <a:pt x="2055" y="1632"/>
                    <a:pt x="2077" y="1643"/>
                    <a:pt x="2120" y="1634"/>
                  </a:cubicBezTo>
                  <a:cubicBezTo>
                    <a:pt x="2163" y="1625"/>
                    <a:pt x="2185" y="1592"/>
                    <a:pt x="2228" y="1578"/>
                  </a:cubicBezTo>
                  <a:cubicBezTo>
                    <a:pt x="2271" y="1564"/>
                    <a:pt x="2294" y="1565"/>
                    <a:pt x="2336" y="1562"/>
                  </a:cubicBezTo>
                  <a:cubicBezTo>
                    <a:pt x="2378" y="1559"/>
                    <a:pt x="2398" y="1575"/>
                    <a:pt x="2440" y="1562"/>
                  </a:cubicBezTo>
                  <a:cubicBezTo>
                    <a:pt x="2482" y="1549"/>
                    <a:pt x="2522" y="1532"/>
                    <a:pt x="2548" y="1498"/>
                  </a:cubicBezTo>
                  <a:cubicBezTo>
                    <a:pt x="2574" y="1464"/>
                    <a:pt x="2556" y="1433"/>
                    <a:pt x="2568" y="1390"/>
                  </a:cubicBezTo>
                  <a:cubicBezTo>
                    <a:pt x="2580" y="1347"/>
                    <a:pt x="2579" y="1320"/>
                    <a:pt x="2608" y="1282"/>
                  </a:cubicBezTo>
                  <a:cubicBezTo>
                    <a:pt x="2637" y="1244"/>
                    <a:pt x="2677" y="1236"/>
                    <a:pt x="2712" y="1198"/>
                  </a:cubicBezTo>
                  <a:cubicBezTo>
                    <a:pt x="2747" y="1160"/>
                    <a:pt x="2760" y="1136"/>
                    <a:pt x="2784" y="1094"/>
                  </a:cubicBezTo>
                  <a:cubicBezTo>
                    <a:pt x="2808" y="1052"/>
                    <a:pt x="2801" y="1027"/>
                    <a:pt x="2832" y="986"/>
                  </a:cubicBezTo>
                  <a:cubicBezTo>
                    <a:pt x="2863" y="945"/>
                    <a:pt x="2890" y="925"/>
                    <a:pt x="2928" y="885"/>
                  </a:cubicBezTo>
                  <a:cubicBezTo>
                    <a:pt x="2966" y="845"/>
                    <a:pt x="2958" y="813"/>
                    <a:pt x="2996" y="777"/>
                  </a:cubicBezTo>
                  <a:cubicBezTo>
                    <a:pt x="3034" y="741"/>
                    <a:pt x="3080" y="737"/>
                    <a:pt x="3116" y="701"/>
                  </a:cubicBezTo>
                  <a:cubicBezTo>
                    <a:pt x="3152" y="665"/>
                    <a:pt x="3165" y="643"/>
                    <a:pt x="3200" y="606"/>
                  </a:cubicBezTo>
                  <a:cubicBezTo>
                    <a:pt x="3235" y="569"/>
                    <a:pt x="3285" y="540"/>
                    <a:pt x="3304" y="526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任意多边形 3"/>
          <p:cNvSpPr/>
          <p:nvPr/>
        </p:nvSpPr>
        <p:spPr>
          <a:xfrm>
            <a:off x="15034895" y="-48260"/>
            <a:ext cx="2741930" cy="3830320"/>
          </a:xfrm>
          <a:custGeom>
            <a:avLst/>
            <a:gdLst>
              <a:gd name="connsiteX0" fmla="*/ 0 w 1600"/>
              <a:gd name="connsiteY0" fmla="*/ 0 h 2232"/>
              <a:gd name="connsiteX1" fmla="*/ 104 w 1600"/>
              <a:gd name="connsiteY1" fmla="*/ 80 h 2232"/>
              <a:gd name="connsiteX2" fmla="*/ 160 w 1600"/>
              <a:gd name="connsiteY2" fmla="*/ 184 h 2232"/>
              <a:gd name="connsiteX3" fmla="*/ 240 w 1600"/>
              <a:gd name="connsiteY3" fmla="*/ 288 h 2232"/>
              <a:gd name="connsiteX4" fmla="*/ 256 w 1600"/>
              <a:gd name="connsiteY4" fmla="*/ 392 h 2232"/>
              <a:gd name="connsiteX5" fmla="*/ 216 w 1600"/>
              <a:gd name="connsiteY5" fmla="*/ 496 h 2232"/>
              <a:gd name="connsiteX6" fmla="*/ 168 w 1600"/>
              <a:gd name="connsiteY6" fmla="*/ 608 h 2232"/>
              <a:gd name="connsiteX7" fmla="*/ 160 w 1600"/>
              <a:gd name="connsiteY7" fmla="*/ 712 h 2232"/>
              <a:gd name="connsiteX8" fmla="*/ 176 w 1600"/>
              <a:gd name="connsiteY8" fmla="*/ 824 h 2232"/>
              <a:gd name="connsiteX9" fmla="*/ 280 w 1600"/>
              <a:gd name="connsiteY9" fmla="*/ 864 h 2232"/>
              <a:gd name="connsiteX10" fmla="*/ 392 w 1600"/>
              <a:gd name="connsiteY10" fmla="*/ 936 h 2232"/>
              <a:gd name="connsiteX11" fmla="*/ 400 w 1600"/>
              <a:gd name="connsiteY11" fmla="*/ 1040 h 2232"/>
              <a:gd name="connsiteX12" fmla="*/ 400 w 1600"/>
              <a:gd name="connsiteY12" fmla="*/ 1144 h 2232"/>
              <a:gd name="connsiteX13" fmla="*/ 424 w 1600"/>
              <a:gd name="connsiteY13" fmla="*/ 1256 h 2232"/>
              <a:gd name="connsiteX14" fmla="*/ 528 w 1600"/>
              <a:gd name="connsiteY14" fmla="*/ 1280 h 2232"/>
              <a:gd name="connsiteX15" fmla="*/ 632 w 1600"/>
              <a:gd name="connsiteY15" fmla="*/ 1344 h 2232"/>
              <a:gd name="connsiteX16" fmla="*/ 624 w 1600"/>
              <a:gd name="connsiteY16" fmla="*/ 1448 h 2232"/>
              <a:gd name="connsiteX17" fmla="*/ 592 w 1600"/>
              <a:gd name="connsiteY17" fmla="*/ 1552 h 2232"/>
              <a:gd name="connsiteX18" fmla="*/ 560 w 1600"/>
              <a:gd name="connsiteY18" fmla="*/ 1656 h 2232"/>
              <a:gd name="connsiteX19" fmla="*/ 536 w 1600"/>
              <a:gd name="connsiteY19" fmla="*/ 1768 h 2232"/>
              <a:gd name="connsiteX20" fmla="*/ 536 w 1600"/>
              <a:gd name="connsiteY20" fmla="*/ 1872 h 2232"/>
              <a:gd name="connsiteX21" fmla="*/ 589 w 1600"/>
              <a:gd name="connsiteY21" fmla="*/ 1972 h 2232"/>
              <a:gd name="connsiteX22" fmla="*/ 661 w 1600"/>
              <a:gd name="connsiteY22" fmla="*/ 1984 h 2232"/>
              <a:gd name="connsiteX23" fmla="*/ 751 w 1600"/>
              <a:gd name="connsiteY23" fmla="*/ 2005 h 2232"/>
              <a:gd name="connsiteX24" fmla="*/ 835 w 1600"/>
              <a:gd name="connsiteY24" fmla="*/ 2005 h 2232"/>
              <a:gd name="connsiteX25" fmla="*/ 967 w 1600"/>
              <a:gd name="connsiteY25" fmla="*/ 2011 h 2232"/>
              <a:gd name="connsiteX26" fmla="*/ 1108 w 1600"/>
              <a:gd name="connsiteY26" fmla="*/ 2029 h 2232"/>
              <a:gd name="connsiteX27" fmla="*/ 1231 w 1600"/>
              <a:gd name="connsiteY27" fmla="*/ 2068 h 2232"/>
              <a:gd name="connsiteX28" fmla="*/ 1363 w 1600"/>
              <a:gd name="connsiteY28" fmla="*/ 2113 h 2232"/>
              <a:gd name="connsiteX29" fmla="*/ 1468 w 1600"/>
              <a:gd name="connsiteY29" fmla="*/ 2152 h 2232"/>
              <a:gd name="connsiteX30" fmla="*/ 1531 w 1600"/>
              <a:gd name="connsiteY30" fmla="*/ 2173 h 2232"/>
              <a:gd name="connsiteX31" fmla="*/ 1600 w 1600"/>
              <a:gd name="connsiteY31" fmla="*/ 2232 h 2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" h="2232">
                <a:moveTo>
                  <a:pt x="0" y="0"/>
                </a:moveTo>
                <a:cubicBezTo>
                  <a:pt x="20" y="14"/>
                  <a:pt x="72" y="43"/>
                  <a:pt x="104" y="80"/>
                </a:cubicBezTo>
                <a:cubicBezTo>
                  <a:pt x="136" y="117"/>
                  <a:pt x="133" y="142"/>
                  <a:pt x="160" y="184"/>
                </a:cubicBezTo>
                <a:cubicBezTo>
                  <a:pt x="187" y="226"/>
                  <a:pt x="221" y="246"/>
                  <a:pt x="240" y="288"/>
                </a:cubicBezTo>
                <a:cubicBezTo>
                  <a:pt x="259" y="330"/>
                  <a:pt x="261" y="350"/>
                  <a:pt x="256" y="392"/>
                </a:cubicBezTo>
                <a:cubicBezTo>
                  <a:pt x="251" y="434"/>
                  <a:pt x="234" y="453"/>
                  <a:pt x="216" y="496"/>
                </a:cubicBezTo>
                <a:cubicBezTo>
                  <a:pt x="198" y="539"/>
                  <a:pt x="179" y="565"/>
                  <a:pt x="168" y="608"/>
                </a:cubicBezTo>
                <a:cubicBezTo>
                  <a:pt x="157" y="651"/>
                  <a:pt x="158" y="669"/>
                  <a:pt x="160" y="712"/>
                </a:cubicBezTo>
                <a:cubicBezTo>
                  <a:pt x="162" y="755"/>
                  <a:pt x="152" y="794"/>
                  <a:pt x="176" y="824"/>
                </a:cubicBezTo>
                <a:cubicBezTo>
                  <a:pt x="200" y="854"/>
                  <a:pt x="237" y="842"/>
                  <a:pt x="280" y="864"/>
                </a:cubicBezTo>
                <a:cubicBezTo>
                  <a:pt x="323" y="886"/>
                  <a:pt x="368" y="901"/>
                  <a:pt x="392" y="936"/>
                </a:cubicBezTo>
                <a:cubicBezTo>
                  <a:pt x="416" y="971"/>
                  <a:pt x="398" y="998"/>
                  <a:pt x="400" y="1040"/>
                </a:cubicBezTo>
                <a:cubicBezTo>
                  <a:pt x="402" y="1082"/>
                  <a:pt x="395" y="1101"/>
                  <a:pt x="400" y="1144"/>
                </a:cubicBezTo>
                <a:cubicBezTo>
                  <a:pt x="405" y="1187"/>
                  <a:pt x="398" y="1229"/>
                  <a:pt x="424" y="1256"/>
                </a:cubicBezTo>
                <a:cubicBezTo>
                  <a:pt x="450" y="1283"/>
                  <a:pt x="486" y="1262"/>
                  <a:pt x="528" y="1280"/>
                </a:cubicBezTo>
                <a:cubicBezTo>
                  <a:pt x="570" y="1298"/>
                  <a:pt x="613" y="1310"/>
                  <a:pt x="632" y="1344"/>
                </a:cubicBezTo>
                <a:cubicBezTo>
                  <a:pt x="651" y="1378"/>
                  <a:pt x="632" y="1406"/>
                  <a:pt x="624" y="1448"/>
                </a:cubicBezTo>
                <a:cubicBezTo>
                  <a:pt x="616" y="1490"/>
                  <a:pt x="605" y="1510"/>
                  <a:pt x="592" y="1552"/>
                </a:cubicBezTo>
                <a:cubicBezTo>
                  <a:pt x="579" y="1594"/>
                  <a:pt x="571" y="1613"/>
                  <a:pt x="560" y="1656"/>
                </a:cubicBezTo>
                <a:cubicBezTo>
                  <a:pt x="549" y="1699"/>
                  <a:pt x="541" y="1725"/>
                  <a:pt x="536" y="1768"/>
                </a:cubicBezTo>
                <a:cubicBezTo>
                  <a:pt x="531" y="1811"/>
                  <a:pt x="536" y="1829"/>
                  <a:pt x="536" y="1872"/>
                </a:cubicBezTo>
                <a:cubicBezTo>
                  <a:pt x="536" y="1915"/>
                  <a:pt x="568" y="1943"/>
                  <a:pt x="589" y="1972"/>
                </a:cubicBezTo>
                <a:cubicBezTo>
                  <a:pt x="610" y="2001"/>
                  <a:pt x="619" y="1973"/>
                  <a:pt x="661" y="1984"/>
                </a:cubicBezTo>
                <a:cubicBezTo>
                  <a:pt x="703" y="1995"/>
                  <a:pt x="709" y="2000"/>
                  <a:pt x="751" y="2005"/>
                </a:cubicBezTo>
                <a:cubicBezTo>
                  <a:pt x="793" y="2010"/>
                  <a:pt x="792" y="2000"/>
                  <a:pt x="835" y="2005"/>
                </a:cubicBezTo>
                <a:cubicBezTo>
                  <a:pt x="878" y="2010"/>
                  <a:pt x="924" y="2000"/>
                  <a:pt x="967" y="2011"/>
                </a:cubicBezTo>
                <a:cubicBezTo>
                  <a:pt x="1010" y="2022"/>
                  <a:pt x="1066" y="2013"/>
                  <a:pt x="1108" y="2029"/>
                </a:cubicBezTo>
                <a:cubicBezTo>
                  <a:pt x="1150" y="2045"/>
                  <a:pt x="1188" y="2052"/>
                  <a:pt x="1231" y="2068"/>
                </a:cubicBezTo>
                <a:cubicBezTo>
                  <a:pt x="1274" y="2084"/>
                  <a:pt x="1320" y="2105"/>
                  <a:pt x="1363" y="2113"/>
                </a:cubicBezTo>
                <a:cubicBezTo>
                  <a:pt x="1406" y="2121"/>
                  <a:pt x="1425" y="2146"/>
                  <a:pt x="1468" y="2152"/>
                </a:cubicBezTo>
                <a:cubicBezTo>
                  <a:pt x="1511" y="2158"/>
                  <a:pt x="1488" y="2163"/>
                  <a:pt x="1531" y="2173"/>
                </a:cubicBezTo>
                <a:cubicBezTo>
                  <a:pt x="1574" y="2183"/>
                  <a:pt x="1581" y="2228"/>
                  <a:pt x="1600" y="223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15046960" y="-3512185"/>
            <a:ext cx="3034030" cy="3501390"/>
          </a:xfrm>
          <a:custGeom>
            <a:avLst/>
            <a:gdLst>
              <a:gd name="connisteX0" fmla="*/ 0 w 1123950"/>
              <a:gd name="connsiteY0" fmla="*/ 1295400 h 1295400"/>
              <a:gd name="connisteX1" fmla="*/ 64770 w 1123950"/>
              <a:gd name="connsiteY1" fmla="*/ 1280160 h 1295400"/>
              <a:gd name="connisteX2" fmla="*/ 129540 w 1123950"/>
              <a:gd name="connsiteY2" fmla="*/ 1272540 h 1295400"/>
              <a:gd name="connisteX3" fmla="*/ 194310 w 1123950"/>
              <a:gd name="connsiteY3" fmla="*/ 1272540 h 1295400"/>
              <a:gd name="connisteX4" fmla="*/ 259080 w 1123950"/>
              <a:gd name="connsiteY4" fmla="*/ 1272540 h 1295400"/>
              <a:gd name="connisteX5" fmla="*/ 327660 w 1123950"/>
              <a:gd name="connsiteY5" fmla="*/ 1257300 h 1295400"/>
              <a:gd name="connisteX6" fmla="*/ 392430 w 1123950"/>
              <a:gd name="connsiteY6" fmla="*/ 1219200 h 1295400"/>
              <a:gd name="connisteX7" fmla="*/ 457200 w 1123950"/>
              <a:gd name="connsiteY7" fmla="*/ 1158240 h 1295400"/>
              <a:gd name="connisteX8" fmla="*/ 502920 w 1123950"/>
              <a:gd name="connsiteY8" fmla="*/ 1093470 h 1295400"/>
              <a:gd name="connisteX9" fmla="*/ 560070 w 1123950"/>
              <a:gd name="connsiteY9" fmla="*/ 1028700 h 1295400"/>
              <a:gd name="connisteX10" fmla="*/ 586740 w 1123950"/>
              <a:gd name="connsiteY10" fmla="*/ 963930 h 1295400"/>
              <a:gd name="connisteX11" fmla="*/ 628650 w 1123950"/>
              <a:gd name="connsiteY11" fmla="*/ 899160 h 1295400"/>
              <a:gd name="connisteX12" fmla="*/ 693420 w 1123950"/>
              <a:gd name="connsiteY12" fmla="*/ 845820 h 1295400"/>
              <a:gd name="connisteX13" fmla="*/ 758190 w 1123950"/>
              <a:gd name="connsiteY13" fmla="*/ 807720 h 1295400"/>
              <a:gd name="connisteX14" fmla="*/ 822960 w 1123950"/>
              <a:gd name="connsiteY14" fmla="*/ 765810 h 1295400"/>
              <a:gd name="connisteX15" fmla="*/ 857250 w 1123950"/>
              <a:gd name="connsiteY15" fmla="*/ 701040 h 1295400"/>
              <a:gd name="connisteX16" fmla="*/ 872490 w 1123950"/>
              <a:gd name="connsiteY16" fmla="*/ 636270 h 1295400"/>
              <a:gd name="connisteX17" fmla="*/ 880110 w 1123950"/>
              <a:gd name="connsiteY17" fmla="*/ 567690 h 1295400"/>
              <a:gd name="connisteX18" fmla="*/ 887730 w 1123950"/>
              <a:gd name="connsiteY18" fmla="*/ 502920 h 1295400"/>
              <a:gd name="connisteX19" fmla="*/ 910590 w 1123950"/>
              <a:gd name="connsiteY19" fmla="*/ 438150 h 1295400"/>
              <a:gd name="connisteX20" fmla="*/ 937260 w 1123950"/>
              <a:gd name="connsiteY20" fmla="*/ 373380 h 1295400"/>
              <a:gd name="connisteX21" fmla="*/ 963930 w 1123950"/>
              <a:gd name="connsiteY21" fmla="*/ 308610 h 1295400"/>
              <a:gd name="connisteX22" fmla="*/ 982980 w 1123950"/>
              <a:gd name="connsiteY22" fmla="*/ 243840 h 1295400"/>
              <a:gd name="connisteX23" fmla="*/ 1002030 w 1123950"/>
              <a:gd name="connsiteY23" fmla="*/ 179070 h 1295400"/>
              <a:gd name="connisteX24" fmla="*/ 1028700 w 1123950"/>
              <a:gd name="connsiteY24" fmla="*/ 114300 h 1295400"/>
              <a:gd name="connisteX25" fmla="*/ 1059180 w 1123950"/>
              <a:gd name="connsiteY25" fmla="*/ 49530 h 1295400"/>
              <a:gd name="connisteX26" fmla="*/ 1123950 w 1123950"/>
              <a:gd name="connsiteY26" fmla="*/ 0 h 1295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1123950" h="1295400">
                <a:moveTo>
                  <a:pt x="0" y="1295400"/>
                </a:moveTo>
                <a:cubicBezTo>
                  <a:pt x="11430" y="1292225"/>
                  <a:pt x="38735" y="1284605"/>
                  <a:pt x="64770" y="1280160"/>
                </a:cubicBezTo>
                <a:cubicBezTo>
                  <a:pt x="90805" y="1275715"/>
                  <a:pt x="103505" y="1273810"/>
                  <a:pt x="129540" y="1272540"/>
                </a:cubicBezTo>
                <a:cubicBezTo>
                  <a:pt x="155575" y="1271270"/>
                  <a:pt x="168275" y="1272540"/>
                  <a:pt x="194310" y="1272540"/>
                </a:cubicBezTo>
                <a:cubicBezTo>
                  <a:pt x="220345" y="1272540"/>
                  <a:pt x="232410" y="1275715"/>
                  <a:pt x="259080" y="1272540"/>
                </a:cubicBezTo>
                <a:cubicBezTo>
                  <a:pt x="285750" y="1269365"/>
                  <a:pt x="300990" y="1268095"/>
                  <a:pt x="327660" y="1257300"/>
                </a:cubicBezTo>
                <a:cubicBezTo>
                  <a:pt x="354330" y="1246505"/>
                  <a:pt x="366395" y="1238885"/>
                  <a:pt x="392430" y="1219200"/>
                </a:cubicBezTo>
                <a:cubicBezTo>
                  <a:pt x="418465" y="1199515"/>
                  <a:pt x="434975" y="1183640"/>
                  <a:pt x="457200" y="1158240"/>
                </a:cubicBezTo>
                <a:cubicBezTo>
                  <a:pt x="479425" y="1132840"/>
                  <a:pt x="482600" y="1119505"/>
                  <a:pt x="502920" y="1093470"/>
                </a:cubicBezTo>
                <a:cubicBezTo>
                  <a:pt x="523240" y="1067435"/>
                  <a:pt x="543560" y="1054735"/>
                  <a:pt x="560070" y="1028700"/>
                </a:cubicBezTo>
                <a:cubicBezTo>
                  <a:pt x="576580" y="1002665"/>
                  <a:pt x="572770" y="989965"/>
                  <a:pt x="586740" y="963930"/>
                </a:cubicBezTo>
                <a:cubicBezTo>
                  <a:pt x="600710" y="937895"/>
                  <a:pt x="607060" y="922655"/>
                  <a:pt x="628650" y="899160"/>
                </a:cubicBezTo>
                <a:cubicBezTo>
                  <a:pt x="650240" y="875665"/>
                  <a:pt x="667385" y="864235"/>
                  <a:pt x="693420" y="845820"/>
                </a:cubicBezTo>
                <a:cubicBezTo>
                  <a:pt x="719455" y="827405"/>
                  <a:pt x="732155" y="823595"/>
                  <a:pt x="758190" y="807720"/>
                </a:cubicBezTo>
                <a:cubicBezTo>
                  <a:pt x="784225" y="791845"/>
                  <a:pt x="803275" y="787400"/>
                  <a:pt x="822960" y="765810"/>
                </a:cubicBezTo>
                <a:cubicBezTo>
                  <a:pt x="842645" y="744220"/>
                  <a:pt x="847090" y="727075"/>
                  <a:pt x="857250" y="701040"/>
                </a:cubicBezTo>
                <a:cubicBezTo>
                  <a:pt x="867410" y="675005"/>
                  <a:pt x="868045" y="662940"/>
                  <a:pt x="872490" y="636270"/>
                </a:cubicBezTo>
                <a:cubicBezTo>
                  <a:pt x="876935" y="609600"/>
                  <a:pt x="876935" y="594360"/>
                  <a:pt x="880110" y="567690"/>
                </a:cubicBezTo>
                <a:cubicBezTo>
                  <a:pt x="883285" y="541020"/>
                  <a:pt x="881380" y="528955"/>
                  <a:pt x="887730" y="502920"/>
                </a:cubicBezTo>
                <a:cubicBezTo>
                  <a:pt x="894080" y="476885"/>
                  <a:pt x="900430" y="464185"/>
                  <a:pt x="910590" y="438150"/>
                </a:cubicBezTo>
                <a:cubicBezTo>
                  <a:pt x="920750" y="412115"/>
                  <a:pt x="926465" y="399415"/>
                  <a:pt x="937260" y="373380"/>
                </a:cubicBezTo>
                <a:cubicBezTo>
                  <a:pt x="948055" y="347345"/>
                  <a:pt x="955040" y="334645"/>
                  <a:pt x="963930" y="308610"/>
                </a:cubicBezTo>
                <a:cubicBezTo>
                  <a:pt x="972820" y="282575"/>
                  <a:pt x="975360" y="269875"/>
                  <a:pt x="982980" y="243840"/>
                </a:cubicBezTo>
                <a:cubicBezTo>
                  <a:pt x="990600" y="217805"/>
                  <a:pt x="993140" y="205105"/>
                  <a:pt x="1002030" y="179070"/>
                </a:cubicBezTo>
                <a:cubicBezTo>
                  <a:pt x="1010920" y="153035"/>
                  <a:pt x="1017270" y="140335"/>
                  <a:pt x="1028700" y="114300"/>
                </a:cubicBezTo>
                <a:cubicBezTo>
                  <a:pt x="1040130" y="88265"/>
                  <a:pt x="1040130" y="72390"/>
                  <a:pt x="1059180" y="49530"/>
                </a:cubicBezTo>
                <a:cubicBezTo>
                  <a:pt x="1078230" y="26670"/>
                  <a:pt x="1111885" y="8890"/>
                  <a:pt x="112395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15055850" y="-16510"/>
            <a:ext cx="690245" cy="5509260"/>
          </a:xfrm>
          <a:custGeom>
            <a:avLst/>
            <a:gdLst>
              <a:gd name="connsiteX0" fmla="*/ 2 w 402"/>
              <a:gd name="connsiteY0" fmla="*/ 0 h 3210"/>
              <a:gd name="connsiteX1" fmla="*/ 2 w 402"/>
              <a:gd name="connsiteY1" fmla="*/ 102 h 3210"/>
              <a:gd name="connsiteX2" fmla="*/ 20 w 402"/>
              <a:gd name="connsiteY2" fmla="*/ 210 h 3210"/>
              <a:gd name="connsiteX3" fmla="*/ 20 w 402"/>
              <a:gd name="connsiteY3" fmla="*/ 312 h 3210"/>
              <a:gd name="connsiteX4" fmla="*/ 8 w 402"/>
              <a:gd name="connsiteY4" fmla="*/ 414 h 3210"/>
              <a:gd name="connsiteX5" fmla="*/ 2 w 402"/>
              <a:gd name="connsiteY5" fmla="*/ 516 h 3210"/>
              <a:gd name="connsiteX6" fmla="*/ 2 w 402"/>
              <a:gd name="connsiteY6" fmla="*/ 618 h 3210"/>
              <a:gd name="connsiteX7" fmla="*/ 2 w 402"/>
              <a:gd name="connsiteY7" fmla="*/ 720 h 3210"/>
              <a:gd name="connsiteX8" fmla="*/ 20 w 402"/>
              <a:gd name="connsiteY8" fmla="*/ 822 h 3210"/>
              <a:gd name="connsiteX9" fmla="*/ 50 w 402"/>
              <a:gd name="connsiteY9" fmla="*/ 924 h 3210"/>
              <a:gd name="connsiteX10" fmla="*/ 62 w 402"/>
              <a:gd name="connsiteY10" fmla="*/ 1026 h 3210"/>
              <a:gd name="connsiteX11" fmla="*/ 74 w 402"/>
              <a:gd name="connsiteY11" fmla="*/ 1128 h 3210"/>
              <a:gd name="connsiteX12" fmla="*/ 92 w 402"/>
              <a:gd name="connsiteY12" fmla="*/ 1230 h 3210"/>
              <a:gd name="connsiteX13" fmla="*/ 92 w 402"/>
              <a:gd name="connsiteY13" fmla="*/ 1332 h 3210"/>
              <a:gd name="connsiteX14" fmla="*/ 98 w 402"/>
              <a:gd name="connsiteY14" fmla="*/ 1434 h 3210"/>
              <a:gd name="connsiteX15" fmla="*/ 116 w 402"/>
              <a:gd name="connsiteY15" fmla="*/ 1536 h 3210"/>
              <a:gd name="connsiteX16" fmla="*/ 140 w 402"/>
              <a:gd name="connsiteY16" fmla="*/ 1638 h 3210"/>
              <a:gd name="connsiteX17" fmla="*/ 140 w 402"/>
              <a:gd name="connsiteY17" fmla="*/ 1746 h 3210"/>
              <a:gd name="connsiteX18" fmla="*/ 140 w 402"/>
              <a:gd name="connsiteY18" fmla="*/ 1848 h 3210"/>
              <a:gd name="connsiteX19" fmla="*/ 140 w 402"/>
              <a:gd name="connsiteY19" fmla="*/ 1950 h 3210"/>
              <a:gd name="connsiteX20" fmla="*/ 140 w 402"/>
              <a:gd name="connsiteY20" fmla="*/ 2052 h 3210"/>
              <a:gd name="connsiteX21" fmla="*/ 128 w 402"/>
              <a:gd name="connsiteY21" fmla="*/ 2154 h 3210"/>
              <a:gd name="connsiteX22" fmla="*/ 98 w 402"/>
              <a:gd name="connsiteY22" fmla="*/ 2256 h 3210"/>
              <a:gd name="connsiteX23" fmla="*/ 68 w 402"/>
              <a:gd name="connsiteY23" fmla="*/ 2358 h 3210"/>
              <a:gd name="connsiteX24" fmla="*/ 62 w 402"/>
              <a:gd name="connsiteY24" fmla="*/ 2460 h 3210"/>
              <a:gd name="connsiteX25" fmla="*/ 116 w 402"/>
              <a:gd name="connsiteY25" fmla="*/ 2562 h 3210"/>
              <a:gd name="connsiteX26" fmla="*/ 182 w 402"/>
              <a:gd name="connsiteY26" fmla="*/ 2664 h 3210"/>
              <a:gd name="connsiteX27" fmla="*/ 236 w 402"/>
              <a:gd name="connsiteY27" fmla="*/ 2766 h 3210"/>
              <a:gd name="connsiteX28" fmla="*/ 362 w 402"/>
              <a:gd name="connsiteY28" fmla="*/ 2886 h 3210"/>
              <a:gd name="connsiteX29" fmla="*/ 386 w 402"/>
              <a:gd name="connsiteY29" fmla="*/ 2994 h 3210"/>
              <a:gd name="connsiteX30" fmla="*/ 398 w 402"/>
              <a:gd name="connsiteY30" fmla="*/ 3096 h 3210"/>
              <a:gd name="connsiteX31" fmla="*/ 403 w 402"/>
              <a:gd name="connsiteY31" fmla="*/ 3210 h 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" h="3210">
                <a:moveTo>
                  <a:pt x="2" y="0"/>
                </a:moveTo>
                <a:cubicBezTo>
                  <a:pt x="2" y="18"/>
                  <a:pt x="-2" y="60"/>
                  <a:pt x="2" y="102"/>
                </a:cubicBezTo>
                <a:cubicBezTo>
                  <a:pt x="6" y="144"/>
                  <a:pt x="16" y="168"/>
                  <a:pt x="20" y="210"/>
                </a:cubicBezTo>
                <a:cubicBezTo>
                  <a:pt x="24" y="252"/>
                  <a:pt x="22" y="271"/>
                  <a:pt x="20" y="312"/>
                </a:cubicBezTo>
                <a:cubicBezTo>
                  <a:pt x="18" y="353"/>
                  <a:pt x="12" y="373"/>
                  <a:pt x="8" y="414"/>
                </a:cubicBezTo>
                <a:cubicBezTo>
                  <a:pt x="4" y="455"/>
                  <a:pt x="3" y="475"/>
                  <a:pt x="2" y="516"/>
                </a:cubicBezTo>
                <a:cubicBezTo>
                  <a:pt x="1" y="557"/>
                  <a:pt x="2" y="577"/>
                  <a:pt x="2" y="618"/>
                </a:cubicBezTo>
                <a:cubicBezTo>
                  <a:pt x="2" y="659"/>
                  <a:pt x="-2" y="679"/>
                  <a:pt x="2" y="720"/>
                </a:cubicBezTo>
                <a:cubicBezTo>
                  <a:pt x="6" y="761"/>
                  <a:pt x="10" y="781"/>
                  <a:pt x="20" y="822"/>
                </a:cubicBezTo>
                <a:cubicBezTo>
                  <a:pt x="30" y="863"/>
                  <a:pt x="42" y="883"/>
                  <a:pt x="50" y="924"/>
                </a:cubicBezTo>
                <a:cubicBezTo>
                  <a:pt x="58" y="965"/>
                  <a:pt x="57" y="985"/>
                  <a:pt x="62" y="1026"/>
                </a:cubicBezTo>
                <a:cubicBezTo>
                  <a:pt x="67" y="1067"/>
                  <a:pt x="68" y="1087"/>
                  <a:pt x="74" y="1128"/>
                </a:cubicBezTo>
                <a:cubicBezTo>
                  <a:pt x="80" y="1169"/>
                  <a:pt x="88" y="1189"/>
                  <a:pt x="92" y="1230"/>
                </a:cubicBezTo>
                <a:cubicBezTo>
                  <a:pt x="96" y="1271"/>
                  <a:pt x="91" y="1291"/>
                  <a:pt x="92" y="1332"/>
                </a:cubicBezTo>
                <a:cubicBezTo>
                  <a:pt x="93" y="1373"/>
                  <a:pt x="93" y="1393"/>
                  <a:pt x="98" y="1434"/>
                </a:cubicBezTo>
                <a:cubicBezTo>
                  <a:pt x="103" y="1475"/>
                  <a:pt x="108" y="1495"/>
                  <a:pt x="116" y="1536"/>
                </a:cubicBezTo>
                <a:cubicBezTo>
                  <a:pt x="124" y="1577"/>
                  <a:pt x="135" y="1596"/>
                  <a:pt x="140" y="1638"/>
                </a:cubicBezTo>
                <a:cubicBezTo>
                  <a:pt x="145" y="1680"/>
                  <a:pt x="140" y="1704"/>
                  <a:pt x="140" y="1746"/>
                </a:cubicBezTo>
                <a:cubicBezTo>
                  <a:pt x="140" y="1788"/>
                  <a:pt x="140" y="1807"/>
                  <a:pt x="140" y="1848"/>
                </a:cubicBezTo>
                <a:cubicBezTo>
                  <a:pt x="140" y="1889"/>
                  <a:pt x="140" y="1909"/>
                  <a:pt x="140" y="1950"/>
                </a:cubicBezTo>
                <a:cubicBezTo>
                  <a:pt x="140" y="1991"/>
                  <a:pt x="142" y="2011"/>
                  <a:pt x="140" y="2052"/>
                </a:cubicBezTo>
                <a:cubicBezTo>
                  <a:pt x="138" y="2093"/>
                  <a:pt x="136" y="2113"/>
                  <a:pt x="128" y="2154"/>
                </a:cubicBezTo>
                <a:cubicBezTo>
                  <a:pt x="120" y="2195"/>
                  <a:pt x="110" y="2215"/>
                  <a:pt x="98" y="2256"/>
                </a:cubicBezTo>
                <a:cubicBezTo>
                  <a:pt x="86" y="2297"/>
                  <a:pt x="75" y="2317"/>
                  <a:pt x="68" y="2358"/>
                </a:cubicBezTo>
                <a:cubicBezTo>
                  <a:pt x="61" y="2399"/>
                  <a:pt x="52" y="2419"/>
                  <a:pt x="62" y="2460"/>
                </a:cubicBezTo>
                <a:cubicBezTo>
                  <a:pt x="72" y="2501"/>
                  <a:pt x="92" y="2521"/>
                  <a:pt x="116" y="2562"/>
                </a:cubicBezTo>
                <a:cubicBezTo>
                  <a:pt x="140" y="2603"/>
                  <a:pt x="158" y="2623"/>
                  <a:pt x="182" y="2664"/>
                </a:cubicBezTo>
                <a:cubicBezTo>
                  <a:pt x="206" y="2705"/>
                  <a:pt x="216" y="2725"/>
                  <a:pt x="236" y="2766"/>
                </a:cubicBezTo>
                <a:cubicBezTo>
                  <a:pt x="256" y="2807"/>
                  <a:pt x="346" y="2845"/>
                  <a:pt x="362" y="2886"/>
                </a:cubicBezTo>
                <a:cubicBezTo>
                  <a:pt x="378" y="2927"/>
                  <a:pt x="381" y="2953"/>
                  <a:pt x="386" y="2994"/>
                </a:cubicBezTo>
                <a:cubicBezTo>
                  <a:pt x="391" y="3035"/>
                  <a:pt x="399" y="3055"/>
                  <a:pt x="398" y="3096"/>
                </a:cubicBezTo>
                <a:cubicBezTo>
                  <a:pt x="397" y="3137"/>
                  <a:pt x="403" y="3192"/>
                  <a:pt x="403" y="32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15426690" y="5249545"/>
            <a:ext cx="332105" cy="2997200"/>
          </a:xfrm>
          <a:custGeom>
            <a:avLst/>
            <a:gdLst>
              <a:gd name="connisteX0" fmla="*/ 110490 w 123202"/>
              <a:gd name="connsiteY0" fmla="*/ 0 h 1108710"/>
              <a:gd name="connisteX1" fmla="*/ 118110 w 123202"/>
              <a:gd name="connsiteY1" fmla="*/ 68580 h 1108710"/>
              <a:gd name="connisteX2" fmla="*/ 118110 w 123202"/>
              <a:gd name="connsiteY2" fmla="*/ 133350 h 1108710"/>
              <a:gd name="connisteX3" fmla="*/ 64770 w 123202"/>
              <a:gd name="connsiteY3" fmla="*/ 198120 h 1108710"/>
              <a:gd name="connisteX4" fmla="*/ 45720 w 123202"/>
              <a:gd name="connsiteY4" fmla="*/ 262890 h 1108710"/>
              <a:gd name="connisteX5" fmla="*/ 41910 w 123202"/>
              <a:gd name="connsiteY5" fmla="*/ 327660 h 1108710"/>
              <a:gd name="connisteX6" fmla="*/ 41910 w 123202"/>
              <a:gd name="connsiteY6" fmla="*/ 392430 h 1108710"/>
              <a:gd name="connisteX7" fmla="*/ 49530 w 123202"/>
              <a:gd name="connsiteY7" fmla="*/ 457200 h 1108710"/>
              <a:gd name="connisteX8" fmla="*/ 60960 w 123202"/>
              <a:gd name="connsiteY8" fmla="*/ 521970 h 1108710"/>
              <a:gd name="connisteX9" fmla="*/ 68580 w 123202"/>
              <a:gd name="connsiteY9" fmla="*/ 586740 h 1108710"/>
              <a:gd name="connisteX10" fmla="*/ 64770 w 123202"/>
              <a:gd name="connsiteY10" fmla="*/ 651510 h 1108710"/>
              <a:gd name="connisteX11" fmla="*/ 53340 w 123202"/>
              <a:gd name="connsiteY11" fmla="*/ 716280 h 1108710"/>
              <a:gd name="connisteX12" fmla="*/ 53340 w 123202"/>
              <a:gd name="connsiteY12" fmla="*/ 781050 h 1108710"/>
              <a:gd name="connisteX13" fmla="*/ 64770 w 123202"/>
              <a:gd name="connsiteY13" fmla="*/ 845820 h 1108710"/>
              <a:gd name="connisteX14" fmla="*/ 87630 w 123202"/>
              <a:gd name="connsiteY14" fmla="*/ 910590 h 1108710"/>
              <a:gd name="connisteX15" fmla="*/ 87630 w 123202"/>
              <a:gd name="connsiteY15" fmla="*/ 975360 h 1108710"/>
              <a:gd name="connisteX16" fmla="*/ 45720 w 123202"/>
              <a:gd name="connsiteY16" fmla="*/ 1043940 h 1108710"/>
              <a:gd name="connisteX17" fmla="*/ 0 w 123202"/>
              <a:gd name="connsiteY17" fmla="*/ 1108710 h 11087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</a:cxnLst>
            <a:rect l="l" t="t" r="r" b="b"/>
            <a:pathLst>
              <a:path w="123203" h="1108710">
                <a:moveTo>
                  <a:pt x="110490" y="0"/>
                </a:moveTo>
                <a:cubicBezTo>
                  <a:pt x="111760" y="12700"/>
                  <a:pt x="116840" y="41910"/>
                  <a:pt x="118110" y="68580"/>
                </a:cubicBezTo>
                <a:cubicBezTo>
                  <a:pt x="119380" y="95250"/>
                  <a:pt x="128905" y="107315"/>
                  <a:pt x="118110" y="133350"/>
                </a:cubicBezTo>
                <a:cubicBezTo>
                  <a:pt x="107315" y="159385"/>
                  <a:pt x="79375" y="172085"/>
                  <a:pt x="64770" y="198120"/>
                </a:cubicBezTo>
                <a:cubicBezTo>
                  <a:pt x="50165" y="224155"/>
                  <a:pt x="50165" y="236855"/>
                  <a:pt x="45720" y="262890"/>
                </a:cubicBezTo>
                <a:cubicBezTo>
                  <a:pt x="41275" y="288925"/>
                  <a:pt x="42545" y="301625"/>
                  <a:pt x="41910" y="327660"/>
                </a:cubicBezTo>
                <a:cubicBezTo>
                  <a:pt x="41275" y="353695"/>
                  <a:pt x="40640" y="366395"/>
                  <a:pt x="41910" y="392430"/>
                </a:cubicBezTo>
                <a:cubicBezTo>
                  <a:pt x="43180" y="418465"/>
                  <a:pt x="45720" y="431165"/>
                  <a:pt x="49530" y="457200"/>
                </a:cubicBezTo>
                <a:cubicBezTo>
                  <a:pt x="53340" y="483235"/>
                  <a:pt x="57150" y="495935"/>
                  <a:pt x="60960" y="521970"/>
                </a:cubicBezTo>
                <a:cubicBezTo>
                  <a:pt x="64770" y="548005"/>
                  <a:pt x="67945" y="560705"/>
                  <a:pt x="68580" y="586740"/>
                </a:cubicBezTo>
                <a:cubicBezTo>
                  <a:pt x="69215" y="612775"/>
                  <a:pt x="67945" y="625475"/>
                  <a:pt x="64770" y="651510"/>
                </a:cubicBezTo>
                <a:cubicBezTo>
                  <a:pt x="61595" y="677545"/>
                  <a:pt x="55880" y="690245"/>
                  <a:pt x="53340" y="716280"/>
                </a:cubicBezTo>
                <a:cubicBezTo>
                  <a:pt x="50800" y="742315"/>
                  <a:pt x="50800" y="755015"/>
                  <a:pt x="53340" y="781050"/>
                </a:cubicBezTo>
                <a:cubicBezTo>
                  <a:pt x="55880" y="807085"/>
                  <a:pt x="57785" y="819785"/>
                  <a:pt x="64770" y="845820"/>
                </a:cubicBezTo>
                <a:cubicBezTo>
                  <a:pt x="71755" y="871855"/>
                  <a:pt x="83185" y="884555"/>
                  <a:pt x="87630" y="910590"/>
                </a:cubicBezTo>
                <a:cubicBezTo>
                  <a:pt x="92075" y="936625"/>
                  <a:pt x="95885" y="948690"/>
                  <a:pt x="87630" y="975360"/>
                </a:cubicBezTo>
                <a:cubicBezTo>
                  <a:pt x="79375" y="1002030"/>
                  <a:pt x="63500" y="1017270"/>
                  <a:pt x="45720" y="1043940"/>
                </a:cubicBezTo>
                <a:cubicBezTo>
                  <a:pt x="27940" y="1070610"/>
                  <a:pt x="8255" y="1097280"/>
                  <a:pt x="0" y="11087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14505305" y="-35560"/>
            <a:ext cx="548640" cy="5776595"/>
          </a:xfrm>
          <a:custGeom>
            <a:avLst/>
            <a:gdLst>
              <a:gd name="connisteX0" fmla="*/ 202882 w 202882"/>
              <a:gd name="connsiteY0" fmla="*/ 0 h 2137410"/>
              <a:gd name="connisteX1" fmla="*/ 164782 w 202882"/>
              <a:gd name="connsiteY1" fmla="*/ 68580 h 2137410"/>
              <a:gd name="connisteX2" fmla="*/ 100012 w 202882"/>
              <a:gd name="connsiteY2" fmla="*/ 121920 h 2137410"/>
              <a:gd name="connisteX3" fmla="*/ 61912 w 202882"/>
              <a:gd name="connsiteY3" fmla="*/ 186690 h 2137410"/>
              <a:gd name="connisteX4" fmla="*/ 35242 w 202882"/>
              <a:gd name="connsiteY4" fmla="*/ 251460 h 2137410"/>
              <a:gd name="connisteX5" fmla="*/ 35242 w 202882"/>
              <a:gd name="connsiteY5" fmla="*/ 316230 h 2137410"/>
              <a:gd name="connisteX6" fmla="*/ 27622 w 202882"/>
              <a:gd name="connsiteY6" fmla="*/ 381000 h 2137410"/>
              <a:gd name="connisteX7" fmla="*/ 23812 w 202882"/>
              <a:gd name="connsiteY7" fmla="*/ 445770 h 2137410"/>
              <a:gd name="connisteX8" fmla="*/ 31432 w 202882"/>
              <a:gd name="connsiteY8" fmla="*/ 510540 h 2137410"/>
              <a:gd name="connisteX9" fmla="*/ 27622 w 202882"/>
              <a:gd name="connsiteY9" fmla="*/ 575310 h 2137410"/>
              <a:gd name="connisteX10" fmla="*/ 12382 w 202882"/>
              <a:gd name="connsiteY10" fmla="*/ 640080 h 2137410"/>
              <a:gd name="connisteX11" fmla="*/ 8572 w 202882"/>
              <a:gd name="connsiteY11" fmla="*/ 704850 h 2137410"/>
              <a:gd name="connisteX12" fmla="*/ 8572 w 202882"/>
              <a:gd name="connsiteY12" fmla="*/ 769620 h 2137410"/>
              <a:gd name="connisteX13" fmla="*/ 8572 w 202882"/>
              <a:gd name="connsiteY13" fmla="*/ 838200 h 2137410"/>
              <a:gd name="connisteX14" fmla="*/ 952 w 202882"/>
              <a:gd name="connsiteY14" fmla="*/ 902970 h 2137410"/>
              <a:gd name="connisteX15" fmla="*/ 952 w 202882"/>
              <a:gd name="connsiteY15" fmla="*/ 967740 h 2137410"/>
              <a:gd name="connisteX16" fmla="*/ 8572 w 202882"/>
              <a:gd name="connsiteY16" fmla="*/ 1032510 h 2137410"/>
              <a:gd name="connisteX17" fmla="*/ 31432 w 202882"/>
              <a:gd name="connsiteY17" fmla="*/ 1097280 h 2137410"/>
              <a:gd name="connisteX18" fmla="*/ 54292 w 202882"/>
              <a:gd name="connsiteY18" fmla="*/ 1162050 h 2137410"/>
              <a:gd name="connisteX19" fmla="*/ 54292 w 202882"/>
              <a:gd name="connsiteY19" fmla="*/ 1226820 h 2137410"/>
              <a:gd name="connisteX20" fmla="*/ 50482 w 202882"/>
              <a:gd name="connsiteY20" fmla="*/ 1291590 h 2137410"/>
              <a:gd name="connisteX21" fmla="*/ 50482 w 202882"/>
              <a:gd name="connsiteY21" fmla="*/ 1356360 h 2137410"/>
              <a:gd name="connisteX22" fmla="*/ 54292 w 202882"/>
              <a:gd name="connsiteY22" fmla="*/ 1421130 h 2137410"/>
              <a:gd name="connisteX23" fmla="*/ 73342 w 202882"/>
              <a:gd name="connsiteY23" fmla="*/ 1485900 h 2137410"/>
              <a:gd name="connisteX24" fmla="*/ 65722 w 202882"/>
              <a:gd name="connsiteY24" fmla="*/ 1550670 h 2137410"/>
              <a:gd name="connisteX25" fmla="*/ 84772 w 202882"/>
              <a:gd name="connsiteY25" fmla="*/ 1615440 h 2137410"/>
              <a:gd name="connisteX26" fmla="*/ 126682 w 202882"/>
              <a:gd name="connsiteY26" fmla="*/ 1680210 h 2137410"/>
              <a:gd name="connisteX27" fmla="*/ 157162 w 202882"/>
              <a:gd name="connsiteY27" fmla="*/ 1744980 h 2137410"/>
              <a:gd name="connisteX28" fmla="*/ 130492 w 202882"/>
              <a:gd name="connsiteY28" fmla="*/ 1813560 h 2137410"/>
              <a:gd name="connisteX29" fmla="*/ 77152 w 202882"/>
              <a:gd name="connsiteY29" fmla="*/ 1878330 h 2137410"/>
              <a:gd name="connisteX30" fmla="*/ 39052 w 202882"/>
              <a:gd name="connsiteY30" fmla="*/ 1943100 h 2137410"/>
              <a:gd name="connisteX31" fmla="*/ 27622 w 202882"/>
              <a:gd name="connsiteY31" fmla="*/ 2007870 h 2137410"/>
              <a:gd name="connisteX32" fmla="*/ 35242 w 202882"/>
              <a:gd name="connsiteY32" fmla="*/ 2072640 h 2137410"/>
              <a:gd name="connisteX33" fmla="*/ 69532 w 202882"/>
              <a:gd name="connsiteY33" fmla="*/ 2137410 h 21374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</a:cxnLst>
            <a:rect l="l" t="t" r="r" b="b"/>
            <a:pathLst>
              <a:path w="202883" h="2137410">
                <a:moveTo>
                  <a:pt x="202883" y="0"/>
                </a:moveTo>
                <a:cubicBezTo>
                  <a:pt x="196533" y="12700"/>
                  <a:pt x="185103" y="44450"/>
                  <a:pt x="164783" y="68580"/>
                </a:cubicBezTo>
                <a:cubicBezTo>
                  <a:pt x="144463" y="92710"/>
                  <a:pt x="120333" y="98425"/>
                  <a:pt x="100013" y="121920"/>
                </a:cubicBezTo>
                <a:cubicBezTo>
                  <a:pt x="79693" y="145415"/>
                  <a:pt x="74613" y="160655"/>
                  <a:pt x="61913" y="186690"/>
                </a:cubicBezTo>
                <a:cubicBezTo>
                  <a:pt x="49213" y="212725"/>
                  <a:pt x="40323" y="225425"/>
                  <a:pt x="35243" y="251460"/>
                </a:cubicBezTo>
                <a:cubicBezTo>
                  <a:pt x="30163" y="277495"/>
                  <a:pt x="36513" y="290195"/>
                  <a:pt x="35243" y="316230"/>
                </a:cubicBezTo>
                <a:cubicBezTo>
                  <a:pt x="33973" y="342265"/>
                  <a:pt x="30163" y="354965"/>
                  <a:pt x="27623" y="381000"/>
                </a:cubicBezTo>
                <a:cubicBezTo>
                  <a:pt x="25083" y="407035"/>
                  <a:pt x="23178" y="419735"/>
                  <a:pt x="23813" y="445770"/>
                </a:cubicBezTo>
                <a:cubicBezTo>
                  <a:pt x="24448" y="471805"/>
                  <a:pt x="30798" y="484505"/>
                  <a:pt x="31433" y="510540"/>
                </a:cubicBezTo>
                <a:cubicBezTo>
                  <a:pt x="32068" y="536575"/>
                  <a:pt x="31433" y="549275"/>
                  <a:pt x="27623" y="575310"/>
                </a:cubicBezTo>
                <a:cubicBezTo>
                  <a:pt x="23813" y="601345"/>
                  <a:pt x="16193" y="614045"/>
                  <a:pt x="12383" y="640080"/>
                </a:cubicBezTo>
                <a:cubicBezTo>
                  <a:pt x="8573" y="666115"/>
                  <a:pt x="9208" y="678815"/>
                  <a:pt x="8573" y="704850"/>
                </a:cubicBezTo>
                <a:cubicBezTo>
                  <a:pt x="7938" y="730885"/>
                  <a:pt x="8573" y="742950"/>
                  <a:pt x="8573" y="769620"/>
                </a:cubicBezTo>
                <a:cubicBezTo>
                  <a:pt x="8573" y="796290"/>
                  <a:pt x="9843" y="811530"/>
                  <a:pt x="8573" y="838200"/>
                </a:cubicBezTo>
                <a:cubicBezTo>
                  <a:pt x="7303" y="864870"/>
                  <a:pt x="2223" y="876935"/>
                  <a:pt x="953" y="902970"/>
                </a:cubicBezTo>
                <a:cubicBezTo>
                  <a:pt x="-317" y="929005"/>
                  <a:pt x="-317" y="941705"/>
                  <a:pt x="953" y="967740"/>
                </a:cubicBezTo>
                <a:cubicBezTo>
                  <a:pt x="2223" y="993775"/>
                  <a:pt x="2223" y="1006475"/>
                  <a:pt x="8573" y="1032510"/>
                </a:cubicBezTo>
                <a:cubicBezTo>
                  <a:pt x="14923" y="1058545"/>
                  <a:pt x="22543" y="1071245"/>
                  <a:pt x="31433" y="1097280"/>
                </a:cubicBezTo>
                <a:cubicBezTo>
                  <a:pt x="40323" y="1123315"/>
                  <a:pt x="49848" y="1136015"/>
                  <a:pt x="54293" y="1162050"/>
                </a:cubicBezTo>
                <a:cubicBezTo>
                  <a:pt x="58738" y="1188085"/>
                  <a:pt x="54928" y="1200785"/>
                  <a:pt x="54293" y="1226820"/>
                </a:cubicBezTo>
                <a:cubicBezTo>
                  <a:pt x="53658" y="1252855"/>
                  <a:pt x="51118" y="1265555"/>
                  <a:pt x="50483" y="1291590"/>
                </a:cubicBezTo>
                <a:cubicBezTo>
                  <a:pt x="49848" y="1317625"/>
                  <a:pt x="49848" y="1330325"/>
                  <a:pt x="50483" y="1356360"/>
                </a:cubicBezTo>
                <a:cubicBezTo>
                  <a:pt x="51118" y="1382395"/>
                  <a:pt x="49848" y="1395095"/>
                  <a:pt x="54293" y="1421130"/>
                </a:cubicBezTo>
                <a:cubicBezTo>
                  <a:pt x="58738" y="1447165"/>
                  <a:pt x="70803" y="1459865"/>
                  <a:pt x="73343" y="1485900"/>
                </a:cubicBezTo>
                <a:cubicBezTo>
                  <a:pt x="75883" y="1511935"/>
                  <a:pt x="63183" y="1524635"/>
                  <a:pt x="65723" y="1550670"/>
                </a:cubicBezTo>
                <a:cubicBezTo>
                  <a:pt x="68263" y="1576705"/>
                  <a:pt x="72708" y="1589405"/>
                  <a:pt x="84773" y="1615440"/>
                </a:cubicBezTo>
                <a:cubicBezTo>
                  <a:pt x="96838" y="1641475"/>
                  <a:pt x="112078" y="1654175"/>
                  <a:pt x="126683" y="1680210"/>
                </a:cubicBezTo>
                <a:cubicBezTo>
                  <a:pt x="141288" y="1706245"/>
                  <a:pt x="156528" y="1718310"/>
                  <a:pt x="157163" y="1744980"/>
                </a:cubicBezTo>
                <a:cubicBezTo>
                  <a:pt x="157798" y="1771650"/>
                  <a:pt x="146368" y="1786890"/>
                  <a:pt x="130493" y="1813560"/>
                </a:cubicBezTo>
                <a:cubicBezTo>
                  <a:pt x="114618" y="1840230"/>
                  <a:pt x="95568" y="1852295"/>
                  <a:pt x="77153" y="1878330"/>
                </a:cubicBezTo>
                <a:cubicBezTo>
                  <a:pt x="58738" y="1904365"/>
                  <a:pt x="49213" y="1917065"/>
                  <a:pt x="39053" y="1943100"/>
                </a:cubicBezTo>
                <a:cubicBezTo>
                  <a:pt x="28893" y="1969135"/>
                  <a:pt x="28258" y="1981835"/>
                  <a:pt x="27623" y="2007870"/>
                </a:cubicBezTo>
                <a:cubicBezTo>
                  <a:pt x="26988" y="2033905"/>
                  <a:pt x="26988" y="2046605"/>
                  <a:pt x="35243" y="2072640"/>
                </a:cubicBezTo>
                <a:cubicBezTo>
                  <a:pt x="43498" y="2098675"/>
                  <a:pt x="62548" y="2125980"/>
                  <a:pt x="69533" y="21374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14423390" y="5711825"/>
            <a:ext cx="619760" cy="2430145"/>
          </a:xfrm>
          <a:custGeom>
            <a:avLst/>
            <a:gdLst>
              <a:gd name="connisteX0" fmla="*/ 91861 w 229021"/>
              <a:gd name="connsiteY0" fmla="*/ 0 h 899160"/>
              <a:gd name="connisteX1" fmla="*/ 110911 w 229021"/>
              <a:gd name="connsiteY1" fmla="*/ 64770 h 899160"/>
              <a:gd name="connisteX2" fmla="*/ 122341 w 229021"/>
              <a:gd name="connsiteY2" fmla="*/ 129540 h 899160"/>
              <a:gd name="connisteX3" fmla="*/ 118531 w 229021"/>
              <a:gd name="connsiteY3" fmla="*/ 194310 h 899160"/>
              <a:gd name="connisteX4" fmla="*/ 53761 w 229021"/>
              <a:gd name="connsiteY4" fmla="*/ 247650 h 899160"/>
              <a:gd name="connisteX5" fmla="*/ 421 w 229021"/>
              <a:gd name="connsiteY5" fmla="*/ 312420 h 899160"/>
              <a:gd name="connisteX6" fmla="*/ 34711 w 229021"/>
              <a:gd name="connsiteY6" fmla="*/ 381000 h 899160"/>
              <a:gd name="connisteX7" fmla="*/ 76621 w 229021"/>
              <a:gd name="connsiteY7" fmla="*/ 445770 h 899160"/>
              <a:gd name="connisteX8" fmla="*/ 126151 w 229021"/>
              <a:gd name="connsiteY8" fmla="*/ 510540 h 899160"/>
              <a:gd name="connisteX9" fmla="*/ 164251 w 229021"/>
              <a:gd name="connsiteY9" fmla="*/ 575310 h 899160"/>
              <a:gd name="connisteX10" fmla="*/ 206161 w 229021"/>
              <a:gd name="connsiteY10" fmla="*/ 640080 h 899160"/>
              <a:gd name="connisteX11" fmla="*/ 209971 w 229021"/>
              <a:gd name="connsiteY11" fmla="*/ 704850 h 899160"/>
              <a:gd name="connisteX12" fmla="*/ 194731 w 229021"/>
              <a:gd name="connsiteY12" fmla="*/ 769620 h 899160"/>
              <a:gd name="connisteX13" fmla="*/ 198541 w 229021"/>
              <a:gd name="connsiteY13" fmla="*/ 834390 h 899160"/>
              <a:gd name="connisteX14" fmla="*/ 229021 w 229021"/>
              <a:gd name="connsiteY14" fmla="*/ 899160 h 8991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229022" h="899160">
                <a:moveTo>
                  <a:pt x="91862" y="0"/>
                </a:moveTo>
                <a:cubicBezTo>
                  <a:pt x="95672" y="11430"/>
                  <a:pt x="104562" y="38735"/>
                  <a:pt x="110912" y="64770"/>
                </a:cubicBezTo>
                <a:cubicBezTo>
                  <a:pt x="117262" y="90805"/>
                  <a:pt x="121072" y="103505"/>
                  <a:pt x="122342" y="129540"/>
                </a:cubicBezTo>
                <a:cubicBezTo>
                  <a:pt x="123612" y="155575"/>
                  <a:pt x="132502" y="170815"/>
                  <a:pt x="118532" y="194310"/>
                </a:cubicBezTo>
                <a:cubicBezTo>
                  <a:pt x="104562" y="217805"/>
                  <a:pt x="77257" y="224155"/>
                  <a:pt x="53762" y="247650"/>
                </a:cubicBezTo>
                <a:cubicBezTo>
                  <a:pt x="30267" y="271145"/>
                  <a:pt x="4232" y="285750"/>
                  <a:pt x="422" y="312420"/>
                </a:cubicBezTo>
                <a:cubicBezTo>
                  <a:pt x="-3388" y="339090"/>
                  <a:pt x="19472" y="354330"/>
                  <a:pt x="34712" y="381000"/>
                </a:cubicBezTo>
                <a:cubicBezTo>
                  <a:pt x="49952" y="407670"/>
                  <a:pt x="58207" y="419735"/>
                  <a:pt x="76622" y="445770"/>
                </a:cubicBezTo>
                <a:cubicBezTo>
                  <a:pt x="95037" y="471805"/>
                  <a:pt x="108372" y="484505"/>
                  <a:pt x="126152" y="510540"/>
                </a:cubicBezTo>
                <a:cubicBezTo>
                  <a:pt x="143932" y="536575"/>
                  <a:pt x="148377" y="549275"/>
                  <a:pt x="164252" y="575310"/>
                </a:cubicBezTo>
                <a:cubicBezTo>
                  <a:pt x="180127" y="601345"/>
                  <a:pt x="197272" y="614045"/>
                  <a:pt x="206162" y="640080"/>
                </a:cubicBezTo>
                <a:cubicBezTo>
                  <a:pt x="215052" y="666115"/>
                  <a:pt x="212512" y="678815"/>
                  <a:pt x="209972" y="704850"/>
                </a:cubicBezTo>
                <a:cubicBezTo>
                  <a:pt x="207432" y="730885"/>
                  <a:pt x="197272" y="743585"/>
                  <a:pt x="194732" y="769620"/>
                </a:cubicBezTo>
                <a:cubicBezTo>
                  <a:pt x="192192" y="795655"/>
                  <a:pt x="191557" y="808355"/>
                  <a:pt x="198542" y="834390"/>
                </a:cubicBezTo>
                <a:cubicBezTo>
                  <a:pt x="205527" y="860425"/>
                  <a:pt x="223307" y="887730"/>
                  <a:pt x="229022" y="89916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13058140" y="2230120"/>
            <a:ext cx="1189355" cy="5600700"/>
          </a:xfrm>
          <a:custGeom>
            <a:avLst/>
            <a:gdLst>
              <a:gd name="connisteX0" fmla="*/ 413834 w 440774"/>
              <a:gd name="connsiteY0" fmla="*/ 0 h 2072640"/>
              <a:gd name="connisteX1" fmla="*/ 439234 w 440774"/>
              <a:gd name="connsiteY1" fmla="*/ 71120 h 2072640"/>
              <a:gd name="connisteX2" fmla="*/ 373194 w 440774"/>
              <a:gd name="connsiteY2" fmla="*/ 121920 h 2072640"/>
              <a:gd name="connisteX3" fmla="*/ 373194 w 440774"/>
              <a:gd name="connsiteY3" fmla="*/ 193040 h 2072640"/>
              <a:gd name="connisteX4" fmla="*/ 373194 w 440774"/>
              <a:gd name="connsiteY4" fmla="*/ 259080 h 2072640"/>
              <a:gd name="connisteX5" fmla="*/ 393514 w 440774"/>
              <a:gd name="connsiteY5" fmla="*/ 330200 h 2072640"/>
              <a:gd name="connisteX6" fmla="*/ 429074 w 440774"/>
              <a:gd name="connsiteY6" fmla="*/ 396240 h 2072640"/>
              <a:gd name="connisteX7" fmla="*/ 398594 w 440774"/>
              <a:gd name="connsiteY7" fmla="*/ 467360 h 2072640"/>
              <a:gd name="connisteX8" fmla="*/ 342714 w 440774"/>
              <a:gd name="connsiteY8" fmla="*/ 533400 h 2072640"/>
              <a:gd name="connisteX9" fmla="*/ 322394 w 440774"/>
              <a:gd name="connsiteY9" fmla="*/ 604520 h 2072640"/>
              <a:gd name="connisteX10" fmla="*/ 322394 w 440774"/>
              <a:gd name="connsiteY10" fmla="*/ 670560 h 2072640"/>
              <a:gd name="connisteX11" fmla="*/ 368114 w 440774"/>
              <a:gd name="connsiteY11" fmla="*/ 741680 h 2072640"/>
              <a:gd name="connisteX12" fmla="*/ 368114 w 440774"/>
              <a:gd name="connsiteY12" fmla="*/ 807720 h 2072640"/>
              <a:gd name="connisteX13" fmla="*/ 363034 w 440774"/>
              <a:gd name="connsiteY13" fmla="*/ 878840 h 2072640"/>
              <a:gd name="connisteX14" fmla="*/ 296994 w 440774"/>
              <a:gd name="connsiteY14" fmla="*/ 919480 h 2072640"/>
              <a:gd name="connisteX15" fmla="*/ 286834 w 440774"/>
              <a:gd name="connsiteY15" fmla="*/ 985520 h 2072640"/>
              <a:gd name="connisteX16" fmla="*/ 276674 w 440774"/>
              <a:gd name="connsiteY16" fmla="*/ 1051560 h 2072640"/>
              <a:gd name="connisteX17" fmla="*/ 256354 w 440774"/>
              <a:gd name="connsiteY17" fmla="*/ 1117600 h 2072640"/>
              <a:gd name="connisteX18" fmla="*/ 190314 w 440774"/>
              <a:gd name="connsiteY18" fmla="*/ 1143000 h 2072640"/>
              <a:gd name="connisteX19" fmla="*/ 124274 w 440774"/>
              <a:gd name="connsiteY19" fmla="*/ 1193800 h 2072640"/>
              <a:gd name="connisteX20" fmla="*/ 83634 w 440774"/>
              <a:gd name="connsiteY20" fmla="*/ 1259840 h 2072640"/>
              <a:gd name="connisteX21" fmla="*/ 58234 w 440774"/>
              <a:gd name="connsiteY21" fmla="*/ 1325880 h 2072640"/>
              <a:gd name="connisteX22" fmla="*/ 58234 w 440774"/>
              <a:gd name="connsiteY22" fmla="*/ 1391920 h 2072640"/>
              <a:gd name="connisteX23" fmla="*/ 78554 w 440774"/>
              <a:gd name="connsiteY23" fmla="*/ 1457960 h 2072640"/>
              <a:gd name="connisteX24" fmla="*/ 78554 w 440774"/>
              <a:gd name="connsiteY24" fmla="*/ 1529080 h 2072640"/>
              <a:gd name="connisteX25" fmla="*/ 83634 w 440774"/>
              <a:gd name="connsiteY25" fmla="*/ 1595120 h 2072640"/>
              <a:gd name="connisteX26" fmla="*/ 58234 w 440774"/>
              <a:gd name="connsiteY26" fmla="*/ 1666240 h 2072640"/>
              <a:gd name="connisteX27" fmla="*/ 37914 w 440774"/>
              <a:gd name="connsiteY27" fmla="*/ 1732280 h 2072640"/>
              <a:gd name="connisteX28" fmla="*/ 37914 w 440774"/>
              <a:gd name="connsiteY28" fmla="*/ 1803400 h 2072640"/>
              <a:gd name="connisteX29" fmla="*/ 32834 w 440774"/>
              <a:gd name="connsiteY29" fmla="*/ 1869440 h 2072640"/>
              <a:gd name="connisteX30" fmla="*/ 7434 w 440774"/>
              <a:gd name="connsiteY30" fmla="*/ 1940560 h 2072640"/>
              <a:gd name="connisteX31" fmla="*/ 2354 w 440774"/>
              <a:gd name="connsiteY31" fmla="*/ 2006600 h 2072640"/>
              <a:gd name="connisteX32" fmla="*/ 32834 w 440774"/>
              <a:gd name="connsiteY32" fmla="*/ 2072640 h 20726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</a:cxnLst>
            <a:rect l="l" t="t" r="r" b="b"/>
            <a:pathLst>
              <a:path w="440775" h="2072640">
                <a:moveTo>
                  <a:pt x="413834" y="0"/>
                </a:moveTo>
                <a:cubicBezTo>
                  <a:pt x="420184" y="13335"/>
                  <a:pt x="447489" y="46990"/>
                  <a:pt x="439234" y="71120"/>
                </a:cubicBezTo>
                <a:cubicBezTo>
                  <a:pt x="430979" y="95250"/>
                  <a:pt x="386529" y="97790"/>
                  <a:pt x="373194" y="121920"/>
                </a:cubicBezTo>
                <a:cubicBezTo>
                  <a:pt x="359859" y="146050"/>
                  <a:pt x="373194" y="165735"/>
                  <a:pt x="373194" y="193040"/>
                </a:cubicBezTo>
                <a:cubicBezTo>
                  <a:pt x="373194" y="220345"/>
                  <a:pt x="369384" y="231775"/>
                  <a:pt x="373194" y="259080"/>
                </a:cubicBezTo>
                <a:cubicBezTo>
                  <a:pt x="377004" y="286385"/>
                  <a:pt x="382084" y="302895"/>
                  <a:pt x="393514" y="330200"/>
                </a:cubicBezTo>
                <a:cubicBezTo>
                  <a:pt x="404944" y="357505"/>
                  <a:pt x="427804" y="368935"/>
                  <a:pt x="429074" y="396240"/>
                </a:cubicBezTo>
                <a:cubicBezTo>
                  <a:pt x="430344" y="423545"/>
                  <a:pt x="415739" y="440055"/>
                  <a:pt x="398594" y="467360"/>
                </a:cubicBezTo>
                <a:cubicBezTo>
                  <a:pt x="381449" y="494665"/>
                  <a:pt x="357954" y="506095"/>
                  <a:pt x="342714" y="533400"/>
                </a:cubicBezTo>
                <a:cubicBezTo>
                  <a:pt x="327474" y="560705"/>
                  <a:pt x="326204" y="577215"/>
                  <a:pt x="322394" y="604520"/>
                </a:cubicBezTo>
                <a:cubicBezTo>
                  <a:pt x="318584" y="631825"/>
                  <a:pt x="313504" y="643255"/>
                  <a:pt x="322394" y="670560"/>
                </a:cubicBezTo>
                <a:cubicBezTo>
                  <a:pt x="331284" y="697865"/>
                  <a:pt x="359224" y="714375"/>
                  <a:pt x="368114" y="741680"/>
                </a:cubicBezTo>
                <a:cubicBezTo>
                  <a:pt x="377004" y="768985"/>
                  <a:pt x="369384" y="780415"/>
                  <a:pt x="368114" y="807720"/>
                </a:cubicBezTo>
                <a:cubicBezTo>
                  <a:pt x="366844" y="835025"/>
                  <a:pt x="377004" y="856615"/>
                  <a:pt x="363034" y="878840"/>
                </a:cubicBezTo>
                <a:cubicBezTo>
                  <a:pt x="349064" y="901065"/>
                  <a:pt x="312234" y="897890"/>
                  <a:pt x="296994" y="919480"/>
                </a:cubicBezTo>
                <a:cubicBezTo>
                  <a:pt x="281754" y="941070"/>
                  <a:pt x="290644" y="958850"/>
                  <a:pt x="286834" y="985520"/>
                </a:cubicBezTo>
                <a:cubicBezTo>
                  <a:pt x="283024" y="1012190"/>
                  <a:pt x="283024" y="1024890"/>
                  <a:pt x="276674" y="1051560"/>
                </a:cubicBezTo>
                <a:cubicBezTo>
                  <a:pt x="270324" y="1078230"/>
                  <a:pt x="273499" y="1099185"/>
                  <a:pt x="256354" y="1117600"/>
                </a:cubicBezTo>
                <a:cubicBezTo>
                  <a:pt x="239209" y="1136015"/>
                  <a:pt x="216984" y="1127760"/>
                  <a:pt x="190314" y="1143000"/>
                </a:cubicBezTo>
                <a:cubicBezTo>
                  <a:pt x="163644" y="1158240"/>
                  <a:pt x="145864" y="1170305"/>
                  <a:pt x="124274" y="1193800"/>
                </a:cubicBezTo>
                <a:cubicBezTo>
                  <a:pt x="102684" y="1217295"/>
                  <a:pt x="96969" y="1233170"/>
                  <a:pt x="83634" y="1259840"/>
                </a:cubicBezTo>
                <a:cubicBezTo>
                  <a:pt x="70299" y="1286510"/>
                  <a:pt x="63314" y="1299210"/>
                  <a:pt x="58234" y="1325880"/>
                </a:cubicBezTo>
                <a:cubicBezTo>
                  <a:pt x="53154" y="1352550"/>
                  <a:pt x="54424" y="1365250"/>
                  <a:pt x="58234" y="1391920"/>
                </a:cubicBezTo>
                <a:cubicBezTo>
                  <a:pt x="62044" y="1418590"/>
                  <a:pt x="74744" y="1430655"/>
                  <a:pt x="78554" y="1457960"/>
                </a:cubicBezTo>
                <a:cubicBezTo>
                  <a:pt x="82364" y="1485265"/>
                  <a:pt x="77284" y="1501775"/>
                  <a:pt x="78554" y="1529080"/>
                </a:cubicBezTo>
                <a:cubicBezTo>
                  <a:pt x="79824" y="1556385"/>
                  <a:pt x="87444" y="1567815"/>
                  <a:pt x="83634" y="1595120"/>
                </a:cubicBezTo>
                <a:cubicBezTo>
                  <a:pt x="79824" y="1622425"/>
                  <a:pt x="67124" y="1638935"/>
                  <a:pt x="58234" y="1666240"/>
                </a:cubicBezTo>
                <a:cubicBezTo>
                  <a:pt x="49344" y="1693545"/>
                  <a:pt x="41724" y="1704975"/>
                  <a:pt x="37914" y="1732280"/>
                </a:cubicBezTo>
                <a:cubicBezTo>
                  <a:pt x="34104" y="1759585"/>
                  <a:pt x="39184" y="1776095"/>
                  <a:pt x="37914" y="1803400"/>
                </a:cubicBezTo>
                <a:cubicBezTo>
                  <a:pt x="36644" y="1830705"/>
                  <a:pt x="39184" y="1842135"/>
                  <a:pt x="32834" y="1869440"/>
                </a:cubicBezTo>
                <a:cubicBezTo>
                  <a:pt x="26484" y="1896745"/>
                  <a:pt x="13784" y="1913255"/>
                  <a:pt x="7434" y="1940560"/>
                </a:cubicBezTo>
                <a:cubicBezTo>
                  <a:pt x="1084" y="1967865"/>
                  <a:pt x="-2726" y="1979930"/>
                  <a:pt x="2354" y="2006600"/>
                </a:cubicBezTo>
                <a:cubicBezTo>
                  <a:pt x="7434" y="2033270"/>
                  <a:pt x="26484" y="2060575"/>
                  <a:pt x="32834" y="207264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9865360" y="3151505"/>
            <a:ext cx="2153285" cy="4363085"/>
          </a:xfrm>
          <a:custGeom>
            <a:avLst/>
            <a:gdLst>
              <a:gd name="connisteX0" fmla="*/ 797605 w 797605"/>
              <a:gd name="connsiteY0" fmla="*/ 0 h 1614743"/>
              <a:gd name="connisteX1" fmla="*/ 731565 w 797605"/>
              <a:gd name="connsiteY1" fmla="*/ 27940 h 1614743"/>
              <a:gd name="connisteX2" fmla="*/ 662985 w 797605"/>
              <a:gd name="connsiteY2" fmla="*/ 63500 h 1614743"/>
              <a:gd name="connisteX3" fmla="*/ 624885 w 797605"/>
              <a:gd name="connsiteY3" fmla="*/ 129540 h 1614743"/>
              <a:gd name="connisteX4" fmla="*/ 617265 w 797605"/>
              <a:gd name="connsiteY4" fmla="*/ 198120 h 1614743"/>
              <a:gd name="connisteX5" fmla="*/ 607105 w 797605"/>
              <a:gd name="connsiteY5" fmla="*/ 266700 h 1614743"/>
              <a:gd name="connisteX6" fmla="*/ 541065 w 797605"/>
              <a:gd name="connsiteY6" fmla="*/ 330200 h 1614743"/>
              <a:gd name="connisteX7" fmla="*/ 475025 w 797605"/>
              <a:gd name="connsiteY7" fmla="*/ 388620 h 1614743"/>
              <a:gd name="connisteX8" fmla="*/ 414065 w 797605"/>
              <a:gd name="connsiteY8" fmla="*/ 454660 h 1614743"/>
              <a:gd name="connisteX9" fmla="*/ 378505 w 797605"/>
              <a:gd name="connsiteY9" fmla="*/ 523240 h 1614743"/>
              <a:gd name="connisteX10" fmla="*/ 363265 w 797605"/>
              <a:gd name="connsiteY10" fmla="*/ 591820 h 1614743"/>
              <a:gd name="connisteX11" fmla="*/ 342945 w 797605"/>
              <a:gd name="connsiteY11" fmla="*/ 660400 h 1614743"/>
              <a:gd name="connisteX12" fmla="*/ 294685 w 797605"/>
              <a:gd name="connsiteY12" fmla="*/ 728980 h 1614743"/>
              <a:gd name="connisteX13" fmla="*/ 261665 w 797605"/>
              <a:gd name="connsiteY13" fmla="*/ 797560 h 1614743"/>
              <a:gd name="connisteX14" fmla="*/ 233725 w 797605"/>
              <a:gd name="connsiteY14" fmla="*/ 866140 h 1614743"/>
              <a:gd name="connisteX15" fmla="*/ 167685 w 797605"/>
              <a:gd name="connsiteY15" fmla="*/ 909320 h 1614743"/>
              <a:gd name="connisteX16" fmla="*/ 149905 w 797605"/>
              <a:gd name="connsiteY16" fmla="*/ 977900 h 1614743"/>
              <a:gd name="connisteX17" fmla="*/ 139745 w 797605"/>
              <a:gd name="connsiteY17" fmla="*/ 1046480 h 1614743"/>
              <a:gd name="connisteX18" fmla="*/ 114345 w 797605"/>
              <a:gd name="connsiteY18" fmla="*/ 1115060 h 1614743"/>
              <a:gd name="connisteX19" fmla="*/ 104185 w 797605"/>
              <a:gd name="connsiteY19" fmla="*/ 1183640 h 1614743"/>
              <a:gd name="connisteX20" fmla="*/ 88945 w 797605"/>
              <a:gd name="connsiteY20" fmla="*/ 1252220 h 1614743"/>
              <a:gd name="connisteX21" fmla="*/ 81325 w 797605"/>
              <a:gd name="connsiteY21" fmla="*/ 1320800 h 1614743"/>
              <a:gd name="connisteX22" fmla="*/ 71165 w 797605"/>
              <a:gd name="connsiteY22" fmla="*/ 1386840 h 1614743"/>
              <a:gd name="connisteX23" fmla="*/ 38145 w 797605"/>
              <a:gd name="connsiteY23" fmla="*/ 1455420 h 1614743"/>
              <a:gd name="connisteX24" fmla="*/ 45 w 797605"/>
              <a:gd name="connsiteY24" fmla="*/ 1524000 h 1614743"/>
              <a:gd name="connisteX25" fmla="*/ 43225 w 797605"/>
              <a:gd name="connsiteY25" fmla="*/ 1592580 h 1614743"/>
              <a:gd name="connisteX26" fmla="*/ 109265 w 797605"/>
              <a:gd name="connsiteY26" fmla="*/ 1612900 h 1614743"/>
              <a:gd name="connisteX27" fmla="*/ 177845 w 797605"/>
              <a:gd name="connsiteY27" fmla="*/ 1612900 h 161474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</a:cxnLst>
            <a:rect l="l" t="t" r="r" b="b"/>
            <a:pathLst>
              <a:path w="797606" h="1614743">
                <a:moveTo>
                  <a:pt x="797606" y="0"/>
                </a:moveTo>
                <a:cubicBezTo>
                  <a:pt x="785541" y="5080"/>
                  <a:pt x="758236" y="15240"/>
                  <a:pt x="731566" y="27940"/>
                </a:cubicBezTo>
                <a:cubicBezTo>
                  <a:pt x="704896" y="40640"/>
                  <a:pt x="684576" y="43180"/>
                  <a:pt x="662986" y="63500"/>
                </a:cubicBezTo>
                <a:cubicBezTo>
                  <a:pt x="641396" y="83820"/>
                  <a:pt x="633776" y="102870"/>
                  <a:pt x="624886" y="129540"/>
                </a:cubicBezTo>
                <a:cubicBezTo>
                  <a:pt x="615996" y="156210"/>
                  <a:pt x="621076" y="170815"/>
                  <a:pt x="617266" y="198120"/>
                </a:cubicBezTo>
                <a:cubicBezTo>
                  <a:pt x="613456" y="225425"/>
                  <a:pt x="622346" y="240030"/>
                  <a:pt x="607106" y="266700"/>
                </a:cubicBezTo>
                <a:cubicBezTo>
                  <a:pt x="591866" y="293370"/>
                  <a:pt x="567736" y="306070"/>
                  <a:pt x="541066" y="330200"/>
                </a:cubicBezTo>
                <a:cubicBezTo>
                  <a:pt x="514396" y="354330"/>
                  <a:pt x="500426" y="363855"/>
                  <a:pt x="475026" y="388620"/>
                </a:cubicBezTo>
                <a:cubicBezTo>
                  <a:pt x="449626" y="413385"/>
                  <a:pt x="433116" y="427990"/>
                  <a:pt x="414066" y="454660"/>
                </a:cubicBezTo>
                <a:cubicBezTo>
                  <a:pt x="395016" y="481330"/>
                  <a:pt x="388666" y="495935"/>
                  <a:pt x="378506" y="523240"/>
                </a:cubicBezTo>
                <a:cubicBezTo>
                  <a:pt x="368346" y="550545"/>
                  <a:pt x="370251" y="564515"/>
                  <a:pt x="363266" y="591820"/>
                </a:cubicBezTo>
                <a:cubicBezTo>
                  <a:pt x="356281" y="619125"/>
                  <a:pt x="356916" y="633095"/>
                  <a:pt x="342946" y="660400"/>
                </a:cubicBezTo>
                <a:cubicBezTo>
                  <a:pt x="328976" y="687705"/>
                  <a:pt x="311196" y="701675"/>
                  <a:pt x="294686" y="728980"/>
                </a:cubicBezTo>
                <a:cubicBezTo>
                  <a:pt x="278176" y="756285"/>
                  <a:pt x="273731" y="770255"/>
                  <a:pt x="261666" y="797560"/>
                </a:cubicBezTo>
                <a:cubicBezTo>
                  <a:pt x="249601" y="824865"/>
                  <a:pt x="252776" y="843915"/>
                  <a:pt x="233726" y="866140"/>
                </a:cubicBezTo>
                <a:cubicBezTo>
                  <a:pt x="214676" y="888365"/>
                  <a:pt x="184196" y="887095"/>
                  <a:pt x="167686" y="909320"/>
                </a:cubicBezTo>
                <a:cubicBezTo>
                  <a:pt x="151176" y="931545"/>
                  <a:pt x="155621" y="950595"/>
                  <a:pt x="149906" y="977900"/>
                </a:cubicBezTo>
                <a:cubicBezTo>
                  <a:pt x="144191" y="1005205"/>
                  <a:pt x="146731" y="1019175"/>
                  <a:pt x="139746" y="1046480"/>
                </a:cubicBezTo>
                <a:cubicBezTo>
                  <a:pt x="132761" y="1073785"/>
                  <a:pt x="121331" y="1087755"/>
                  <a:pt x="114346" y="1115060"/>
                </a:cubicBezTo>
                <a:cubicBezTo>
                  <a:pt x="107361" y="1142365"/>
                  <a:pt x="109266" y="1156335"/>
                  <a:pt x="104186" y="1183640"/>
                </a:cubicBezTo>
                <a:cubicBezTo>
                  <a:pt x="99106" y="1210945"/>
                  <a:pt x="93391" y="1224915"/>
                  <a:pt x="88946" y="1252220"/>
                </a:cubicBezTo>
                <a:cubicBezTo>
                  <a:pt x="84501" y="1279525"/>
                  <a:pt x="85136" y="1294130"/>
                  <a:pt x="81326" y="1320800"/>
                </a:cubicBezTo>
                <a:cubicBezTo>
                  <a:pt x="77516" y="1347470"/>
                  <a:pt x="80056" y="1360170"/>
                  <a:pt x="71166" y="1386840"/>
                </a:cubicBezTo>
                <a:cubicBezTo>
                  <a:pt x="62276" y="1413510"/>
                  <a:pt x="52116" y="1428115"/>
                  <a:pt x="38146" y="1455420"/>
                </a:cubicBezTo>
                <a:cubicBezTo>
                  <a:pt x="24176" y="1482725"/>
                  <a:pt x="-1224" y="1496695"/>
                  <a:pt x="46" y="1524000"/>
                </a:cubicBezTo>
                <a:cubicBezTo>
                  <a:pt x="1316" y="1551305"/>
                  <a:pt x="21636" y="1574800"/>
                  <a:pt x="43226" y="1592580"/>
                </a:cubicBezTo>
                <a:cubicBezTo>
                  <a:pt x="64816" y="1610360"/>
                  <a:pt x="82596" y="1609090"/>
                  <a:pt x="109266" y="1612900"/>
                </a:cubicBezTo>
                <a:cubicBezTo>
                  <a:pt x="135936" y="1616710"/>
                  <a:pt x="165146" y="1613535"/>
                  <a:pt x="177846" y="161290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10620375" y="-452755"/>
            <a:ext cx="4514215" cy="2811145"/>
          </a:xfrm>
          <a:custGeom>
            <a:avLst/>
            <a:gdLst>
              <a:gd name="connisteX0" fmla="*/ 1672590 w 1672590"/>
              <a:gd name="connsiteY0" fmla="*/ 144790 h 1040140"/>
              <a:gd name="connisteX1" fmla="*/ 1604010 w 1672590"/>
              <a:gd name="connsiteY1" fmla="*/ 129550 h 1040140"/>
              <a:gd name="connisteX2" fmla="*/ 1539240 w 1672590"/>
              <a:gd name="connsiteY2" fmla="*/ 99070 h 1040140"/>
              <a:gd name="connisteX3" fmla="*/ 1474470 w 1672590"/>
              <a:gd name="connsiteY3" fmla="*/ 80020 h 1040140"/>
              <a:gd name="connisteX4" fmla="*/ 1409700 w 1672590"/>
              <a:gd name="connsiteY4" fmla="*/ 76210 h 1040140"/>
              <a:gd name="connisteX5" fmla="*/ 1341120 w 1672590"/>
              <a:gd name="connsiteY5" fmla="*/ 114310 h 1040140"/>
              <a:gd name="connisteX6" fmla="*/ 1276350 w 1672590"/>
              <a:gd name="connsiteY6" fmla="*/ 156220 h 1040140"/>
              <a:gd name="connisteX7" fmla="*/ 1211580 w 1672590"/>
              <a:gd name="connsiteY7" fmla="*/ 190510 h 1040140"/>
              <a:gd name="connisteX8" fmla="*/ 1215390 w 1672590"/>
              <a:gd name="connsiteY8" fmla="*/ 121930 h 1040140"/>
              <a:gd name="connisteX9" fmla="*/ 1192530 w 1672590"/>
              <a:gd name="connsiteY9" fmla="*/ 57160 h 1040140"/>
              <a:gd name="connisteX10" fmla="*/ 1127760 w 1672590"/>
              <a:gd name="connsiteY10" fmla="*/ 7630 h 1040140"/>
              <a:gd name="connisteX11" fmla="*/ 1062990 w 1672590"/>
              <a:gd name="connsiteY11" fmla="*/ 3820 h 1040140"/>
              <a:gd name="connisteX12" fmla="*/ 998220 w 1672590"/>
              <a:gd name="connsiteY12" fmla="*/ 30490 h 1040140"/>
              <a:gd name="connisteX13" fmla="*/ 933450 w 1672590"/>
              <a:gd name="connsiteY13" fmla="*/ 68590 h 1040140"/>
              <a:gd name="connisteX14" fmla="*/ 868680 w 1672590"/>
              <a:gd name="connsiteY14" fmla="*/ 102880 h 1040140"/>
              <a:gd name="connisteX15" fmla="*/ 803910 w 1672590"/>
              <a:gd name="connsiteY15" fmla="*/ 114310 h 1040140"/>
              <a:gd name="connisteX16" fmla="*/ 739140 w 1672590"/>
              <a:gd name="connsiteY16" fmla="*/ 95260 h 1040140"/>
              <a:gd name="connisteX17" fmla="*/ 674370 w 1672590"/>
              <a:gd name="connsiteY17" fmla="*/ 57160 h 1040140"/>
              <a:gd name="connisteX18" fmla="*/ 609600 w 1672590"/>
              <a:gd name="connsiteY18" fmla="*/ 34300 h 1040140"/>
              <a:gd name="connisteX19" fmla="*/ 544830 w 1672590"/>
              <a:gd name="connsiteY19" fmla="*/ 22870 h 1040140"/>
              <a:gd name="connisteX20" fmla="*/ 480060 w 1672590"/>
              <a:gd name="connsiteY20" fmla="*/ 30490 h 1040140"/>
              <a:gd name="connisteX21" fmla="*/ 411480 w 1672590"/>
              <a:gd name="connsiteY21" fmla="*/ 57160 h 1040140"/>
              <a:gd name="connisteX22" fmla="*/ 377190 w 1672590"/>
              <a:gd name="connsiteY22" fmla="*/ 125740 h 1040140"/>
              <a:gd name="connisteX23" fmla="*/ 346710 w 1672590"/>
              <a:gd name="connsiteY23" fmla="*/ 190510 h 1040140"/>
              <a:gd name="connisteX24" fmla="*/ 346710 w 1672590"/>
              <a:gd name="connsiteY24" fmla="*/ 255280 h 1040140"/>
              <a:gd name="connisteX25" fmla="*/ 346710 w 1672590"/>
              <a:gd name="connsiteY25" fmla="*/ 320050 h 1040140"/>
              <a:gd name="connisteX26" fmla="*/ 339090 w 1672590"/>
              <a:gd name="connsiteY26" fmla="*/ 384820 h 1040140"/>
              <a:gd name="connisteX27" fmla="*/ 316230 w 1672590"/>
              <a:gd name="connsiteY27" fmla="*/ 449590 h 1040140"/>
              <a:gd name="connisteX28" fmla="*/ 300990 w 1672590"/>
              <a:gd name="connsiteY28" fmla="*/ 514360 h 1040140"/>
              <a:gd name="connisteX29" fmla="*/ 278130 w 1672590"/>
              <a:gd name="connsiteY29" fmla="*/ 579130 h 1040140"/>
              <a:gd name="connisteX30" fmla="*/ 251460 w 1672590"/>
              <a:gd name="connsiteY30" fmla="*/ 643900 h 1040140"/>
              <a:gd name="connisteX31" fmla="*/ 205740 w 1672590"/>
              <a:gd name="connsiteY31" fmla="*/ 708670 h 1040140"/>
              <a:gd name="connisteX32" fmla="*/ 140970 w 1672590"/>
              <a:gd name="connsiteY32" fmla="*/ 750580 h 1040140"/>
              <a:gd name="connisteX33" fmla="*/ 76200 w 1672590"/>
              <a:gd name="connsiteY33" fmla="*/ 781060 h 1040140"/>
              <a:gd name="connisteX34" fmla="*/ 26670 w 1672590"/>
              <a:gd name="connsiteY34" fmla="*/ 845830 h 1040140"/>
              <a:gd name="connisteX35" fmla="*/ 7620 w 1672590"/>
              <a:gd name="connsiteY35" fmla="*/ 910600 h 1040140"/>
              <a:gd name="connisteX36" fmla="*/ 7620 w 1672590"/>
              <a:gd name="connsiteY36" fmla="*/ 975370 h 1040140"/>
              <a:gd name="connisteX37" fmla="*/ 0 w 1672590"/>
              <a:gd name="connsiteY37" fmla="*/ 1040140 h 10401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</a:cxnLst>
            <a:rect l="l" t="t" r="r" b="b"/>
            <a:pathLst>
              <a:path w="1672590" h="1040140">
                <a:moveTo>
                  <a:pt x="1672590" y="144790"/>
                </a:moveTo>
                <a:cubicBezTo>
                  <a:pt x="1659890" y="142250"/>
                  <a:pt x="1630680" y="138440"/>
                  <a:pt x="1604010" y="129550"/>
                </a:cubicBezTo>
                <a:cubicBezTo>
                  <a:pt x="1577340" y="120660"/>
                  <a:pt x="1565275" y="109230"/>
                  <a:pt x="1539240" y="99070"/>
                </a:cubicBezTo>
                <a:cubicBezTo>
                  <a:pt x="1513205" y="88910"/>
                  <a:pt x="1500505" y="84465"/>
                  <a:pt x="1474470" y="80020"/>
                </a:cubicBezTo>
                <a:cubicBezTo>
                  <a:pt x="1448435" y="75575"/>
                  <a:pt x="1436370" y="69225"/>
                  <a:pt x="1409700" y="76210"/>
                </a:cubicBezTo>
                <a:cubicBezTo>
                  <a:pt x="1383030" y="83195"/>
                  <a:pt x="1367790" y="98435"/>
                  <a:pt x="1341120" y="114310"/>
                </a:cubicBezTo>
                <a:cubicBezTo>
                  <a:pt x="1314450" y="130185"/>
                  <a:pt x="1302385" y="140980"/>
                  <a:pt x="1276350" y="156220"/>
                </a:cubicBezTo>
                <a:cubicBezTo>
                  <a:pt x="1250315" y="171460"/>
                  <a:pt x="1223645" y="197495"/>
                  <a:pt x="1211580" y="190510"/>
                </a:cubicBezTo>
                <a:cubicBezTo>
                  <a:pt x="1199515" y="183525"/>
                  <a:pt x="1219200" y="148600"/>
                  <a:pt x="1215390" y="121930"/>
                </a:cubicBezTo>
                <a:cubicBezTo>
                  <a:pt x="1211580" y="95260"/>
                  <a:pt x="1210310" y="80020"/>
                  <a:pt x="1192530" y="57160"/>
                </a:cubicBezTo>
                <a:cubicBezTo>
                  <a:pt x="1174750" y="34300"/>
                  <a:pt x="1153795" y="18425"/>
                  <a:pt x="1127760" y="7630"/>
                </a:cubicBezTo>
                <a:cubicBezTo>
                  <a:pt x="1101725" y="-3165"/>
                  <a:pt x="1089025" y="-625"/>
                  <a:pt x="1062990" y="3820"/>
                </a:cubicBezTo>
                <a:cubicBezTo>
                  <a:pt x="1036955" y="8265"/>
                  <a:pt x="1024255" y="17790"/>
                  <a:pt x="998220" y="30490"/>
                </a:cubicBezTo>
                <a:cubicBezTo>
                  <a:pt x="972185" y="43190"/>
                  <a:pt x="959485" y="53985"/>
                  <a:pt x="933450" y="68590"/>
                </a:cubicBezTo>
                <a:cubicBezTo>
                  <a:pt x="907415" y="83195"/>
                  <a:pt x="894715" y="93990"/>
                  <a:pt x="868680" y="102880"/>
                </a:cubicBezTo>
                <a:cubicBezTo>
                  <a:pt x="842645" y="111770"/>
                  <a:pt x="829945" y="115580"/>
                  <a:pt x="803910" y="114310"/>
                </a:cubicBezTo>
                <a:cubicBezTo>
                  <a:pt x="777875" y="113040"/>
                  <a:pt x="765175" y="106690"/>
                  <a:pt x="739140" y="95260"/>
                </a:cubicBezTo>
                <a:cubicBezTo>
                  <a:pt x="713105" y="83830"/>
                  <a:pt x="700405" y="69225"/>
                  <a:pt x="674370" y="57160"/>
                </a:cubicBezTo>
                <a:cubicBezTo>
                  <a:pt x="648335" y="45095"/>
                  <a:pt x="635635" y="41285"/>
                  <a:pt x="609600" y="34300"/>
                </a:cubicBezTo>
                <a:cubicBezTo>
                  <a:pt x="583565" y="27315"/>
                  <a:pt x="570865" y="23505"/>
                  <a:pt x="544830" y="22870"/>
                </a:cubicBezTo>
                <a:cubicBezTo>
                  <a:pt x="518795" y="22235"/>
                  <a:pt x="506730" y="23505"/>
                  <a:pt x="480060" y="30490"/>
                </a:cubicBezTo>
                <a:cubicBezTo>
                  <a:pt x="453390" y="37475"/>
                  <a:pt x="431800" y="38110"/>
                  <a:pt x="411480" y="57160"/>
                </a:cubicBezTo>
                <a:cubicBezTo>
                  <a:pt x="391160" y="76210"/>
                  <a:pt x="389890" y="99070"/>
                  <a:pt x="377190" y="125740"/>
                </a:cubicBezTo>
                <a:cubicBezTo>
                  <a:pt x="364490" y="152410"/>
                  <a:pt x="353060" y="164475"/>
                  <a:pt x="346710" y="190510"/>
                </a:cubicBezTo>
                <a:cubicBezTo>
                  <a:pt x="340360" y="216545"/>
                  <a:pt x="346710" y="229245"/>
                  <a:pt x="346710" y="255280"/>
                </a:cubicBezTo>
                <a:cubicBezTo>
                  <a:pt x="346710" y="281315"/>
                  <a:pt x="347980" y="294015"/>
                  <a:pt x="346710" y="320050"/>
                </a:cubicBezTo>
                <a:cubicBezTo>
                  <a:pt x="345440" y="346085"/>
                  <a:pt x="345440" y="358785"/>
                  <a:pt x="339090" y="384820"/>
                </a:cubicBezTo>
                <a:cubicBezTo>
                  <a:pt x="332740" y="410855"/>
                  <a:pt x="323850" y="423555"/>
                  <a:pt x="316230" y="449590"/>
                </a:cubicBezTo>
                <a:cubicBezTo>
                  <a:pt x="308610" y="475625"/>
                  <a:pt x="308610" y="488325"/>
                  <a:pt x="300990" y="514360"/>
                </a:cubicBezTo>
                <a:cubicBezTo>
                  <a:pt x="293370" y="540395"/>
                  <a:pt x="288290" y="553095"/>
                  <a:pt x="278130" y="579130"/>
                </a:cubicBezTo>
                <a:cubicBezTo>
                  <a:pt x="267970" y="605165"/>
                  <a:pt x="266065" y="617865"/>
                  <a:pt x="251460" y="643900"/>
                </a:cubicBezTo>
                <a:cubicBezTo>
                  <a:pt x="236855" y="669935"/>
                  <a:pt x="227965" y="687080"/>
                  <a:pt x="205740" y="708670"/>
                </a:cubicBezTo>
                <a:cubicBezTo>
                  <a:pt x="183515" y="730260"/>
                  <a:pt x="167005" y="735975"/>
                  <a:pt x="140970" y="750580"/>
                </a:cubicBezTo>
                <a:cubicBezTo>
                  <a:pt x="114935" y="765185"/>
                  <a:pt x="99060" y="762010"/>
                  <a:pt x="76200" y="781060"/>
                </a:cubicBezTo>
                <a:cubicBezTo>
                  <a:pt x="53340" y="800110"/>
                  <a:pt x="40640" y="819795"/>
                  <a:pt x="26670" y="845830"/>
                </a:cubicBezTo>
                <a:cubicBezTo>
                  <a:pt x="12700" y="871865"/>
                  <a:pt x="11430" y="884565"/>
                  <a:pt x="7620" y="910600"/>
                </a:cubicBezTo>
                <a:cubicBezTo>
                  <a:pt x="3810" y="936635"/>
                  <a:pt x="8890" y="949335"/>
                  <a:pt x="7620" y="975370"/>
                </a:cubicBezTo>
                <a:cubicBezTo>
                  <a:pt x="6350" y="1001405"/>
                  <a:pt x="1270" y="1028710"/>
                  <a:pt x="0" y="1040140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10594975" y="2378710"/>
            <a:ext cx="6027420" cy="817880"/>
          </a:xfrm>
          <a:custGeom>
            <a:avLst/>
            <a:gdLst>
              <a:gd name="connisteX0" fmla="*/ 0 w 2232660"/>
              <a:gd name="connsiteY0" fmla="*/ 12166 h 303154"/>
              <a:gd name="connisteX1" fmla="*/ 64770 w 2232660"/>
              <a:gd name="connsiteY1" fmla="*/ 736 h 303154"/>
              <a:gd name="connisteX2" fmla="*/ 129540 w 2232660"/>
              <a:gd name="connsiteY2" fmla="*/ 31216 h 303154"/>
              <a:gd name="connisteX3" fmla="*/ 190500 w 2232660"/>
              <a:gd name="connsiteY3" fmla="*/ 95986 h 303154"/>
              <a:gd name="connisteX4" fmla="*/ 217170 w 2232660"/>
              <a:gd name="connsiteY4" fmla="*/ 160756 h 303154"/>
              <a:gd name="connisteX5" fmla="*/ 262890 w 2232660"/>
              <a:gd name="connsiteY5" fmla="*/ 225526 h 303154"/>
              <a:gd name="connisteX6" fmla="*/ 327660 w 2232660"/>
              <a:gd name="connsiteY6" fmla="*/ 236956 h 303154"/>
              <a:gd name="connisteX7" fmla="*/ 396240 w 2232660"/>
              <a:gd name="connsiteY7" fmla="*/ 248386 h 303154"/>
              <a:gd name="connisteX8" fmla="*/ 461010 w 2232660"/>
              <a:gd name="connsiteY8" fmla="*/ 259816 h 303154"/>
              <a:gd name="connisteX9" fmla="*/ 525780 w 2232660"/>
              <a:gd name="connsiteY9" fmla="*/ 297916 h 303154"/>
              <a:gd name="connisteX10" fmla="*/ 590550 w 2232660"/>
              <a:gd name="connsiteY10" fmla="*/ 301726 h 303154"/>
              <a:gd name="connisteX11" fmla="*/ 655320 w 2232660"/>
              <a:gd name="connsiteY11" fmla="*/ 294106 h 303154"/>
              <a:gd name="connisteX12" fmla="*/ 720090 w 2232660"/>
              <a:gd name="connsiteY12" fmla="*/ 278866 h 303154"/>
              <a:gd name="connisteX13" fmla="*/ 788670 w 2232660"/>
              <a:gd name="connsiteY13" fmla="*/ 256006 h 303154"/>
              <a:gd name="connisteX14" fmla="*/ 853440 w 2232660"/>
              <a:gd name="connsiteY14" fmla="*/ 244576 h 303154"/>
              <a:gd name="connisteX15" fmla="*/ 918210 w 2232660"/>
              <a:gd name="connsiteY15" fmla="*/ 236956 h 303154"/>
              <a:gd name="connisteX16" fmla="*/ 982980 w 2232660"/>
              <a:gd name="connsiteY16" fmla="*/ 225526 h 303154"/>
              <a:gd name="connisteX17" fmla="*/ 1047750 w 2232660"/>
              <a:gd name="connsiteY17" fmla="*/ 206476 h 303154"/>
              <a:gd name="connisteX18" fmla="*/ 1112520 w 2232660"/>
              <a:gd name="connsiteY18" fmla="*/ 191236 h 303154"/>
              <a:gd name="connisteX19" fmla="*/ 1181100 w 2232660"/>
              <a:gd name="connsiteY19" fmla="*/ 175996 h 303154"/>
              <a:gd name="connisteX20" fmla="*/ 1245870 w 2232660"/>
              <a:gd name="connsiteY20" fmla="*/ 160756 h 303154"/>
              <a:gd name="connisteX21" fmla="*/ 1314450 w 2232660"/>
              <a:gd name="connsiteY21" fmla="*/ 153136 h 303154"/>
              <a:gd name="connisteX22" fmla="*/ 1379220 w 2232660"/>
              <a:gd name="connsiteY22" fmla="*/ 141706 h 303154"/>
              <a:gd name="connisteX23" fmla="*/ 1443990 w 2232660"/>
              <a:gd name="connsiteY23" fmla="*/ 137896 h 303154"/>
              <a:gd name="connisteX24" fmla="*/ 1508760 w 2232660"/>
              <a:gd name="connsiteY24" fmla="*/ 130276 h 303154"/>
              <a:gd name="connisteX25" fmla="*/ 1573530 w 2232660"/>
              <a:gd name="connsiteY25" fmla="*/ 130276 h 303154"/>
              <a:gd name="connisteX26" fmla="*/ 1642110 w 2232660"/>
              <a:gd name="connsiteY26" fmla="*/ 130276 h 303154"/>
              <a:gd name="connisteX27" fmla="*/ 1714500 w 2232660"/>
              <a:gd name="connsiteY27" fmla="*/ 130276 h 303154"/>
              <a:gd name="connisteX28" fmla="*/ 1779270 w 2232660"/>
              <a:gd name="connsiteY28" fmla="*/ 130276 h 303154"/>
              <a:gd name="connisteX29" fmla="*/ 1844040 w 2232660"/>
              <a:gd name="connsiteY29" fmla="*/ 126466 h 303154"/>
              <a:gd name="connisteX30" fmla="*/ 1908810 w 2232660"/>
              <a:gd name="connsiteY30" fmla="*/ 122656 h 303154"/>
              <a:gd name="connisteX31" fmla="*/ 1973580 w 2232660"/>
              <a:gd name="connsiteY31" fmla="*/ 111226 h 303154"/>
              <a:gd name="connisteX32" fmla="*/ 2038350 w 2232660"/>
              <a:gd name="connsiteY32" fmla="*/ 95986 h 303154"/>
              <a:gd name="connisteX33" fmla="*/ 2103120 w 2232660"/>
              <a:gd name="connsiteY33" fmla="*/ 73126 h 303154"/>
              <a:gd name="connisteX34" fmla="*/ 2167890 w 2232660"/>
              <a:gd name="connsiteY34" fmla="*/ 46456 h 303154"/>
              <a:gd name="connisteX35" fmla="*/ 2232660 w 2232660"/>
              <a:gd name="connsiteY35" fmla="*/ 12166 h 30315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</a:cxnLst>
            <a:rect l="l" t="t" r="r" b="b"/>
            <a:pathLst>
              <a:path w="2232660" h="303155">
                <a:moveTo>
                  <a:pt x="0" y="12166"/>
                </a:moveTo>
                <a:cubicBezTo>
                  <a:pt x="11430" y="8991"/>
                  <a:pt x="38735" y="-3074"/>
                  <a:pt x="64770" y="736"/>
                </a:cubicBezTo>
                <a:cubicBezTo>
                  <a:pt x="90805" y="4546"/>
                  <a:pt x="104140" y="12166"/>
                  <a:pt x="129540" y="31216"/>
                </a:cubicBezTo>
                <a:cubicBezTo>
                  <a:pt x="154940" y="50266"/>
                  <a:pt x="172720" y="69951"/>
                  <a:pt x="190500" y="95986"/>
                </a:cubicBezTo>
                <a:cubicBezTo>
                  <a:pt x="208280" y="122021"/>
                  <a:pt x="202565" y="134721"/>
                  <a:pt x="217170" y="160756"/>
                </a:cubicBezTo>
                <a:cubicBezTo>
                  <a:pt x="231775" y="186791"/>
                  <a:pt x="240665" y="210286"/>
                  <a:pt x="262890" y="225526"/>
                </a:cubicBezTo>
                <a:cubicBezTo>
                  <a:pt x="285115" y="240766"/>
                  <a:pt x="300990" y="232511"/>
                  <a:pt x="327660" y="236956"/>
                </a:cubicBezTo>
                <a:cubicBezTo>
                  <a:pt x="354330" y="241401"/>
                  <a:pt x="369570" y="243941"/>
                  <a:pt x="396240" y="248386"/>
                </a:cubicBezTo>
                <a:cubicBezTo>
                  <a:pt x="422910" y="252831"/>
                  <a:pt x="434975" y="249656"/>
                  <a:pt x="461010" y="259816"/>
                </a:cubicBezTo>
                <a:cubicBezTo>
                  <a:pt x="487045" y="269976"/>
                  <a:pt x="499745" y="289661"/>
                  <a:pt x="525780" y="297916"/>
                </a:cubicBezTo>
                <a:cubicBezTo>
                  <a:pt x="551815" y="306171"/>
                  <a:pt x="564515" y="302361"/>
                  <a:pt x="590550" y="301726"/>
                </a:cubicBezTo>
                <a:cubicBezTo>
                  <a:pt x="616585" y="301091"/>
                  <a:pt x="629285" y="298551"/>
                  <a:pt x="655320" y="294106"/>
                </a:cubicBezTo>
                <a:cubicBezTo>
                  <a:pt x="681355" y="289661"/>
                  <a:pt x="693420" y="286486"/>
                  <a:pt x="720090" y="278866"/>
                </a:cubicBezTo>
                <a:cubicBezTo>
                  <a:pt x="746760" y="271246"/>
                  <a:pt x="762000" y="262991"/>
                  <a:pt x="788670" y="256006"/>
                </a:cubicBezTo>
                <a:cubicBezTo>
                  <a:pt x="815340" y="249021"/>
                  <a:pt x="827405" y="248386"/>
                  <a:pt x="853440" y="244576"/>
                </a:cubicBezTo>
                <a:cubicBezTo>
                  <a:pt x="879475" y="240766"/>
                  <a:pt x="892175" y="240766"/>
                  <a:pt x="918210" y="236956"/>
                </a:cubicBezTo>
                <a:cubicBezTo>
                  <a:pt x="944245" y="233146"/>
                  <a:pt x="956945" y="231876"/>
                  <a:pt x="982980" y="225526"/>
                </a:cubicBezTo>
                <a:cubicBezTo>
                  <a:pt x="1009015" y="219176"/>
                  <a:pt x="1021715" y="213461"/>
                  <a:pt x="1047750" y="206476"/>
                </a:cubicBezTo>
                <a:cubicBezTo>
                  <a:pt x="1073785" y="199491"/>
                  <a:pt x="1085850" y="197586"/>
                  <a:pt x="1112520" y="191236"/>
                </a:cubicBezTo>
                <a:cubicBezTo>
                  <a:pt x="1139190" y="184886"/>
                  <a:pt x="1154430" y="182346"/>
                  <a:pt x="1181100" y="175996"/>
                </a:cubicBezTo>
                <a:cubicBezTo>
                  <a:pt x="1207770" y="169646"/>
                  <a:pt x="1219200" y="165201"/>
                  <a:pt x="1245870" y="160756"/>
                </a:cubicBezTo>
                <a:cubicBezTo>
                  <a:pt x="1272540" y="156311"/>
                  <a:pt x="1287780" y="156946"/>
                  <a:pt x="1314450" y="153136"/>
                </a:cubicBezTo>
                <a:cubicBezTo>
                  <a:pt x="1341120" y="149326"/>
                  <a:pt x="1353185" y="144881"/>
                  <a:pt x="1379220" y="141706"/>
                </a:cubicBezTo>
                <a:cubicBezTo>
                  <a:pt x="1405255" y="138531"/>
                  <a:pt x="1417955" y="140436"/>
                  <a:pt x="1443990" y="137896"/>
                </a:cubicBezTo>
                <a:cubicBezTo>
                  <a:pt x="1470025" y="135356"/>
                  <a:pt x="1482725" y="131546"/>
                  <a:pt x="1508760" y="130276"/>
                </a:cubicBezTo>
                <a:cubicBezTo>
                  <a:pt x="1534795" y="129006"/>
                  <a:pt x="1546860" y="130276"/>
                  <a:pt x="1573530" y="130276"/>
                </a:cubicBezTo>
                <a:cubicBezTo>
                  <a:pt x="1600200" y="130276"/>
                  <a:pt x="1614170" y="130276"/>
                  <a:pt x="1642110" y="130276"/>
                </a:cubicBezTo>
                <a:cubicBezTo>
                  <a:pt x="1670050" y="130276"/>
                  <a:pt x="1687195" y="130276"/>
                  <a:pt x="1714500" y="130276"/>
                </a:cubicBezTo>
                <a:cubicBezTo>
                  <a:pt x="1741805" y="130276"/>
                  <a:pt x="1753235" y="130911"/>
                  <a:pt x="1779270" y="130276"/>
                </a:cubicBezTo>
                <a:cubicBezTo>
                  <a:pt x="1805305" y="129641"/>
                  <a:pt x="1818005" y="127736"/>
                  <a:pt x="1844040" y="126466"/>
                </a:cubicBezTo>
                <a:cubicBezTo>
                  <a:pt x="1870075" y="125196"/>
                  <a:pt x="1882775" y="125831"/>
                  <a:pt x="1908810" y="122656"/>
                </a:cubicBezTo>
                <a:cubicBezTo>
                  <a:pt x="1934845" y="119481"/>
                  <a:pt x="1947545" y="116306"/>
                  <a:pt x="1973580" y="111226"/>
                </a:cubicBezTo>
                <a:cubicBezTo>
                  <a:pt x="1999615" y="106146"/>
                  <a:pt x="2012315" y="103606"/>
                  <a:pt x="2038350" y="95986"/>
                </a:cubicBezTo>
                <a:cubicBezTo>
                  <a:pt x="2064385" y="88366"/>
                  <a:pt x="2077085" y="83286"/>
                  <a:pt x="2103120" y="73126"/>
                </a:cubicBezTo>
                <a:cubicBezTo>
                  <a:pt x="2129155" y="62966"/>
                  <a:pt x="2141855" y="58521"/>
                  <a:pt x="2167890" y="46456"/>
                </a:cubicBezTo>
                <a:cubicBezTo>
                  <a:pt x="2193925" y="34391"/>
                  <a:pt x="2221230" y="18516"/>
                  <a:pt x="2232660" y="12166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4998085" y="-1831340"/>
            <a:ext cx="5615940" cy="4231640"/>
          </a:xfrm>
          <a:custGeom>
            <a:avLst/>
            <a:gdLst>
              <a:gd name="connsiteX0" fmla="*/ 0 w 3276"/>
              <a:gd name="connsiteY0" fmla="*/ 0 h 2466"/>
              <a:gd name="connsiteX1" fmla="*/ 102 w 3276"/>
              <a:gd name="connsiteY1" fmla="*/ 36 h 2466"/>
              <a:gd name="connsiteX2" fmla="*/ 180 w 3276"/>
              <a:gd name="connsiteY2" fmla="*/ 138 h 2466"/>
              <a:gd name="connsiteX3" fmla="*/ 282 w 3276"/>
              <a:gd name="connsiteY3" fmla="*/ 192 h 2466"/>
              <a:gd name="connsiteX4" fmla="*/ 384 w 3276"/>
              <a:gd name="connsiteY4" fmla="*/ 204 h 2466"/>
              <a:gd name="connsiteX5" fmla="*/ 486 w 3276"/>
              <a:gd name="connsiteY5" fmla="*/ 240 h 2466"/>
              <a:gd name="connsiteX6" fmla="*/ 588 w 3276"/>
              <a:gd name="connsiteY6" fmla="*/ 264 h 2466"/>
              <a:gd name="connsiteX7" fmla="*/ 690 w 3276"/>
              <a:gd name="connsiteY7" fmla="*/ 282 h 2466"/>
              <a:gd name="connsiteX8" fmla="*/ 792 w 3276"/>
              <a:gd name="connsiteY8" fmla="*/ 300 h 2466"/>
              <a:gd name="connsiteX9" fmla="*/ 900 w 3276"/>
              <a:gd name="connsiteY9" fmla="*/ 318 h 2466"/>
              <a:gd name="connsiteX10" fmla="*/ 1002 w 3276"/>
              <a:gd name="connsiteY10" fmla="*/ 354 h 2466"/>
              <a:gd name="connsiteX11" fmla="*/ 1062 w 3276"/>
              <a:gd name="connsiteY11" fmla="*/ 456 h 2466"/>
              <a:gd name="connsiteX12" fmla="*/ 1164 w 3276"/>
              <a:gd name="connsiteY12" fmla="*/ 504 h 2466"/>
              <a:gd name="connsiteX13" fmla="*/ 1266 w 3276"/>
              <a:gd name="connsiteY13" fmla="*/ 564 h 2466"/>
              <a:gd name="connsiteX14" fmla="*/ 1326 w 3276"/>
              <a:gd name="connsiteY14" fmla="*/ 678 h 2466"/>
              <a:gd name="connsiteX15" fmla="*/ 1368 w 3276"/>
              <a:gd name="connsiteY15" fmla="*/ 780 h 2466"/>
              <a:gd name="connsiteX16" fmla="*/ 1458 w 3276"/>
              <a:gd name="connsiteY16" fmla="*/ 882 h 2466"/>
              <a:gd name="connsiteX17" fmla="*/ 1554 w 3276"/>
              <a:gd name="connsiteY17" fmla="*/ 984 h 2466"/>
              <a:gd name="connsiteX18" fmla="*/ 1620 w 3276"/>
              <a:gd name="connsiteY18" fmla="*/ 1086 h 2466"/>
              <a:gd name="connsiteX19" fmla="*/ 1722 w 3276"/>
              <a:gd name="connsiteY19" fmla="*/ 1164 h 2466"/>
              <a:gd name="connsiteX20" fmla="*/ 1830 w 3276"/>
              <a:gd name="connsiteY20" fmla="*/ 1230 h 2466"/>
              <a:gd name="connsiteX21" fmla="*/ 1932 w 3276"/>
              <a:gd name="connsiteY21" fmla="*/ 1326 h 2466"/>
              <a:gd name="connsiteX22" fmla="*/ 2034 w 3276"/>
              <a:gd name="connsiteY22" fmla="*/ 1392 h 2466"/>
              <a:gd name="connsiteX23" fmla="*/ 2136 w 3276"/>
              <a:gd name="connsiteY23" fmla="*/ 1458 h 2466"/>
              <a:gd name="connsiteX24" fmla="*/ 2238 w 3276"/>
              <a:gd name="connsiteY24" fmla="*/ 1530 h 2466"/>
              <a:gd name="connsiteX25" fmla="*/ 2340 w 3276"/>
              <a:gd name="connsiteY25" fmla="*/ 1560 h 2466"/>
              <a:gd name="connsiteX26" fmla="*/ 2442 w 3276"/>
              <a:gd name="connsiteY26" fmla="*/ 1608 h 2466"/>
              <a:gd name="connsiteX27" fmla="*/ 2544 w 3276"/>
              <a:gd name="connsiteY27" fmla="*/ 1638 h 2466"/>
              <a:gd name="connsiteX28" fmla="*/ 2646 w 3276"/>
              <a:gd name="connsiteY28" fmla="*/ 1680 h 2466"/>
              <a:gd name="connsiteX29" fmla="*/ 2748 w 3276"/>
              <a:gd name="connsiteY29" fmla="*/ 1728 h 2466"/>
              <a:gd name="connsiteX30" fmla="*/ 2850 w 3276"/>
              <a:gd name="connsiteY30" fmla="*/ 1776 h 2466"/>
              <a:gd name="connsiteX31" fmla="*/ 2952 w 3276"/>
              <a:gd name="connsiteY31" fmla="*/ 1830 h 2466"/>
              <a:gd name="connsiteX32" fmla="*/ 3054 w 3276"/>
              <a:gd name="connsiteY32" fmla="*/ 1896 h 2466"/>
              <a:gd name="connsiteX33" fmla="*/ 3090 w 3276"/>
              <a:gd name="connsiteY33" fmla="*/ 1998 h 2466"/>
              <a:gd name="connsiteX34" fmla="*/ 3108 w 3276"/>
              <a:gd name="connsiteY34" fmla="*/ 2100 h 2466"/>
              <a:gd name="connsiteX35" fmla="*/ 3144 w 3276"/>
              <a:gd name="connsiteY35" fmla="*/ 2202 h 2466"/>
              <a:gd name="connsiteX36" fmla="*/ 3174 w 3276"/>
              <a:gd name="connsiteY36" fmla="*/ 2304 h 2466"/>
              <a:gd name="connsiteX37" fmla="*/ 3276 w 3276"/>
              <a:gd name="connsiteY37" fmla="*/ 2466 h 2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276" h="2466">
                <a:moveTo>
                  <a:pt x="0" y="0"/>
                </a:moveTo>
                <a:cubicBezTo>
                  <a:pt x="19" y="5"/>
                  <a:pt x="66" y="8"/>
                  <a:pt x="102" y="36"/>
                </a:cubicBezTo>
                <a:cubicBezTo>
                  <a:pt x="138" y="64"/>
                  <a:pt x="144" y="107"/>
                  <a:pt x="180" y="138"/>
                </a:cubicBezTo>
                <a:cubicBezTo>
                  <a:pt x="216" y="169"/>
                  <a:pt x="241" y="179"/>
                  <a:pt x="282" y="192"/>
                </a:cubicBezTo>
                <a:cubicBezTo>
                  <a:pt x="323" y="205"/>
                  <a:pt x="343" y="194"/>
                  <a:pt x="384" y="204"/>
                </a:cubicBezTo>
                <a:cubicBezTo>
                  <a:pt x="425" y="214"/>
                  <a:pt x="445" y="228"/>
                  <a:pt x="486" y="240"/>
                </a:cubicBezTo>
                <a:cubicBezTo>
                  <a:pt x="527" y="252"/>
                  <a:pt x="547" y="256"/>
                  <a:pt x="588" y="264"/>
                </a:cubicBezTo>
                <a:cubicBezTo>
                  <a:pt x="629" y="272"/>
                  <a:pt x="649" y="275"/>
                  <a:pt x="690" y="282"/>
                </a:cubicBezTo>
                <a:cubicBezTo>
                  <a:pt x="731" y="289"/>
                  <a:pt x="750" y="293"/>
                  <a:pt x="792" y="300"/>
                </a:cubicBezTo>
                <a:cubicBezTo>
                  <a:pt x="834" y="307"/>
                  <a:pt x="858" y="307"/>
                  <a:pt x="900" y="318"/>
                </a:cubicBezTo>
                <a:cubicBezTo>
                  <a:pt x="942" y="329"/>
                  <a:pt x="970" y="326"/>
                  <a:pt x="1002" y="354"/>
                </a:cubicBezTo>
                <a:cubicBezTo>
                  <a:pt x="1034" y="382"/>
                  <a:pt x="1030" y="426"/>
                  <a:pt x="1062" y="456"/>
                </a:cubicBezTo>
                <a:cubicBezTo>
                  <a:pt x="1094" y="486"/>
                  <a:pt x="1123" y="482"/>
                  <a:pt x="1164" y="504"/>
                </a:cubicBezTo>
                <a:cubicBezTo>
                  <a:pt x="1205" y="526"/>
                  <a:pt x="1234" y="529"/>
                  <a:pt x="1266" y="564"/>
                </a:cubicBezTo>
                <a:cubicBezTo>
                  <a:pt x="1298" y="599"/>
                  <a:pt x="1306" y="635"/>
                  <a:pt x="1326" y="678"/>
                </a:cubicBezTo>
                <a:cubicBezTo>
                  <a:pt x="1346" y="721"/>
                  <a:pt x="1342" y="739"/>
                  <a:pt x="1368" y="780"/>
                </a:cubicBezTo>
                <a:cubicBezTo>
                  <a:pt x="1394" y="821"/>
                  <a:pt x="1421" y="841"/>
                  <a:pt x="1458" y="882"/>
                </a:cubicBezTo>
                <a:cubicBezTo>
                  <a:pt x="1495" y="923"/>
                  <a:pt x="1522" y="943"/>
                  <a:pt x="1554" y="984"/>
                </a:cubicBezTo>
                <a:cubicBezTo>
                  <a:pt x="1586" y="1025"/>
                  <a:pt x="1586" y="1050"/>
                  <a:pt x="1620" y="1086"/>
                </a:cubicBezTo>
                <a:cubicBezTo>
                  <a:pt x="1654" y="1122"/>
                  <a:pt x="1680" y="1135"/>
                  <a:pt x="1722" y="1164"/>
                </a:cubicBezTo>
                <a:cubicBezTo>
                  <a:pt x="1764" y="1193"/>
                  <a:pt x="1788" y="1198"/>
                  <a:pt x="1830" y="1230"/>
                </a:cubicBezTo>
                <a:cubicBezTo>
                  <a:pt x="1872" y="1262"/>
                  <a:pt x="1891" y="1294"/>
                  <a:pt x="1932" y="1326"/>
                </a:cubicBezTo>
                <a:cubicBezTo>
                  <a:pt x="1973" y="1358"/>
                  <a:pt x="1993" y="1366"/>
                  <a:pt x="2034" y="1392"/>
                </a:cubicBezTo>
                <a:cubicBezTo>
                  <a:pt x="2075" y="1418"/>
                  <a:pt x="2095" y="1430"/>
                  <a:pt x="2136" y="1458"/>
                </a:cubicBezTo>
                <a:cubicBezTo>
                  <a:pt x="2177" y="1486"/>
                  <a:pt x="2197" y="1510"/>
                  <a:pt x="2238" y="1530"/>
                </a:cubicBezTo>
                <a:cubicBezTo>
                  <a:pt x="2279" y="1550"/>
                  <a:pt x="2299" y="1544"/>
                  <a:pt x="2340" y="1560"/>
                </a:cubicBezTo>
                <a:cubicBezTo>
                  <a:pt x="2381" y="1576"/>
                  <a:pt x="2401" y="1592"/>
                  <a:pt x="2442" y="1608"/>
                </a:cubicBezTo>
                <a:cubicBezTo>
                  <a:pt x="2483" y="1624"/>
                  <a:pt x="2503" y="1624"/>
                  <a:pt x="2544" y="1638"/>
                </a:cubicBezTo>
                <a:cubicBezTo>
                  <a:pt x="2585" y="1652"/>
                  <a:pt x="2605" y="1662"/>
                  <a:pt x="2646" y="1680"/>
                </a:cubicBezTo>
                <a:cubicBezTo>
                  <a:pt x="2687" y="1698"/>
                  <a:pt x="2707" y="1709"/>
                  <a:pt x="2748" y="1728"/>
                </a:cubicBezTo>
                <a:cubicBezTo>
                  <a:pt x="2789" y="1747"/>
                  <a:pt x="2809" y="1756"/>
                  <a:pt x="2850" y="1776"/>
                </a:cubicBezTo>
                <a:cubicBezTo>
                  <a:pt x="2891" y="1796"/>
                  <a:pt x="2911" y="1806"/>
                  <a:pt x="2952" y="1830"/>
                </a:cubicBezTo>
                <a:cubicBezTo>
                  <a:pt x="2993" y="1854"/>
                  <a:pt x="3026" y="1862"/>
                  <a:pt x="3054" y="1896"/>
                </a:cubicBezTo>
                <a:cubicBezTo>
                  <a:pt x="3082" y="1930"/>
                  <a:pt x="3079" y="1957"/>
                  <a:pt x="3090" y="1998"/>
                </a:cubicBezTo>
                <a:cubicBezTo>
                  <a:pt x="3101" y="2039"/>
                  <a:pt x="3097" y="2059"/>
                  <a:pt x="3108" y="2100"/>
                </a:cubicBezTo>
                <a:cubicBezTo>
                  <a:pt x="3119" y="2141"/>
                  <a:pt x="3131" y="2161"/>
                  <a:pt x="3144" y="2202"/>
                </a:cubicBezTo>
                <a:cubicBezTo>
                  <a:pt x="3157" y="2243"/>
                  <a:pt x="3157" y="2263"/>
                  <a:pt x="3174" y="2304"/>
                </a:cubicBezTo>
                <a:cubicBezTo>
                  <a:pt x="3191" y="2345"/>
                  <a:pt x="3266" y="2448"/>
                  <a:pt x="3276" y="2466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10281285" y="3855085"/>
            <a:ext cx="7477125" cy="3634740"/>
          </a:xfrm>
          <a:custGeom>
            <a:avLst/>
            <a:gdLst>
              <a:gd name="connisteX0" fmla="*/ 0 w 2769870"/>
              <a:gd name="connsiteY0" fmla="*/ 1344930 h 1344930"/>
              <a:gd name="connisteX1" fmla="*/ 64770 w 2769870"/>
              <a:gd name="connsiteY1" fmla="*/ 1333500 h 1344930"/>
              <a:gd name="connisteX2" fmla="*/ 129540 w 2769870"/>
              <a:gd name="connsiteY2" fmla="*/ 1310640 h 1344930"/>
              <a:gd name="connisteX3" fmla="*/ 198120 w 2769870"/>
              <a:gd name="connsiteY3" fmla="*/ 1287780 h 1344930"/>
              <a:gd name="connisteX4" fmla="*/ 255270 w 2769870"/>
              <a:gd name="connsiteY4" fmla="*/ 1223010 h 1344930"/>
              <a:gd name="connisteX5" fmla="*/ 293370 w 2769870"/>
              <a:gd name="connsiteY5" fmla="*/ 1158240 h 1344930"/>
              <a:gd name="connisteX6" fmla="*/ 358140 w 2769870"/>
              <a:gd name="connsiteY6" fmla="*/ 1120140 h 1344930"/>
              <a:gd name="connisteX7" fmla="*/ 422910 w 2769870"/>
              <a:gd name="connsiteY7" fmla="*/ 1116330 h 1344930"/>
              <a:gd name="connisteX8" fmla="*/ 487680 w 2769870"/>
              <a:gd name="connsiteY8" fmla="*/ 1169670 h 1344930"/>
              <a:gd name="connisteX9" fmla="*/ 552450 w 2769870"/>
              <a:gd name="connsiteY9" fmla="*/ 1143000 h 1344930"/>
              <a:gd name="connisteX10" fmla="*/ 617220 w 2769870"/>
              <a:gd name="connsiteY10" fmla="*/ 1089660 h 1344930"/>
              <a:gd name="connisteX11" fmla="*/ 685800 w 2769870"/>
              <a:gd name="connsiteY11" fmla="*/ 1055370 h 1344930"/>
              <a:gd name="connisteX12" fmla="*/ 750570 w 2769870"/>
              <a:gd name="connsiteY12" fmla="*/ 1028700 h 1344930"/>
              <a:gd name="connisteX13" fmla="*/ 815340 w 2769870"/>
              <a:gd name="connsiteY13" fmla="*/ 1005840 h 1344930"/>
              <a:gd name="connisteX14" fmla="*/ 880110 w 2769870"/>
              <a:gd name="connsiteY14" fmla="*/ 986790 h 1344930"/>
              <a:gd name="connisteX15" fmla="*/ 944880 w 2769870"/>
              <a:gd name="connsiteY15" fmla="*/ 967740 h 1344930"/>
              <a:gd name="connisteX16" fmla="*/ 1009650 w 2769870"/>
              <a:gd name="connsiteY16" fmla="*/ 948690 h 1344930"/>
              <a:gd name="connisteX17" fmla="*/ 1074420 w 2769870"/>
              <a:gd name="connsiteY17" fmla="*/ 929640 h 1344930"/>
              <a:gd name="connisteX18" fmla="*/ 1139190 w 2769870"/>
              <a:gd name="connsiteY18" fmla="*/ 910590 h 1344930"/>
              <a:gd name="connisteX19" fmla="*/ 1203960 w 2769870"/>
              <a:gd name="connsiteY19" fmla="*/ 861060 h 1344930"/>
              <a:gd name="connisteX20" fmla="*/ 1230630 w 2769870"/>
              <a:gd name="connsiteY20" fmla="*/ 796290 h 1344930"/>
              <a:gd name="connisteX21" fmla="*/ 1295400 w 2769870"/>
              <a:gd name="connsiteY21" fmla="*/ 746760 h 1344930"/>
              <a:gd name="connisteX22" fmla="*/ 1360170 w 2769870"/>
              <a:gd name="connsiteY22" fmla="*/ 735330 h 1344930"/>
              <a:gd name="connisteX23" fmla="*/ 1424940 w 2769870"/>
              <a:gd name="connsiteY23" fmla="*/ 769620 h 1344930"/>
              <a:gd name="connisteX24" fmla="*/ 1489710 w 2769870"/>
              <a:gd name="connsiteY24" fmla="*/ 819150 h 1344930"/>
              <a:gd name="connisteX25" fmla="*/ 1558290 w 2769870"/>
              <a:gd name="connsiteY25" fmla="*/ 822960 h 1344930"/>
              <a:gd name="connisteX26" fmla="*/ 1623060 w 2769870"/>
              <a:gd name="connsiteY26" fmla="*/ 822960 h 1344930"/>
              <a:gd name="connisteX27" fmla="*/ 1687830 w 2769870"/>
              <a:gd name="connsiteY27" fmla="*/ 822960 h 1344930"/>
              <a:gd name="connisteX28" fmla="*/ 1752600 w 2769870"/>
              <a:gd name="connsiteY28" fmla="*/ 800100 h 1344930"/>
              <a:gd name="connisteX29" fmla="*/ 1817370 w 2769870"/>
              <a:gd name="connsiteY29" fmla="*/ 769620 h 1344930"/>
              <a:gd name="connisteX30" fmla="*/ 1882140 w 2769870"/>
              <a:gd name="connsiteY30" fmla="*/ 731520 h 1344930"/>
              <a:gd name="connisteX31" fmla="*/ 1946910 w 2769870"/>
              <a:gd name="connsiteY31" fmla="*/ 693420 h 1344930"/>
              <a:gd name="connisteX32" fmla="*/ 2011680 w 2769870"/>
              <a:gd name="connsiteY32" fmla="*/ 655320 h 1344930"/>
              <a:gd name="connisteX33" fmla="*/ 2076450 w 2769870"/>
              <a:gd name="connsiteY33" fmla="*/ 617220 h 1344930"/>
              <a:gd name="connisteX34" fmla="*/ 2141220 w 2769870"/>
              <a:gd name="connsiteY34" fmla="*/ 590550 h 1344930"/>
              <a:gd name="connisteX35" fmla="*/ 2205990 w 2769870"/>
              <a:gd name="connsiteY35" fmla="*/ 567690 h 1344930"/>
              <a:gd name="connisteX36" fmla="*/ 2270760 w 2769870"/>
              <a:gd name="connsiteY36" fmla="*/ 552450 h 1344930"/>
              <a:gd name="connisteX37" fmla="*/ 2335530 w 2769870"/>
              <a:gd name="connsiteY37" fmla="*/ 525780 h 1344930"/>
              <a:gd name="connisteX38" fmla="*/ 2400300 w 2769870"/>
              <a:gd name="connsiteY38" fmla="*/ 499110 h 1344930"/>
              <a:gd name="connisteX39" fmla="*/ 2465070 w 2769870"/>
              <a:gd name="connsiteY39" fmla="*/ 468630 h 1344930"/>
              <a:gd name="connisteX40" fmla="*/ 2533650 w 2769870"/>
              <a:gd name="connsiteY40" fmla="*/ 422910 h 1344930"/>
              <a:gd name="connisteX41" fmla="*/ 2579370 w 2769870"/>
              <a:gd name="connsiteY41" fmla="*/ 358140 h 1344930"/>
              <a:gd name="connisteX42" fmla="*/ 2590800 w 2769870"/>
              <a:gd name="connsiteY42" fmla="*/ 293370 h 1344930"/>
              <a:gd name="connisteX43" fmla="*/ 2598420 w 2769870"/>
              <a:gd name="connsiteY43" fmla="*/ 224790 h 1344930"/>
              <a:gd name="connisteX44" fmla="*/ 2606040 w 2769870"/>
              <a:gd name="connsiteY44" fmla="*/ 160020 h 1344930"/>
              <a:gd name="connisteX45" fmla="*/ 2667000 w 2769870"/>
              <a:gd name="connsiteY45" fmla="*/ 95250 h 1344930"/>
              <a:gd name="connisteX46" fmla="*/ 2705100 w 2769870"/>
              <a:gd name="connsiteY46" fmla="*/ 30480 h 1344930"/>
              <a:gd name="connisteX47" fmla="*/ 2769870 w 2769870"/>
              <a:gd name="connsiteY47" fmla="*/ 0 h 13449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</a:cxnLst>
            <a:rect l="l" t="t" r="r" b="b"/>
            <a:pathLst>
              <a:path w="2769870" h="1344930">
                <a:moveTo>
                  <a:pt x="0" y="1344930"/>
                </a:moveTo>
                <a:cubicBezTo>
                  <a:pt x="11430" y="1343025"/>
                  <a:pt x="38735" y="1340485"/>
                  <a:pt x="64770" y="1333500"/>
                </a:cubicBezTo>
                <a:cubicBezTo>
                  <a:pt x="90805" y="1326515"/>
                  <a:pt x="102870" y="1319530"/>
                  <a:pt x="129540" y="1310640"/>
                </a:cubicBezTo>
                <a:cubicBezTo>
                  <a:pt x="156210" y="1301750"/>
                  <a:pt x="172720" y="1305560"/>
                  <a:pt x="198120" y="1287780"/>
                </a:cubicBezTo>
                <a:cubicBezTo>
                  <a:pt x="223520" y="1270000"/>
                  <a:pt x="236220" y="1249045"/>
                  <a:pt x="255270" y="1223010"/>
                </a:cubicBezTo>
                <a:cubicBezTo>
                  <a:pt x="274320" y="1196975"/>
                  <a:pt x="273050" y="1178560"/>
                  <a:pt x="293370" y="1158240"/>
                </a:cubicBezTo>
                <a:cubicBezTo>
                  <a:pt x="313690" y="1137920"/>
                  <a:pt x="332105" y="1128395"/>
                  <a:pt x="358140" y="1120140"/>
                </a:cubicBezTo>
                <a:cubicBezTo>
                  <a:pt x="384175" y="1111885"/>
                  <a:pt x="396875" y="1106170"/>
                  <a:pt x="422910" y="1116330"/>
                </a:cubicBezTo>
                <a:cubicBezTo>
                  <a:pt x="448945" y="1126490"/>
                  <a:pt x="461645" y="1164590"/>
                  <a:pt x="487680" y="1169670"/>
                </a:cubicBezTo>
                <a:cubicBezTo>
                  <a:pt x="513715" y="1174750"/>
                  <a:pt x="526415" y="1158875"/>
                  <a:pt x="552450" y="1143000"/>
                </a:cubicBezTo>
                <a:cubicBezTo>
                  <a:pt x="578485" y="1127125"/>
                  <a:pt x="590550" y="1107440"/>
                  <a:pt x="617220" y="1089660"/>
                </a:cubicBezTo>
                <a:cubicBezTo>
                  <a:pt x="643890" y="1071880"/>
                  <a:pt x="659130" y="1067435"/>
                  <a:pt x="685800" y="1055370"/>
                </a:cubicBezTo>
                <a:cubicBezTo>
                  <a:pt x="712470" y="1043305"/>
                  <a:pt x="724535" y="1038860"/>
                  <a:pt x="750570" y="1028700"/>
                </a:cubicBezTo>
                <a:cubicBezTo>
                  <a:pt x="776605" y="1018540"/>
                  <a:pt x="789305" y="1014095"/>
                  <a:pt x="815340" y="1005840"/>
                </a:cubicBezTo>
                <a:cubicBezTo>
                  <a:pt x="841375" y="997585"/>
                  <a:pt x="854075" y="994410"/>
                  <a:pt x="880110" y="986790"/>
                </a:cubicBezTo>
                <a:cubicBezTo>
                  <a:pt x="906145" y="979170"/>
                  <a:pt x="918845" y="975360"/>
                  <a:pt x="944880" y="967740"/>
                </a:cubicBezTo>
                <a:cubicBezTo>
                  <a:pt x="970915" y="960120"/>
                  <a:pt x="983615" y="956310"/>
                  <a:pt x="1009650" y="948690"/>
                </a:cubicBezTo>
                <a:cubicBezTo>
                  <a:pt x="1035685" y="941070"/>
                  <a:pt x="1048385" y="937260"/>
                  <a:pt x="1074420" y="929640"/>
                </a:cubicBezTo>
                <a:cubicBezTo>
                  <a:pt x="1100455" y="922020"/>
                  <a:pt x="1113155" y="924560"/>
                  <a:pt x="1139190" y="910590"/>
                </a:cubicBezTo>
                <a:cubicBezTo>
                  <a:pt x="1165225" y="896620"/>
                  <a:pt x="1185545" y="883920"/>
                  <a:pt x="1203960" y="861060"/>
                </a:cubicBezTo>
                <a:cubicBezTo>
                  <a:pt x="1222375" y="838200"/>
                  <a:pt x="1212215" y="819150"/>
                  <a:pt x="1230630" y="796290"/>
                </a:cubicBezTo>
                <a:cubicBezTo>
                  <a:pt x="1249045" y="773430"/>
                  <a:pt x="1269365" y="758825"/>
                  <a:pt x="1295400" y="746760"/>
                </a:cubicBezTo>
                <a:cubicBezTo>
                  <a:pt x="1321435" y="734695"/>
                  <a:pt x="1334135" y="730885"/>
                  <a:pt x="1360170" y="735330"/>
                </a:cubicBezTo>
                <a:cubicBezTo>
                  <a:pt x="1386205" y="739775"/>
                  <a:pt x="1398905" y="753110"/>
                  <a:pt x="1424940" y="769620"/>
                </a:cubicBezTo>
                <a:cubicBezTo>
                  <a:pt x="1450975" y="786130"/>
                  <a:pt x="1463040" y="808355"/>
                  <a:pt x="1489710" y="819150"/>
                </a:cubicBezTo>
                <a:cubicBezTo>
                  <a:pt x="1516380" y="829945"/>
                  <a:pt x="1531620" y="822325"/>
                  <a:pt x="1558290" y="822960"/>
                </a:cubicBezTo>
                <a:cubicBezTo>
                  <a:pt x="1584960" y="823595"/>
                  <a:pt x="1597025" y="822960"/>
                  <a:pt x="1623060" y="822960"/>
                </a:cubicBezTo>
                <a:cubicBezTo>
                  <a:pt x="1649095" y="822960"/>
                  <a:pt x="1661795" y="827405"/>
                  <a:pt x="1687830" y="822960"/>
                </a:cubicBezTo>
                <a:cubicBezTo>
                  <a:pt x="1713865" y="818515"/>
                  <a:pt x="1726565" y="810895"/>
                  <a:pt x="1752600" y="800100"/>
                </a:cubicBezTo>
                <a:cubicBezTo>
                  <a:pt x="1778635" y="789305"/>
                  <a:pt x="1791335" y="783590"/>
                  <a:pt x="1817370" y="769620"/>
                </a:cubicBezTo>
                <a:cubicBezTo>
                  <a:pt x="1843405" y="755650"/>
                  <a:pt x="1856105" y="746760"/>
                  <a:pt x="1882140" y="731520"/>
                </a:cubicBezTo>
                <a:cubicBezTo>
                  <a:pt x="1908175" y="716280"/>
                  <a:pt x="1920875" y="708660"/>
                  <a:pt x="1946910" y="693420"/>
                </a:cubicBezTo>
                <a:cubicBezTo>
                  <a:pt x="1972945" y="678180"/>
                  <a:pt x="1985645" y="670560"/>
                  <a:pt x="2011680" y="655320"/>
                </a:cubicBezTo>
                <a:cubicBezTo>
                  <a:pt x="2037715" y="640080"/>
                  <a:pt x="2050415" y="629920"/>
                  <a:pt x="2076450" y="617220"/>
                </a:cubicBezTo>
                <a:cubicBezTo>
                  <a:pt x="2102485" y="604520"/>
                  <a:pt x="2115185" y="600710"/>
                  <a:pt x="2141220" y="590550"/>
                </a:cubicBezTo>
                <a:cubicBezTo>
                  <a:pt x="2167255" y="580390"/>
                  <a:pt x="2179955" y="575310"/>
                  <a:pt x="2205990" y="567690"/>
                </a:cubicBezTo>
                <a:cubicBezTo>
                  <a:pt x="2232025" y="560070"/>
                  <a:pt x="2244725" y="560705"/>
                  <a:pt x="2270760" y="552450"/>
                </a:cubicBezTo>
                <a:cubicBezTo>
                  <a:pt x="2296795" y="544195"/>
                  <a:pt x="2309495" y="536575"/>
                  <a:pt x="2335530" y="525780"/>
                </a:cubicBezTo>
                <a:cubicBezTo>
                  <a:pt x="2361565" y="514985"/>
                  <a:pt x="2374265" y="510540"/>
                  <a:pt x="2400300" y="499110"/>
                </a:cubicBezTo>
                <a:cubicBezTo>
                  <a:pt x="2426335" y="487680"/>
                  <a:pt x="2438400" y="483870"/>
                  <a:pt x="2465070" y="468630"/>
                </a:cubicBezTo>
                <a:cubicBezTo>
                  <a:pt x="2491740" y="453390"/>
                  <a:pt x="2510790" y="445135"/>
                  <a:pt x="2533650" y="422910"/>
                </a:cubicBezTo>
                <a:cubicBezTo>
                  <a:pt x="2556510" y="400685"/>
                  <a:pt x="2567940" y="384175"/>
                  <a:pt x="2579370" y="358140"/>
                </a:cubicBezTo>
                <a:cubicBezTo>
                  <a:pt x="2590800" y="332105"/>
                  <a:pt x="2586990" y="320040"/>
                  <a:pt x="2590800" y="293370"/>
                </a:cubicBezTo>
                <a:cubicBezTo>
                  <a:pt x="2594610" y="266700"/>
                  <a:pt x="2595245" y="251460"/>
                  <a:pt x="2598420" y="224790"/>
                </a:cubicBezTo>
                <a:cubicBezTo>
                  <a:pt x="2601595" y="198120"/>
                  <a:pt x="2592070" y="186055"/>
                  <a:pt x="2606040" y="160020"/>
                </a:cubicBezTo>
                <a:cubicBezTo>
                  <a:pt x="2620010" y="133985"/>
                  <a:pt x="2647315" y="121285"/>
                  <a:pt x="2667000" y="95250"/>
                </a:cubicBezTo>
                <a:cubicBezTo>
                  <a:pt x="2686685" y="69215"/>
                  <a:pt x="2684780" y="49530"/>
                  <a:pt x="2705100" y="30480"/>
                </a:cubicBezTo>
                <a:cubicBezTo>
                  <a:pt x="2725420" y="11430"/>
                  <a:pt x="2757805" y="5080"/>
                  <a:pt x="276987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5209540" y="1614170"/>
            <a:ext cx="4672330" cy="3549650"/>
          </a:xfrm>
          <a:custGeom>
            <a:avLst/>
            <a:gdLst>
              <a:gd name="connisteX0" fmla="*/ 1731151 w 1731151"/>
              <a:gd name="connsiteY0" fmla="*/ 177823 h 1313203"/>
              <a:gd name="connisteX1" fmla="*/ 1666381 w 1731151"/>
              <a:gd name="connsiteY1" fmla="*/ 162583 h 1313203"/>
              <a:gd name="connisteX2" fmla="*/ 1639711 w 1731151"/>
              <a:gd name="connsiteY2" fmla="*/ 97813 h 1313203"/>
              <a:gd name="connisteX3" fmla="*/ 1574941 w 1731151"/>
              <a:gd name="connsiteY3" fmla="*/ 48283 h 1313203"/>
              <a:gd name="connisteX4" fmla="*/ 1510171 w 1731151"/>
              <a:gd name="connsiteY4" fmla="*/ 21613 h 1313203"/>
              <a:gd name="connisteX5" fmla="*/ 1445401 w 1731151"/>
              <a:gd name="connsiteY5" fmla="*/ 21613 h 1313203"/>
              <a:gd name="connisteX6" fmla="*/ 1380631 w 1731151"/>
              <a:gd name="connsiteY6" fmla="*/ 55903 h 1313203"/>
              <a:gd name="connisteX7" fmla="*/ 1315861 w 1731151"/>
              <a:gd name="connsiteY7" fmla="*/ 82573 h 1313203"/>
              <a:gd name="connisteX8" fmla="*/ 1251091 w 1731151"/>
              <a:gd name="connsiteY8" fmla="*/ 78763 h 1313203"/>
              <a:gd name="connisteX9" fmla="*/ 1186321 w 1731151"/>
              <a:gd name="connsiteY9" fmla="*/ 67333 h 1313203"/>
              <a:gd name="connisteX10" fmla="*/ 1121551 w 1731151"/>
              <a:gd name="connsiteY10" fmla="*/ 48283 h 1313203"/>
              <a:gd name="connisteX11" fmla="*/ 1052971 w 1731151"/>
              <a:gd name="connsiteY11" fmla="*/ 21613 h 1313203"/>
              <a:gd name="connisteX12" fmla="*/ 988201 w 1731151"/>
              <a:gd name="connsiteY12" fmla="*/ 2563 h 1313203"/>
              <a:gd name="connisteX13" fmla="*/ 923431 w 1731151"/>
              <a:gd name="connsiteY13" fmla="*/ 2563 h 1313203"/>
              <a:gd name="connisteX14" fmla="*/ 858661 w 1731151"/>
              <a:gd name="connsiteY14" fmla="*/ 6373 h 1313203"/>
              <a:gd name="connisteX15" fmla="*/ 793891 w 1731151"/>
              <a:gd name="connsiteY15" fmla="*/ 63523 h 1313203"/>
              <a:gd name="connisteX16" fmla="*/ 782461 w 1731151"/>
              <a:gd name="connsiteY16" fmla="*/ 135913 h 1313203"/>
              <a:gd name="connisteX17" fmla="*/ 778651 w 1731151"/>
              <a:gd name="connsiteY17" fmla="*/ 200683 h 1313203"/>
              <a:gd name="connisteX18" fmla="*/ 736741 w 1731151"/>
              <a:gd name="connsiteY18" fmla="*/ 265453 h 1313203"/>
              <a:gd name="connisteX19" fmla="*/ 706261 w 1731151"/>
              <a:gd name="connsiteY19" fmla="*/ 330223 h 1313203"/>
              <a:gd name="connisteX20" fmla="*/ 668161 w 1731151"/>
              <a:gd name="connsiteY20" fmla="*/ 394993 h 1313203"/>
              <a:gd name="connisteX21" fmla="*/ 603391 w 1731151"/>
              <a:gd name="connsiteY21" fmla="*/ 433093 h 1313203"/>
              <a:gd name="connisteX22" fmla="*/ 538621 w 1731151"/>
              <a:gd name="connsiteY22" fmla="*/ 455953 h 1313203"/>
              <a:gd name="connisteX23" fmla="*/ 470041 w 1731151"/>
              <a:gd name="connsiteY23" fmla="*/ 459763 h 1313203"/>
              <a:gd name="connisteX24" fmla="*/ 405271 w 1731151"/>
              <a:gd name="connsiteY24" fmla="*/ 471193 h 1313203"/>
              <a:gd name="connisteX25" fmla="*/ 370981 w 1731151"/>
              <a:gd name="connsiteY25" fmla="*/ 535963 h 1313203"/>
              <a:gd name="connisteX26" fmla="*/ 321451 w 1731151"/>
              <a:gd name="connsiteY26" fmla="*/ 619783 h 1313203"/>
              <a:gd name="connisteX27" fmla="*/ 279541 w 1731151"/>
              <a:gd name="connsiteY27" fmla="*/ 684553 h 1313203"/>
              <a:gd name="connisteX28" fmla="*/ 241441 w 1731151"/>
              <a:gd name="connsiteY28" fmla="*/ 749323 h 1313203"/>
              <a:gd name="connisteX29" fmla="*/ 214771 w 1731151"/>
              <a:gd name="connsiteY29" fmla="*/ 814093 h 1313203"/>
              <a:gd name="connisteX30" fmla="*/ 203341 w 1731151"/>
              <a:gd name="connsiteY30" fmla="*/ 878863 h 1313203"/>
              <a:gd name="connisteX31" fmla="*/ 207151 w 1731151"/>
              <a:gd name="connsiteY31" fmla="*/ 943633 h 1313203"/>
              <a:gd name="connisteX32" fmla="*/ 222391 w 1731151"/>
              <a:gd name="connsiteY32" fmla="*/ 1008403 h 1313203"/>
              <a:gd name="connisteX33" fmla="*/ 150001 w 1731151"/>
              <a:gd name="connsiteY33" fmla="*/ 1061743 h 1313203"/>
              <a:gd name="connisteX34" fmla="*/ 69991 w 1731151"/>
              <a:gd name="connsiteY34" fmla="*/ 1099843 h 1313203"/>
              <a:gd name="connisteX35" fmla="*/ 5221 w 1731151"/>
              <a:gd name="connsiteY35" fmla="*/ 1149373 h 1313203"/>
              <a:gd name="connisteX36" fmla="*/ 16651 w 1731151"/>
              <a:gd name="connsiteY36" fmla="*/ 1214143 h 1313203"/>
              <a:gd name="connisteX37" fmla="*/ 81421 w 1731151"/>
              <a:gd name="connsiteY37" fmla="*/ 1248433 h 1313203"/>
              <a:gd name="connisteX38" fmla="*/ 104281 w 1731151"/>
              <a:gd name="connsiteY38" fmla="*/ 1313203 h 13132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</a:cxnLst>
            <a:rect l="l" t="t" r="r" b="b"/>
            <a:pathLst>
              <a:path w="1731151" h="1313203">
                <a:moveTo>
                  <a:pt x="1731151" y="177823"/>
                </a:moveTo>
                <a:cubicBezTo>
                  <a:pt x="1718451" y="175918"/>
                  <a:pt x="1684796" y="178458"/>
                  <a:pt x="1666381" y="162583"/>
                </a:cubicBezTo>
                <a:cubicBezTo>
                  <a:pt x="1647966" y="146708"/>
                  <a:pt x="1658126" y="120673"/>
                  <a:pt x="1639711" y="97813"/>
                </a:cubicBezTo>
                <a:cubicBezTo>
                  <a:pt x="1621296" y="74953"/>
                  <a:pt x="1600976" y="63523"/>
                  <a:pt x="1574941" y="48283"/>
                </a:cubicBezTo>
                <a:cubicBezTo>
                  <a:pt x="1548906" y="33043"/>
                  <a:pt x="1536206" y="26693"/>
                  <a:pt x="1510171" y="21613"/>
                </a:cubicBezTo>
                <a:cubicBezTo>
                  <a:pt x="1484136" y="16533"/>
                  <a:pt x="1471436" y="14628"/>
                  <a:pt x="1445401" y="21613"/>
                </a:cubicBezTo>
                <a:cubicBezTo>
                  <a:pt x="1419366" y="28598"/>
                  <a:pt x="1406666" y="43838"/>
                  <a:pt x="1380631" y="55903"/>
                </a:cubicBezTo>
                <a:cubicBezTo>
                  <a:pt x="1354596" y="67968"/>
                  <a:pt x="1341896" y="78128"/>
                  <a:pt x="1315861" y="82573"/>
                </a:cubicBezTo>
                <a:cubicBezTo>
                  <a:pt x="1289826" y="87018"/>
                  <a:pt x="1277126" y="81938"/>
                  <a:pt x="1251091" y="78763"/>
                </a:cubicBezTo>
                <a:cubicBezTo>
                  <a:pt x="1225056" y="75588"/>
                  <a:pt x="1212356" y="73683"/>
                  <a:pt x="1186321" y="67333"/>
                </a:cubicBezTo>
                <a:cubicBezTo>
                  <a:pt x="1160286" y="60983"/>
                  <a:pt x="1148221" y="57173"/>
                  <a:pt x="1121551" y="48283"/>
                </a:cubicBezTo>
                <a:cubicBezTo>
                  <a:pt x="1094881" y="39393"/>
                  <a:pt x="1079641" y="30503"/>
                  <a:pt x="1052971" y="21613"/>
                </a:cubicBezTo>
                <a:cubicBezTo>
                  <a:pt x="1026301" y="12723"/>
                  <a:pt x="1014236" y="6373"/>
                  <a:pt x="988201" y="2563"/>
                </a:cubicBezTo>
                <a:cubicBezTo>
                  <a:pt x="962166" y="-1247"/>
                  <a:pt x="949466" y="1928"/>
                  <a:pt x="923431" y="2563"/>
                </a:cubicBezTo>
                <a:cubicBezTo>
                  <a:pt x="897396" y="3198"/>
                  <a:pt x="884696" y="-5692"/>
                  <a:pt x="858661" y="6373"/>
                </a:cubicBezTo>
                <a:cubicBezTo>
                  <a:pt x="832626" y="18438"/>
                  <a:pt x="809131" y="37488"/>
                  <a:pt x="793891" y="63523"/>
                </a:cubicBezTo>
                <a:cubicBezTo>
                  <a:pt x="778651" y="89558"/>
                  <a:pt x="785636" y="108608"/>
                  <a:pt x="782461" y="135913"/>
                </a:cubicBezTo>
                <a:cubicBezTo>
                  <a:pt x="779286" y="163218"/>
                  <a:pt x="787541" y="174648"/>
                  <a:pt x="778651" y="200683"/>
                </a:cubicBezTo>
                <a:cubicBezTo>
                  <a:pt x="769761" y="226718"/>
                  <a:pt x="751346" y="239418"/>
                  <a:pt x="736741" y="265453"/>
                </a:cubicBezTo>
                <a:cubicBezTo>
                  <a:pt x="722136" y="291488"/>
                  <a:pt x="720231" y="304188"/>
                  <a:pt x="706261" y="330223"/>
                </a:cubicBezTo>
                <a:cubicBezTo>
                  <a:pt x="692291" y="356258"/>
                  <a:pt x="688481" y="374673"/>
                  <a:pt x="668161" y="394993"/>
                </a:cubicBezTo>
                <a:cubicBezTo>
                  <a:pt x="647841" y="415313"/>
                  <a:pt x="629426" y="421028"/>
                  <a:pt x="603391" y="433093"/>
                </a:cubicBezTo>
                <a:cubicBezTo>
                  <a:pt x="577356" y="445158"/>
                  <a:pt x="565291" y="450873"/>
                  <a:pt x="538621" y="455953"/>
                </a:cubicBezTo>
                <a:cubicBezTo>
                  <a:pt x="511951" y="461033"/>
                  <a:pt x="496711" y="456588"/>
                  <a:pt x="470041" y="459763"/>
                </a:cubicBezTo>
                <a:cubicBezTo>
                  <a:pt x="443371" y="462938"/>
                  <a:pt x="424956" y="455953"/>
                  <a:pt x="405271" y="471193"/>
                </a:cubicBezTo>
                <a:cubicBezTo>
                  <a:pt x="385586" y="486433"/>
                  <a:pt x="387491" y="506118"/>
                  <a:pt x="370981" y="535963"/>
                </a:cubicBezTo>
                <a:cubicBezTo>
                  <a:pt x="354471" y="565808"/>
                  <a:pt x="339866" y="589938"/>
                  <a:pt x="321451" y="619783"/>
                </a:cubicBezTo>
                <a:cubicBezTo>
                  <a:pt x="303036" y="649628"/>
                  <a:pt x="295416" y="658518"/>
                  <a:pt x="279541" y="684553"/>
                </a:cubicBezTo>
                <a:cubicBezTo>
                  <a:pt x="263666" y="710588"/>
                  <a:pt x="254141" y="723288"/>
                  <a:pt x="241441" y="749323"/>
                </a:cubicBezTo>
                <a:cubicBezTo>
                  <a:pt x="228741" y="775358"/>
                  <a:pt x="222391" y="788058"/>
                  <a:pt x="214771" y="814093"/>
                </a:cubicBezTo>
                <a:cubicBezTo>
                  <a:pt x="207151" y="840128"/>
                  <a:pt x="204611" y="852828"/>
                  <a:pt x="203341" y="878863"/>
                </a:cubicBezTo>
                <a:cubicBezTo>
                  <a:pt x="202071" y="904898"/>
                  <a:pt x="203341" y="917598"/>
                  <a:pt x="207151" y="943633"/>
                </a:cubicBezTo>
                <a:cubicBezTo>
                  <a:pt x="210961" y="969668"/>
                  <a:pt x="233821" y="984908"/>
                  <a:pt x="222391" y="1008403"/>
                </a:cubicBezTo>
                <a:cubicBezTo>
                  <a:pt x="210961" y="1031898"/>
                  <a:pt x="180481" y="1043328"/>
                  <a:pt x="150001" y="1061743"/>
                </a:cubicBezTo>
                <a:cubicBezTo>
                  <a:pt x="119521" y="1080158"/>
                  <a:pt x="99201" y="1082063"/>
                  <a:pt x="69991" y="1099843"/>
                </a:cubicBezTo>
                <a:cubicBezTo>
                  <a:pt x="40781" y="1117623"/>
                  <a:pt x="16016" y="1126513"/>
                  <a:pt x="5221" y="1149373"/>
                </a:cubicBezTo>
                <a:cubicBezTo>
                  <a:pt x="-5574" y="1172233"/>
                  <a:pt x="1411" y="1194458"/>
                  <a:pt x="16651" y="1214143"/>
                </a:cubicBezTo>
                <a:cubicBezTo>
                  <a:pt x="31891" y="1233828"/>
                  <a:pt x="63641" y="1228748"/>
                  <a:pt x="81421" y="1248433"/>
                </a:cubicBezTo>
                <a:cubicBezTo>
                  <a:pt x="99201" y="1268118"/>
                  <a:pt x="101106" y="1301138"/>
                  <a:pt x="104281" y="1313203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591310" y="1800225"/>
            <a:ext cx="5287010" cy="1847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这是</a:t>
            </a:r>
            <a:r>
              <a:rPr lang="en-US" altLang="en-US" sz="2800" u="sng"/>
              <a:t>⑭</a:t>
            </a:r>
            <a:r>
              <a:rPr lang="zh-CN" altLang="en-US" sz="2800"/>
              <a:t>线，是我国西部大开发的标志性工程之一。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城市</a:t>
            </a:r>
            <a:r>
              <a:rPr lang="en-US" altLang="zh-CN" sz="2800"/>
              <a:t>:A</a:t>
            </a:r>
            <a:r>
              <a:rPr lang="en-US" altLang="en-US" sz="2800" u="sng">
                <a:sym typeface="+mn-ea"/>
              </a:rPr>
              <a:t>⑮</a:t>
            </a:r>
            <a:endParaRPr lang="en-US" altLang="en-US" sz="2800" u="sng"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  <p:sp>
        <p:nvSpPr>
          <p:cNvPr id="73" name="文本框 72"/>
          <p:cNvSpPr txBox="1"/>
          <p:nvPr/>
        </p:nvSpPr>
        <p:spPr>
          <a:xfrm>
            <a:off x="5640705" y="4727575"/>
            <a:ext cx="433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</a:rPr>
              <a:t>A</a:t>
            </a:r>
            <a:endParaRPr lang="zh-CN" altLang="en-US" sz="2800">
              <a:latin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354435" y="837565"/>
            <a:ext cx="554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⑩</a:t>
            </a:r>
            <a:endParaRPr lang="zh-CN" altLang="en-US" sz="2800"/>
          </a:p>
        </p:txBody>
      </p:sp>
      <p:sp>
        <p:nvSpPr>
          <p:cNvPr id="48" name="文本框 47"/>
          <p:cNvSpPr txBox="1"/>
          <p:nvPr/>
        </p:nvSpPr>
        <p:spPr>
          <a:xfrm>
            <a:off x="7212330" y="12700"/>
            <a:ext cx="6667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+mn-ea"/>
                <a:cs typeface="+mn-ea"/>
                <a:sym typeface="+mn-ea"/>
              </a:rPr>
              <a:t>⑪</a:t>
            </a:r>
            <a:endParaRPr lang="zh-CN" altLang="en-US" sz="2800"/>
          </a:p>
        </p:txBody>
      </p:sp>
      <p:sp>
        <p:nvSpPr>
          <p:cNvPr id="50" name="文本框 49"/>
          <p:cNvSpPr txBox="1"/>
          <p:nvPr/>
        </p:nvSpPr>
        <p:spPr>
          <a:xfrm>
            <a:off x="10834370" y="7256780"/>
            <a:ext cx="623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latin typeface="+mn-ea"/>
                <a:cs typeface="+mn-ea"/>
                <a:sym typeface="+mn-ea"/>
              </a:rPr>
              <a:t>⑫</a:t>
            </a:r>
            <a:endParaRPr lang="en-US" altLang="en-US" sz="2800">
              <a:latin typeface="+mn-ea"/>
              <a:cs typeface="+mn-ea"/>
              <a:sym typeface="+mn-ea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5442585" y="5116830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8c0bf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8" grpId="1"/>
      <p:bldP spid="39" grpId="0"/>
      <p:bldP spid="39" grpId="1"/>
      <p:bldP spid="6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8270" y="70485"/>
            <a:ext cx="3561715" cy="686435"/>
          </a:xfrm>
        </p:spPr>
        <p:txBody>
          <a:bodyPr>
            <a:normAutofit/>
          </a:bodyPr>
          <a:p>
            <a:r>
              <a:rPr lang="zh-CN" sz="3200"/>
              <a:t>三、主要铁路枢纽</a:t>
            </a:r>
            <a:endParaRPr lang="zh-CN" sz="3200"/>
          </a:p>
        </p:txBody>
      </p:sp>
      <p:grpSp>
        <p:nvGrpSpPr>
          <p:cNvPr id="21" name="组合 20"/>
          <p:cNvGrpSpPr/>
          <p:nvPr/>
        </p:nvGrpSpPr>
        <p:grpSpPr>
          <a:xfrm rot="0">
            <a:off x="-7099300" y="-3573780"/>
            <a:ext cx="15087600" cy="12572365"/>
            <a:chOff x="2260" y="395"/>
            <a:chExt cx="12184" cy="101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任意多边形 10"/>
            <p:cNvSpPr/>
            <p:nvPr/>
          </p:nvSpPr>
          <p:spPr>
            <a:xfrm>
              <a:off x="4550" y="454"/>
              <a:ext cx="7224" cy="3617"/>
            </a:xfrm>
            <a:custGeom>
              <a:avLst/>
              <a:gdLst>
                <a:gd name="connsiteX0" fmla="*/ 7008 w 7224"/>
                <a:gd name="connsiteY0" fmla="*/ 0 h 3617"/>
                <a:gd name="connsiteX1" fmla="*/ 6966 w 7224"/>
                <a:gd name="connsiteY1" fmla="*/ 108 h 3617"/>
                <a:gd name="connsiteX2" fmla="*/ 6906 w 7224"/>
                <a:gd name="connsiteY2" fmla="*/ 210 h 3617"/>
                <a:gd name="connsiteX3" fmla="*/ 7014 w 7224"/>
                <a:gd name="connsiteY3" fmla="*/ 300 h 3617"/>
                <a:gd name="connsiteX4" fmla="*/ 7050 w 7224"/>
                <a:gd name="connsiteY4" fmla="*/ 402 h 3617"/>
                <a:gd name="connsiteX5" fmla="*/ 6966 w 7224"/>
                <a:gd name="connsiteY5" fmla="*/ 504 h 3617"/>
                <a:gd name="connsiteX6" fmla="*/ 6924 w 7224"/>
                <a:gd name="connsiteY6" fmla="*/ 612 h 3617"/>
                <a:gd name="connsiteX7" fmla="*/ 6924 w 7224"/>
                <a:gd name="connsiteY7" fmla="*/ 714 h 3617"/>
                <a:gd name="connsiteX8" fmla="*/ 6918 w 7224"/>
                <a:gd name="connsiteY8" fmla="*/ 816 h 3617"/>
                <a:gd name="connsiteX9" fmla="*/ 6906 w 7224"/>
                <a:gd name="connsiteY9" fmla="*/ 918 h 3617"/>
                <a:gd name="connsiteX10" fmla="*/ 6846 w 7224"/>
                <a:gd name="connsiteY10" fmla="*/ 1020 h 3617"/>
                <a:gd name="connsiteX11" fmla="*/ 6744 w 7224"/>
                <a:gd name="connsiteY11" fmla="*/ 1098 h 3617"/>
                <a:gd name="connsiteX12" fmla="*/ 6642 w 7224"/>
                <a:gd name="connsiteY12" fmla="*/ 1158 h 3617"/>
                <a:gd name="connsiteX13" fmla="*/ 6540 w 7224"/>
                <a:gd name="connsiteY13" fmla="*/ 1116 h 3617"/>
                <a:gd name="connsiteX14" fmla="*/ 6450 w 7224"/>
                <a:gd name="connsiteY14" fmla="*/ 1218 h 3617"/>
                <a:gd name="connsiteX15" fmla="*/ 6414 w 7224"/>
                <a:gd name="connsiteY15" fmla="*/ 1320 h 3617"/>
                <a:gd name="connsiteX16" fmla="*/ 6402 w 7224"/>
                <a:gd name="connsiteY16" fmla="*/ 1422 h 3617"/>
                <a:gd name="connsiteX17" fmla="*/ 6402 w 7224"/>
                <a:gd name="connsiteY17" fmla="*/ 1524 h 3617"/>
                <a:gd name="connsiteX18" fmla="*/ 6414 w 7224"/>
                <a:gd name="connsiteY18" fmla="*/ 1626 h 3617"/>
                <a:gd name="connsiteX19" fmla="*/ 6516 w 7224"/>
                <a:gd name="connsiteY19" fmla="*/ 1656 h 3617"/>
                <a:gd name="connsiteX20" fmla="*/ 6618 w 7224"/>
                <a:gd name="connsiteY20" fmla="*/ 1614 h 3617"/>
                <a:gd name="connsiteX21" fmla="*/ 6726 w 7224"/>
                <a:gd name="connsiteY21" fmla="*/ 1614 h 3617"/>
                <a:gd name="connsiteX22" fmla="*/ 6828 w 7224"/>
                <a:gd name="connsiteY22" fmla="*/ 1608 h 3617"/>
                <a:gd name="connsiteX23" fmla="*/ 6930 w 7224"/>
                <a:gd name="connsiteY23" fmla="*/ 1608 h 3617"/>
                <a:gd name="connsiteX24" fmla="*/ 7032 w 7224"/>
                <a:gd name="connsiteY24" fmla="*/ 1650 h 3617"/>
                <a:gd name="connsiteX25" fmla="*/ 7134 w 7224"/>
                <a:gd name="connsiteY25" fmla="*/ 1746 h 3617"/>
                <a:gd name="connsiteX26" fmla="*/ 7224 w 7224"/>
                <a:gd name="connsiteY26" fmla="*/ 1848 h 3617"/>
                <a:gd name="connsiteX27" fmla="*/ 7122 w 7224"/>
                <a:gd name="connsiteY27" fmla="*/ 1896 h 3617"/>
                <a:gd name="connsiteX28" fmla="*/ 7020 w 7224"/>
                <a:gd name="connsiteY28" fmla="*/ 1914 h 3617"/>
                <a:gd name="connsiteX29" fmla="*/ 6918 w 7224"/>
                <a:gd name="connsiteY29" fmla="*/ 1956 h 3617"/>
                <a:gd name="connsiteX30" fmla="*/ 6816 w 7224"/>
                <a:gd name="connsiteY30" fmla="*/ 2016 h 3617"/>
                <a:gd name="connsiteX31" fmla="*/ 6714 w 7224"/>
                <a:gd name="connsiteY31" fmla="*/ 2100 h 3617"/>
                <a:gd name="connsiteX32" fmla="*/ 6618 w 7224"/>
                <a:gd name="connsiteY32" fmla="*/ 2208 h 3617"/>
                <a:gd name="connsiteX33" fmla="*/ 6540 w 7224"/>
                <a:gd name="connsiteY33" fmla="*/ 2310 h 3617"/>
                <a:gd name="connsiteX34" fmla="*/ 6438 w 7224"/>
                <a:gd name="connsiteY34" fmla="*/ 2358 h 3617"/>
                <a:gd name="connsiteX35" fmla="*/ 6336 w 7224"/>
                <a:gd name="connsiteY35" fmla="*/ 2394 h 3617"/>
                <a:gd name="connsiteX36" fmla="*/ 6234 w 7224"/>
                <a:gd name="connsiteY36" fmla="*/ 2478 h 3617"/>
                <a:gd name="connsiteX37" fmla="*/ 6132 w 7224"/>
                <a:gd name="connsiteY37" fmla="*/ 2562 h 3617"/>
                <a:gd name="connsiteX38" fmla="*/ 6030 w 7224"/>
                <a:gd name="connsiteY38" fmla="*/ 2598 h 3617"/>
                <a:gd name="connsiteX39" fmla="*/ 5928 w 7224"/>
                <a:gd name="connsiteY39" fmla="*/ 2562 h 3617"/>
                <a:gd name="connsiteX40" fmla="*/ 5826 w 7224"/>
                <a:gd name="connsiteY40" fmla="*/ 2544 h 3617"/>
                <a:gd name="connsiteX41" fmla="*/ 5754 w 7224"/>
                <a:gd name="connsiteY41" fmla="*/ 2646 h 3617"/>
                <a:gd name="connsiteX42" fmla="*/ 5760 w 7224"/>
                <a:gd name="connsiteY42" fmla="*/ 2754 h 3617"/>
                <a:gd name="connsiteX43" fmla="*/ 5802 w 7224"/>
                <a:gd name="connsiteY43" fmla="*/ 2856 h 3617"/>
                <a:gd name="connsiteX44" fmla="*/ 5766 w 7224"/>
                <a:gd name="connsiteY44" fmla="*/ 2958 h 3617"/>
                <a:gd name="connsiteX45" fmla="*/ 5664 w 7224"/>
                <a:gd name="connsiteY45" fmla="*/ 3048 h 3617"/>
                <a:gd name="connsiteX46" fmla="*/ 5568 w 7224"/>
                <a:gd name="connsiteY46" fmla="*/ 3150 h 3617"/>
                <a:gd name="connsiteX47" fmla="*/ 5466 w 7224"/>
                <a:gd name="connsiteY47" fmla="*/ 3240 h 3617"/>
                <a:gd name="connsiteX48" fmla="*/ 5364 w 7224"/>
                <a:gd name="connsiteY48" fmla="*/ 3300 h 3617"/>
                <a:gd name="connsiteX49" fmla="*/ 5262 w 7224"/>
                <a:gd name="connsiteY49" fmla="*/ 3312 h 3617"/>
                <a:gd name="connsiteX50" fmla="*/ 5160 w 7224"/>
                <a:gd name="connsiteY50" fmla="*/ 3330 h 3617"/>
                <a:gd name="connsiteX51" fmla="*/ 5058 w 7224"/>
                <a:gd name="connsiteY51" fmla="*/ 3360 h 3617"/>
                <a:gd name="connsiteX52" fmla="*/ 4956 w 7224"/>
                <a:gd name="connsiteY52" fmla="*/ 3390 h 3617"/>
                <a:gd name="connsiteX53" fmla="*/ 4854 w 7224"/>
                <a:gd name="connsiteY53" fmla="*/ 3432 h 3617"/>
                <a:gd name="connsiteX54" fmla="*/ 4752 w 7224"/>
                <a:gd name="connsiteY54" fmla="*/ 3486 h 3617"/>
                <a:gd name="connsiteX55" fmla="*/ 4644 w 7224"/>
                <a:gd name="connsiteY55" fmla="*/ 3528 h 3617"/>
                <a:gd name="connsiteX56" fmla="*/ 4542 w 7224"/>
                <a:gd name="connsiteY56" fmla="*/ 3582 h 3617"/>
                <a:gd name="connsiteX57" fmla="*/ 4440 w 7224"/>
                <a:gd name="connsiteY57" fmla="*/ 3612 h 3617"/>
                <a:gd name="connsiteX58" fmla="*/ 4338 w 7224"/>
                <a:gd name="connsiteY58" fmla="*/ 3612 h 3617"/>
                <a:gd name="connsiteX59" fmla="*/ 4236 w 7224"/>
                <a:gd name="connsiteY59" fmla="*/ 3570 h 3617"/>
                <a:gd name="connsiteX60" fmla="*/ 4134 w 7224"/>
                <a:gd name="connsiteY60" fmla="*/ 3540 h 3617"/>
                <a:gd name="connsiteX61" fmla="*/ 4032 w 7224"/>
                <a:gd name="connsiteY61" fmla="*/ 3516 h 3617"/>
                <a:gd name="connsiteX62" fmla="*/ 3930 w 7224"/>
                <a:gd name="connsiteY62" fmla="*/ 3480 h 3617"/>
                <a:gd name="connsiteX63" fmla="*/ 3828 w 7224"/>
                <a:gd name="connsiteY63" fmla="*/ 3414 h 3617"/>
                <a:gd name="connsiteX64" fmla="*/ 3726 w 7224"/>
                <a:gd name="connsiteY64" fmla="*/ 3354 h 3617"/>
                <a:gd name="connsiteX65" fmla="*/ 3624 w 7224"/>
                <a:gd name="connsiteY65" fmla="*/ 3330 h 3617"/>
                <a:gd name="connsiteX66" fmla="*/ 3522 w 7224"/>
                <a:gd name="connsiteY66" fmla="*/ 3318 h 3617"/>
                <a:gd name="connsiteX67" fmla="*/ 3420 w 7224"/>
                <a:gd name="connsiteY67" fmla="*/ 3318 h 3617"/>
                <a:gd name="connsiteX68" fmla="*/ 3318 w 7224"/>
                <a:gd name="connsiteY68" fmla="*/ 3318 h 3617"/>
                <a:gd name="connsiteX69" fmla="*/ 3216 w 7224"/>
                <a:gd name="connsiteY69" fmla="*/ 3312 h 3617"/>
                <a:gd name="connsiteX70" fmla="*/ 3108 w 7224"/>
                <a:gd name="connsiteY70" fmla="*/ 3294 h 3617"/>
                <a:gd name="connsiteX71" fmla="*/ 3006 w 7224"/>
                <a:gd name="connsiteY71" fmla="*/ 3270 h 3617"/>
                <a:gd name="connsiteX72" fmla="*/ 2904 w 7224"/>
                <a:gd name="connsiteY72" fmla="*/ 3234 h 3617"/>
                <a:gd name="connsiteX73" fmla="*/ 2802 w 7224"/>
                <a:gd name="connsiteY73" fmla="*/ 3210 h 3617"/>
                <a:gd name="connsiteX74" fmla="*/ 2700 w 7224"/>
                <a:gd name="connsiteY74" fmla="*/ 3204 h 3617"/>
                <a:gd name="connsiteX75" fmla="*/ 2598 w 7224"/>
                <a:gd name="connsiteY75" fmla="*/ 3174 h 3617"/>
                <a:gd name="connsiteX76" fmla="*/ 2520 w 7224"/>
                <a:gd name="connsiteY76" fmla="*/ 3072 h 3617"/>
                <a:gd name="connsiteX77" fmla="*/ 2478 w 7224"/>
                <a:gd name="connsiteY77" fmla="*/ 2970 h 3617"/>
                <a:gd name="connsiteX78" fmla="*/ 2412 w 7224"/>
                <a:gd name="connsiteY78" fmla="*/ 2868 h 3617"/>
                <a:gd name="connsiteX79" fmla="*/ 2310 w 7224"/>
                <a:gd name="connsiteY79" fmla="*/ 2784 h 3617"/>
                <a:gd name="connsiteX80" fmla="*/ 2208 w 7224"/>
                <a:gd name="connsiteY80" fmla="*/ 2730 h 3617"/>
                <a:gd name="connsiteX81" fmla="*/ 2106 w 7224"/>
                <a:gd name="connsiteY81" fmla="*/ 2712 h 3617"/>
                <a:gd name="connsiteX82" fmla="*/ 2004 w 7224"/>
                <a:gd name="connsiteY82" fmla="*/ 2682 h 3617"/>
                <a:gd name="connsiteX83" fmla="*/ 1902 w 7224"/>
                <a:gd name="connsiteY83" fmla="*/ 2640 h 3617"/>
                <a:gd name="connsiteX84" fmla="*/ 1794 w 7224"/>
                <a:gd name="connsiteY84" fmla="*/ 2598 h 3617"/>
                <a:gd name="connsiteX85" fmla="*/ 1692 w 7224"/>
                <a:gd name="connsiteY85" fmla="*/ 2562 h 3617"/>
                <a:gd name="connsiteX86" fmla="*/ 1590 w 7224"/>
                <a:gd name="connsiteY86" fmla="*/ 2484 h 3617"/>
                <a:gd name="connsiteX87" fmla="*/ 1584 w 7224"/>
                <a:gd name="connsiteY87" fmla="*/ 2382 h 3617"/>
                <a:gd name="connsiteX88" fmla="*/ 1638 w 7224"/>
                <a:gd name="connsiteY88" fmla="*/ 2280 h 3617"/>
                <a:gd name="connsiteX89" fmla="*/ 1680 w 7224"/>
                <a:gd name="connsiteY89" fmla="*/ 2178 h 3617"/>
                <a:gd name="connsiteX90" fmla="*/ 1662 w 7224"/>
                <a:gd name="connsiteY90" fmla="*/ 2076 h 3617"/>
                <a:gd name="connsiteX91" fmla="*/ 1626 w 7224"/>
                <a:gd name="connsiteY91" fmla="*/ 1974 h 3617"/>
                <a:gd name="connsiteX92" fmla="*/ 1584 w 7224"/>
                <a:gd name="connsiteY92" fmla="*/ 1872 h 3617"/>
                <a:gd name="connsiteX93" fmla="*/ 1506 w 7224"/>
                <a:gd name="connsiteY93" fmla="*/ 1770 h 3617"/>
                <a:gd name="connsiteX94" fmla="*/ 1404 w 7224"/>
                <a:gd name="connsiteY94" fmla="*/ 1692 h 3617"/>
                <a:gd name="connsiteX95" fmla="*/ 1302 w 7224"/>
                <a:gd name="connsiteY95" fmla="*/ 1656 h 3617"/>
                <a:gd name="connsiteX96" fmla="*/ 1224 w 7224"/>
                <a:gd name="connsiteY96" fmla="*/ 1554 h 3617"/>
                <a:gd name="connsiteX97" fmla="*/ 1176 w 7224"/>
                <a:gd name="connsiteY97" fmla="*/ 1452 h 3617"/>
                <a:gd name="connsiteX98" fmla="*/ 1074 w 7224"/>
                <a:gd name="connsiteY98" fmla="*/ 1386 h 3617"/>
                <a:gd name="connsiteX99" fmla="*/ 966 w 7224"/>
                <a:gd name="connsiteY99" fmla="*/ 1422 h 3617"/>
                <a:gd name="connsiteX100" fmla="*/ 864 w 7224"/>
                <a:gd name="connsiteY100" fmla="*/ 1470 h 3617"/>
                <a:gd name="connsiteX101" fmla="*/ 762 w 7224"/>
                <a:gd name="connsiteY101" fmla="*/ 1542 h 3617"/>
                <a:gd name="connsiteX102" fmla="*/ 660 w 7224"/>
                <a:gd name="connsiteY102" fmla="*/ 1632 h 3617"/>
                <a:gd name="connsiteX103" fmla="*/ 618 w 7224"/>
                <a:gd name="connsiteY103" fmla="*/ 1734 h 3617"/>
                <a:gd name="connsiteX104" fmla="*/ 582 w 7224"/>
                <a:gd name="connsiteY104" fmla="*/ 1836 h 3617"/>
                <a:gd name="connsiteX105" fmla="*/ 480 w 7224"/>
                <a:gd name="connsiteY105" fmla="*/ 1908 h 3617"/>
                <a:gd name="connsiteX106" fmla="*/ 378 w 7224"/>
                <a:gd name="connsiteY106" fmla="*/ 1896 h 3617"/>
                <a:gd name="connsiteX107" fmla="*/ 276 w 7224"/>
                <a:gd name="connsiteY107" fmla="*/ 1818 h 3617"/>
                <a:gd name="connsiteX108" fmla="*/ 174 w 7224"/>
                <a:gd name="connsiteY108" fmla="*/ 1800 h 3617"/>
                <a:gd name="connsiteX109" fmla="*/ 36 w 7224"/>
                <a:gd name="connsiteY109" fmla="*/ 1916 h 3617"/>
                <a:gd name="connsiteX110" fmla="*/ 0 w 7224"/>
                <a:gd name="connsiteY110" fmla="*/ 2054 h 3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7224" h="3617">
                  <a:moveTo>
                    <a:pt x="7008" y="0"/>
                  </a:moveTo>
                  <a:cubicBezTo>
                    <a:pt x="7001" y="20"/>
                    <a:pt x="6986" y="66"/>
                    <a:pt x="6966" y="108"/>
                  </a:cubicBezTo>
                  <a:cubicBezTo>
                    <a:pt x="6946" y="150"/>
                    <a:pt x="6896" y="172"/>
                    <a:pt x="6906" y="210"/>
                  </a:cubicBezTo>
                  <a:cubicBezTo>
                    <a:pt x="6916" y="248"/>
                    <a:pt x="6985" y="262"/>
                    <a:pt x="7014" y="300"/>
                  </a:cubicBezTo>
                  <a:cubicBezTo>
                    <a:pt x="7043" y="338"/>
                    <a:pt x="7060" y="361"/>
                    <a:pt x="7050" y="402"/>
                  </a:cubicBezTo>
                  <a:cubicBezTo>
                    <a:pt x="7040" y="443"/>
                    <a:pt x="6991" y="462"/>
                    <a:pt x="6966" y="504"/>
                  </a:cubicBezTo>
                  <a:cubicBezTo>
                    <a:pt x="6941" y="546"/>
                    <a:pt x="6932" y="570"/>
                    <a:pt x="6924" y="612"/>
                  </a:cubicBezTo>
                  <a:cubicBezTo>
                    <a:pt x="6916" y="654"/>
                    <a:pt x="6925" y="673"/>
                    <a:pt x="6924" y="714"/>
                  </a:cubicBezTo>
                  <a:cubicBezTo>
                    <a:pt x="6923" y="755"/>
                    <a:pt x="6922" y="775"/>
                    <a:pt x="6918" y="816"/>
                  </a:cubicBezTo>
                  <a:cubicBezTo>
                    <a:pt x="6914" y="857"/>
                    <a:pt x="6920" y="877"/>
                    <a:pt x="6906" y="918"/>
                  </a:cubicBezTo>
                  <a:cubicBezTo>
                    <a:pt x="6892" y="959"/>
                    <a:pt x="6878" y="984"/>
                    <a:pt x="6846" y="1020"/>
                  </a:cubicBezTo>
                  <a:cubicBezTo>
                    <a:pt x="6814" y="1056"/>
                    <a:pt x="6785" y="1070"/>
                    <a:pt x="6744" y="1098"/>
                  </a:cubicBezTo>
                  <a:cubicBezTo>
                    <a:pt x="6703" y="1126"/>
                    <a:pt x="6683" y="1154"/>
                    <a:pt x="6642" y="1158"/>
                  </a:cubicBezTo>
                  <a:cubicBezTo>
                    <a:pt x="6601" y="1162"/>
                    <a:pt x="6578" y="1104"/>
                    <a:pt x="6540" y="1116"/>
                  </a:cubicBezTo>
                  <a:cubicBezTo>
                    <a:pt x="6502" y="1128"/>
                    <a:pt x="6475" y="1177"/>
                    <a:pt x="6450" y="1218"/>
                  </a:cubicBezTo>
                  <a:cubicBezTo>
                    <a:pt x="6425" y="1259"/>
                    <a:pt x="6424" y="1279"/>
                    <a:pt x="6414" y="1320"/>
                  </a:cubicBezTo>
                  <a:cubicBezTo>
                    <a:pt x="6404" y="1361"/>
                    <a:pt x="6404" y="1381"/>
                    <a:pt x="6402" y="1422"/>
                  </a:cubicBezTo>
                  <a:cubicBezTo>
                    <a:pt x="6400" y="1463"/>
                    <a:pt x="6400" y="1483"/>
                    <a:pt x="6402" y="1524"/>
                  </a:cubicBezTo>
                  <a:cubicBezTo>
                    <a:pt x="6404" y="1565"/>
                    <a:pt x="6391" y="1600"/>
                    <a:pt x="6414" y="1626"/>
                  </a:cubicBezTo>
                  <a:cubicBezTo>
                    <a:pt x="6437" y="1652"/>
                    <a:pt x="6475" y="1658"/>
                    <a:pt x="6516" y="1656"/>
                  </a:cubicBezTo>
                  <a:cubicBezTo>
                    <a:pt x="6557" y="1654"/>
                    <a:pt x="6576" y="1622"/>
                    <a:pt x="6618" y="1614"/>
                  </a:cubicBezTo>
                  <a:cubicBezTo>
                    <a:pt x="6660" y="1606"/>
                    <a:pt x="6684" y="1615"/>
                    <a:pt x="6726" y="1614"/>
                  </a:cubicBezTo>
                  <a:cubicBezTo>
                    <a:pt x="6768" y="1613"/>
                    <a:pt x="6787" y="1609"/>
                    <a:pt x="6828" y="1608"/>
                  </a:cubicBezTo>
                  <a:cubicBezTo>
                    <a:pt x="6869" y="1607"/>
                    <a:pt x="6889" y="1600"/>
                    <a:pt x="6930" y="1608"/>
                  </a:cubicBezTo>
                  <a:cubicBezTo>
                    <a:pt x="6971" y="1616"/>
                    <a:pt x="6991" y="1622"/>
                    <a:pt x="7032" y="1650"/>
                  </a:cubicBezTo>
                  <a:cubicBezTo>
                    <a:pt x="7073" y="1678"/>
                    <a:pt x="7096" y="1706"/>
                    <a:pt x="7134" y="1746"/>
                  </a:cubicBezTo>
                  <a:cubicBezTo>
                    <a:pt x="7172" y="1786"/>
                    <a:pt x="7226" y="1818"/>
                    <a:pt x="7224" y="1848"/>
                  </a:cubicBezTo>
                  <a:cubicBezTo>
                    <a:pt x="7222" y="1878"/>
                    <a:pt x="7163" y="1883"/>
                    <a:pt x="7122" y="1896"/>
                  </a:cubicBezTo>
                  <a:cubicBezTo>
                    <a:pt x="7081" y="1909"/>
                    <a:pt x="7061" y="1902"/>
                    <a:pt x="7020" y="1914"/>
                  </a:cubicBezTo>
                  <a:cubicBezTo>
                    <a:pt x="6979" y="1926"/>
                    <a:pt x="6959" y="1936"/>
                    <a:pt x="6918" y="1956"/>
                  </a:cubicBezTo>
                  <a:cubicBezTo>
                    <a:pt x="6877" y="1976"/>
                    <a:pt x="6857" y="1987"/>
                    <a:pt x="6816" y="2016"/>
                  </a:cubicBezTo>
                  <a:cubicBezTo>
                    <a:pt x="6775" y="2045"/>
                    <a:pt x="6754" y="2062"/>
                    <a:pt x="6714" y="2100"/>
                  </a:cubicBezTo>
                  <a:cubicBezTo>
                    <a:pt x="6674" y="2138"/>
                    <a:pt x="6653" y="2166"/>
                    <a:pt x="6618" y="2208"/>
                  </a:cubicBezTo>
                  <a:cubicBezTo>
                    <a:pt x="6583" y="2250"/>
                    <a:pt x="6576" y="2280"/>
                    <a:pt x="6540" y="2310"/>
                  </a:cubicBezTo>
                  <a:cubicBezTo>
                    <a:pt x="6504" y="2340"/>
                    <a:pt x="6479" y="2341"/>
                    <a:pt x="6438" y="2358"/>
                  </a:cubicBezTo>
                  <a:cubicBezTo>
                    <a:pt x="6397" y="2375"/>
                    <a:pt x="6377" y="2370"/>
                    <a:pt x="6336" y="2394"/>
                  </a:cubicBezTo>
                  <a:cubicBezTo>
                    <a:pt x="6295" y="2418"/>
                    <a:pt x="6275" y="2444"/>
                    <a:pt x="6234" y="2478"/>
                  </a:cubicBezTo>
                  <a:cubicBezTo>
                    <a:pt x="6193" y="2512"/>
                    <a:pt x="6173" y="2538"/>
                    <a:pt x="6132" y="2562"/>
                  </a:cubicBezTo>
                  <a:cubicBezTo>
                    <a:pt x="6091" y="2586"/>
                    <a:pt x="6071" y="2598"/>
                    <a:pt x="6030" y="2598"/>
                  </a:cubicBezTo>
                  <a:cubicBezTo>
                    <a:pt x="5989" y="2598"/>
                    <a:pt x="5969" y="2573"/>
                    <a:pt x="5928" y="2562"/>
                  </a:cubicBezTo>
                  <a:cubicBezTo>
                    <a:pt x="5887" y="2551"/>
                    <a:pt x="5861" y="2527"/>
                    <a:pt x="5826" y="2544"/>
                  </a:cubicBezTo>
                  <a:cubicBezTo>
                    <a:pt x="5791" y="2561"/>
                    <a:pt x="5767" y="2604"/>
                    <a:pt x="5754" y="2646"/>
                  </a:cubicBezTo>
                  <a:cubicBezTo>
                    <a:pt x="5741" y="2688"/>
                    <a:pt x="5750" y="2712"/>
                    <a:pt x="5760" y="2754"/>
                  </a:cubicBezTo>
                  <a:cubicBezTo>
                    <a:pt x="5770" y="2796"/>
                    <a:pt x="5801" y="2815"/>
                    <a:pt x="5802" y="2856"/>
                  </a:cubicBezTo>
                  <a:cubicBezTo>
                    <a:pt x="5803" y="2897"/>
                    <a:pt x="5794" y="2920"/>
                    <a:pt x="5766" y="2958"/>
                  </a:cubicBezTo>
                  <a:cubicBezTo>
                    <a:pt x="5738" y="2996"/>
                    <a:pt x="5704" y="3010"/>
                    <a:pt x="5664" y="3048"/>
                  </a:cubicBezTo>
                  <a:cubicBezTo>
                    <a:pt x="5624" y="3086"/>
                    <a:pt x="5608" y="3112"/>
                    <a:pt x="5568" y="3150"/>
                  </a:cubicBezTo>
                  <a:cubicBezTo>
                    <a:pt x="5528" y="3188"/>
                    <a:pt x="5507" y="3210"/>
                    <a:pt x="5466" y="3240"/>
                  </a:cubicBezTo>
                  <a:cubicBezTo>
                    <a:pt x="5425" y="3270"/>
                    <a:pt x="5405" y="3286"/>
                    <a:pt x="5364" y="3300"/>
                  </a:cubicBezTo>
                  <a:cubicBezTo>
                    <a:pt x="5323" y="3314"/>
                    <a:pt x="5303" y="3306"/>
                    <a:pt x="5262" y="3312"/>
                  </a:cubicBezTo>
                  <a:cubicBezTo>
                    <a:pt x="5221" y="3318"/>
                    <a:pt x="5201" y="3320"/>
                    <a:pt x="5160" y="3330"/>
                  </a:cubicBezTo>
                  <a:cubicBezTo>
                    <a:pt x="5119" y="3340"/>
                    <a:pt x="5099" y="3348"/>
                    <a:pt x="5058" y="3360"/>
                  </a:cubicBezTo>
                  <a:cubicBezTo>
                    <a:pt x="5017" y="3372"/>
                    <a:pt x="4997" y="3376"/>
                    <a:pt x="4956" y="3390"/>
                  </a:cubicBezTo>
                  <a:cubicBezTo>
                    <a:pt x="4915" y="3404"/>
                    <a:pt x="4895" y="3413"/>
                    <a:pt x="4854" y="3432"/>
                  </a:cubicBezTo>
                  <a:cubicBezTo>
                    <a:pt x="4813" y="3451"/>
                    <a:pt x="4794" y="3467"/>
                    <a:pt x="4752" y="3486"/>
                  </a:cubicBezTo>
                  <a:cubicBezTo>
                    <a:pt x="4710" y="3505"/>
                    <a:pt x="4686" y="3509"/>
                    <a:pt x="4644" y="3528"/>
                  </a:cubicBezTo>
                  <a:cubicBezTo>
                    <a:pt x="4602" y="3547"/>
                    <a:pt x="4583" y="3565"/>
                    <a:pt x="4542" y="3582"/>
                  </a:cubicBezTo>
                  <a:cubicBezTo>
                    <a:pt x="4501" y="3599"/>
                    <a:pt x="4481" y="3606"/>
                    <a:pt x="4440" y="3612"/>
                  </a:cubicBezTo>
                  <a:cubicBezTo>
                    <a:pt x="4399" y="3618"/>
                    <a:pt x="4379" y="3620"/>
                    <a:pt x="4338" y="3612"/>
                  </a:cubicBezTo>
                  <a:cubicBezTo>
                    <a:pt x="4297" y="3604"/>
                    <a:pt x="4277" y="3584"/>
                    <a:pt x="4236" y="3570"/>
                  </a:cubicBezTo>
                  <a:cubicBezTo>
                    <a:pt x="4195" y="3556"/>
                    <a:pt x="4175" y="3551"/>
                    <a:pt x="4134" y="3540"/>
                  </a:cubicBezTo>
                  <a:cubicBezTo>
                    <a:pt x="4093" y="3529"/>
                    <a:pt x="4073" y="3528"/>
                    <a:pt x="4032" y="3516"/>
                  </a:cubicBezTo>
                  <a:cubicBezTo>
                    <a:pt x="3991" y="3504"/>
                    <a:pt x="3971" y="3500"/>
                    <a:pt x="3930" y="3480"/>
                  </a:cubicBezTo>
                  <a:cubicBezTo>
                    <a:pt x="3889" y="3460"/>
                    <a:pt x="3869" y="3439"/>
                    <a:pt x="3828" y="3414"/>
                  </a:cubicBezTo>
                  <a:cubicBezTo>
                    <a:pt x="3787" y="3389"/>
                    <a:pt x="3767" y="3371"/>
                    <a:pt x="3726" y="3354"/>
                  </a:cubicBezTo>
                  <a:cubicBezTo>
                    <a:pt x="3685" y="3337"/>
                    <a:pt x="3665" y="3337"/>
                    <a:pt x="3624" y="3330"/>
                  </a:cubicBezTo>
                  <a:cubicBezTo>
                    <a:pt x="3583" y="3323"/>
                    <a:pt x="3563" y="3320"/>
                    <a:pt x="3522" y="3318"/>
                  </a:cubicBezTo>
                  <a:cubicBezTo>
                    <a:pt x="3481" y="3316"/>
                    <a:pt x="3461" y="3318"/>
                    <a:pt x="3420" y="3318"/>
                  </a:cubicBezTo>
                  <a:cubicBezTo>
                    <a:pt x="3379" y="3318"/>
                    <a:pt x="3359" y="3319"/>
                    <a:pt x="3318" y="3318"/>
                  </a:cubicBezTo>
                  <a:cubicBezTo>
                    <a:pt x="3277" y="3317"/>
                    <a:pt x="3258" y="3317"/>
                    <a:pt x="3216" y="3312"/>
                  </a:cubicBezTo>
                  <a:cubicBezTo>
                    <a:pt x="3174" y="3307"/>
                    <a:pt x="3150" y="3302"/>
                    <a:pt x="3108" y="3294"/>
                  </a:cubicBezTo>
                  <a:cubicBezTo>
                    <a:pt x="3066" y="3286"/>
                    <a:pt x="3047" y="3282"/>
                    <a:pt x="3006" y="3270"/>
                  </a:cubicBezTo>
                  <a:cubicBezTo>
                    <a:pt x="2965" y="3258"/>
                    <a:pt x="2945" y="3246"/>
                    <a:pt x="2904" y="3234"/>
                  </a:cubicBezTo>
                  <a:cubicBezTo>
                    <a:pt x="2863" y="3222"/>
                    <a:pt x="2843" y="3216"/>
                    <a:pt x="2802" y="3210"/>
                  </a:cubicBezTo>
                  <a:cubicBezTo>
                    <a:pt x="2761" y="3204"/>
                    <a:pt x="2741" y="3211"/>
                    <a:pt x="2700" y="3204"/>
                  </a:cubicBezTo>
                  <a:cubicBezTo>
                    <a:pt x="2659" y="3197"/>
                    <a:pt x="2634" y="3200"/>
                    <a:pt x="2598" y="3174"/>
                  </a:cubicBezTo>
                  <a:cubicBezTo>
                    <a:pt x="2562" y="3148"/>
                    <a:pt x="2544" y="3113"/>
                    <a:pt x="2520" y="3072"/>
                  </a:cubicBezTo>
                  <a:cubicBezTo>
                    <a:pt x="2496" y="3031"/>
                    <a:pt x="2500" y="3011"/>
                    <a:pt x="2478" y="2970"/>
                  </a:cubicBezTo>
                  <a:cubicBezTo>
                    <a:pt x="2456" y="2929"/>
                    <a:pt x="2446" y="2905"/>
                    <a:pt x="2412" y="2868"/>
                  </a:cubicBezTo>
                  <a:cubicBezTo>
                    <a:pt x="2378" y="2831"/>
                    <a:pt x="2351" y="2812"/>
                    <a:pt x="2310" y="2784"/>
                  </a:cubicBezTo>
                  <a:cubicBezTo>
                    <a:pt x="2269" y="2756"/>
                    <a:pt x="2249" y="2744"/>
                    <a:pt x="2208" y="2730"/>
                  </a:cubicBezTo>
                  <a:cubicBezTo>
                    <a:pt x="2167" y="2716"/>
                    <a:pt x="2147" y="2722"/>
                    <a:pt x="2106" y="2712"/>
                  </a:cubicBezTo>
                  <a:cubicBezTo>
                    <a:pt x="2065" y="2702"/>
                    <a:pt x="2045" y="2696"/>
                    <a:pt x="2004" y="2682"/>
                  </a:cubicBezTo>
                  <a:cubicBezTo>
                    <a:pt x="1963" y="2668"/>
                    <a:pt x="1944" y="2657"/>
                    <a:pt x="1902" y="2640"/>
                  </a:cubicBezTo>
                  <a:cubicBezTo>
                    <a:pt x="1860" y="2623"/>
                    <a:pt x="1836" y="2614"/>
                    <a:pt x="1794" y="2598"/>
                  </a:cubicBezTo>
                  <a:cubicBezTo>
                    <a:pt x="1752" y="2582"/>
                    <a:pt x="1733" y="2585"/>
                    <a:pt x="1692" y="2562"/>
                  </a:cubicBezTo>
                  <a:cubicBezTo>
                    <a:pt x="1651" y="2539"/>
                    <a:pt x="1612" y="2520"/>
                    <a:pt x="1590" y="2484"/>
                  </a:cubicBezTo>
                  <a:cubicBezTo>
                    <a:pt x="1568" y="2448"/>
                    <a:pt x="1574" y="2423"/>
                    <a:pt x="1584" y="2382"/>
                  </a:cubicBezTo>
                  <a:cubicBezTo>
                    <a:pt x="1594" y="2341"/>
                    <a:pt x="1619" y="2321"/>
                    <a:pt x="1638" y="2280"/>
                  </a:cubicBezTo>
                  <a:cubicBezTo>
                    <a:pt x="1657" y="2239"/>
                    <a:pt x="1675" y="2219"/>
                    <a:pt x="1680" y="2178"/>
                  </a:cubicBezTo>
                  <a:cubicBezTo>
                    <a:pt x="1685" y="2137"/>
                    <a:pt x="1673" y="2117"/>
                    <a:pt x="1662" y="2076"/>
                  </a:cubicBezTo>
                  <a:cubicBezTo>
                    <a:pt x="1651" y="2035"/>
                    <a:pt x="1642" y="2015"/>
                    <a:pt x="1626" y="1974"/>
                  </a:cubicBezTo>
                  <a:cubicBezTo>
                    <a:pt x="1610" y="1933"/>
                    <a:pt x="1608" y="1913"/>
                    <a:pt x="1584" y="1872"/>
                  </a:cubicBezTo>
                  <a:cubicBezTo>
                    <a:pt x="1560" y="1831"/>
                    <a:pt x="1542" y="1806"/>
                    <a:pt x="1506" y="1770"/>
                  </a:cubicBezTo>
                  <a:cubicBezTo>
                    <a:pt x="1470" y="1734"/>
                    <a:pt x="1445" y="1715"/>
                    <a:pt x="1404" y="1692"/>
                  </a:cubicBezTo>
                  <a:cubicBezTo>
                    <a:pt x="1363" y="1669"/>
                    <a:pt x="1338" y="1684"/>
                    <a:pt x="1302" y="1656"/>
                  </a:cubicBezTo>
                  <a:cubicBezTo>
                    <a:pt x="1266" y="1628"/>
                    <a:pt x="1249" y="1595"/>
                    <a:pt x="1224" y="1554"/>
                  </a:cubicBezTo>
                  <a:cubicBezTo>
                    <a:pt x="1199" y="1513"/>
                    <a:pt x="1206" y="1486"/>
                    <a:pt x="1176" y="1452"/>
                  </a:cubicBezTo>
                  <a:cubicBezTo>
                    <a:pt x="1146" y="1418"/>
                    <a:pt x="1116" y="1392"/>
                    <a:pt x="1074" y="1386"/>
                  </a:cubicBezTo>
                  <a:cubicBezTo>
                    <a:pt x="1032" y="1380"/>
                    <a:pt x="1008" y="1405"/>
                    <a:pt x="966" y="1422"/>
                  </a:cubicBezTo>
                  <a:cubicBezTo>
                    <a:pt x="924" y="1439"/>
                    <a:pt x="905" y="1446"/>
                    <a:pt x="864" y="1470"/>
                  </a:cubicBezTo>
                  <a:cubicBezTo>
                    <a:pt x="823" y="1494"/>
                    <a:pt x="803" y="1510"/>
                    <a:pt x="762" y="1542"/>
                  </a:cubicBezTo>
                  <a:cubicBezTo>
                    <a:pt x="721" y="1574"/>
                    <a:pt x="689" y="1594"/>
                    <a:pt x="660" y="1632"/>
                  </a:cubicBezTo>
                  <a:cubicBezTo>
                    <a:pt x="631" y="1670"/>
                    <a:pt x="634" y="1693"/>
                    <a:pt x="618" y="1734"/>
                  </a:cubicBezTo>
                  <a:cubicBezTo>
                    <a:pt x="602" y="1775"/>
                    <a:pt x="610" y="1801"/>
                    <a:pt x="582" y="1836"/>
                  </a:cubicBezTo>
                  <a:cubicBezTo>
                    <a:pt x="554" y="1871"/>
                    <a:pt x="521" y="1896"/>
                    <a:pt x="480" y="1908"/>
                  </a:cubicBezTo>
                  <a:cubicBezTo>
                    <a:pt x="439" y="1920"/>
                    <a:pt x="419" y="1914"/>
                    <a:pt x="378" y="1896"/>
                  </a:cubicBezTo>
                  <a:cubicBezTo>
                    <a:pt x="337" y="1878"/>
                    <a:pt x="317" y="1837"/>
                    <a:pt x="276" y="1818"/>
                  </a:cubicBezTo>
                  <a:cubicBezTo>
                    <a:pt x="235" y="1799"/>
                    <a:pt x="205" y="1782"/>
                    <a:pt x="174" y="1800"/>
                  </a:cubicBezTo>
                  <a:cubicBezTo>
                    <a:pt x="143" y="1818"/>
                    <a:pt x="50" y="1870"/>
                    <a:pt x="36" y="1916"/>
                  </a:cubicBezTo>
                  <a:cubicBezTo>
                    <a:pt x="22" y="1962"/>
                    <a:pt x="3" y="2032"/>
                    <a:pt x="0" y="20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260" y="2501"/>
              <a:ext cx="2288" cy="2526"/>
            </a:xfrm>
            <a:custGeom>
              <a:avLst/>
              <a:gdLst>
                <a:gd name="connisteX0" fmla="*/ 1452597 w 1452597"/>
                <a:gd name="connsiteY0" fmla="*/ 0 h 1604010"/>
                <a:gd name="connisteX1" fmla="*/ 1403067 w 1452597"/>
                <a:gd name="connsiteY1" fmla="*/ 64770 h 1604010"/>
                <a:gd name="connisteX2" fmla="*/ 1387827 w 1452597"/>
                <a:gd name="connsiteY2" fmla="*/ 129540 h 1604010"/>
                <a:gd name="connisteX3" fmla="*/ 1323057 w 1452597"/>
                <a:gd name="connsiteY3" fmla="*/ 175260 h 1604010"/>
                <a:gd name="connisteX4" fmla="*/ 1258287 w 1452597"/>
                <a:gd name="connsiteY4" fmla="*/ 160020 h 1604010"/>
                <a:gd name="connisteX5" fmla="*/ 1193517 w 1452597"/>
                <a:gd name="connsiteY5" fmla="*/ 152400 h 1604010"/>
                <a:gd name="connisteX6" fmla="*/ 1124937 w 1452597"/>
                <a:gd name="connsiteY6" fmla="*/ 144780 h 1604010"/>
                <a:gd name="connisteX7" fmla="*/ 1071597 w 1452597"/>
                <a:gd name="connsiteY7" fmla="*/ 213360 h 1604010"/>
                <a:gd name="connisteX8" fmla="*/ 1094457 w 1452597"/>
                <a:gd name="connsiteY8" fmla="*/ 278130 h 1604010"/>
                <a:gd name="connisteX9" fmla="*/ 1105887 w 1452597"/>
                <a:gd name="connsiteY9" fmla="*/ 342900 h 1604010"/>
                <a:gd name="connisteX10" fmla="*/ 1098267 w 1452597"/>
                <a:gd name="connsiteY10" fmla="*/ 407670 h 1604010"/>
                <a:gd name="connisteX11" fmla="*/ 1056357 w 1452597"/>
                <a:gd name="connsiteY11" fmla="*/ 472440 h 1604010"/>
                <a:gd name="connisteX12" fmla="*/ 1018257 w 1452597"/>
                <a:gd name="connsiteY12" fmla="*/ 537210 h 1604010"/>
                <a:gd name="connisteX13" fmla="*/ 980157 w 1452597"/>
                <a:gd name="connsiteY13" fmla="*/ 601980 h 1604010"/>
                <a:gd name="connisteX14" fmla="*/ 919197 w 1452597"/>
                <a:gd name="connsiteY14" fmla="*/ 666750 h 1604010"/>
                <a:gd name="connisteX15" fmla="*/ 854427 w 1452597"/>
                <a:gd name="connsiteY15" fmla="*/ 693420 h 1604010"/>
                <a:gd name="connisteX16" fmla="*/ 789657 w 1452597"/>
                <a:gd name="connsiteY16" fmla="*/ 708660 h 1604010"/>
                <a:gd name="connisteX17" fmla="*/ 724887 w 1452597"/>
                <a:gd name="connsiteY17" fmla="*/ 739140 h 1604010"/>
                <a:gd name="connisteX18" fmla="*/ 660117 w 1452597"/>
                <a:gd name="connsiteY18" fmla="*/ 754380 h 1604010"/>
                <a:gd name="connisteX19" fmla="*/ 595347 w 1452597"/>
                <a:gd name="connsiteY19" fmla="*/ 769620 h 1604010"/>
                <a:gd name="connisteX20" fmla="*/ 530577 w 1452597"/>
                <a:gd name="connsiteY20" fmla="*/ 784860 h 1604010"/>
                <a:gd name="connisteX21" fmla="*/ 465807 w 1452597"/>
                <a:gd name="connsiteY21" fmla="*/ 792480 h 1604010"/>
                <a:gd name="connisteX22" fmla="*/ 401037 w 1452597"/>
                <a:gd name="connsiteY22" fmla="*/ 830580 h 1604010"/>
                <a:gd name="connisteX23" fmla="*/ 336267 w 1452597"/>
                <a:gd name="connsiteY23" fmla="*/ 834390 h 1604010"/>
                <a:gd name="connisteX24" fmla="*/ 271497 w 1452597"/>
                <a:gd name="connsiteY24" fmla="*/ 788670 h 1604010"/>
                <a:gd name="connisteX25" fmla="*/ 206727 w 1452597"/>
                <a:gd name="connsiteY25" fmla="*/ 784860 h 1604010"/>
                <a:gd name="connisteX26" fmla="*/ 141957 w 1452597"/>
                <a:gd name="connsiteY26" fmla="*/ 819150 h 1604010"/>
                <a:gd name="connisteX27" fmla="*/ 77187 w 1452597"/>
                <a:gd name="connsiteY27" fmla="*/ 834390 h 1604010"/>
                <a:gd name="connisteX28" fmla="*/ 54327 w 1452597"/>
                <a:gd name="connsiteY28" fmla="*/ 899160 h 1604010"/>
                <a:gd name="connisteX29" fmla="*/ 20037 w 1452597"/>
                <a:gd name="connsiteY29" fmla="*/ 963930 h 1604010"/>
                <a:gd name="connisteX30" fmla="*/ 987 w 1452597"/>
                <a:gd name="connsiteY30" fmla="*/ 1028700 h 1604010"/>
                <a:gd name="connisteX31" fmla="*/ 12417 w 1452597"/>
                <a:gd name="connsiteY31" fmla="*/ 1093470 h 1604010"/>
                <a:gd name="connisteX32" fmla="*/ 77187 w 1452597"/>
                <a:gd name="connsiteY32" fmla="*/ 1123950 h 1604010"/>
                <a:gd name="connisteX33" fmla="*/ 141957 w 1452597"/>
                <a:gd name="connsiteY33" fmla="*/ 1177290 h 1604010"/>
                <a:gd name="connisteX34" fmla="*/ 145767 w 1452597"/>
                <a:gd name="connsiteY34" fmla="*/ 1242060 h 1604010"/>
                <a:gd name="connisteX35" fmla="*/ 141957 w 1452597"/>
                <a:gd name="connsiteY35" fmla="*/ 1306830 h 1604010"/>
                <a:gd name="connisteX36" fmla="*/ 77187 w 1452597"/>
                <a:gd name="connsiteY36" fmla="*/ 1348740 h 1604010"/>
                <a:gd name="connisteX37" fmla="*/ 50517 w 1452597"/>
                <a:gd name="connsiteY37" fmla="*/ 1413510 h 1604010"/>
                <a:gd name="connisteX38" fmla="*/ 115287 w 1452597"/>
                <a:gd name="connsiteY38" fmla="*/ 1451610 h 1604010"/>
                <a:gd name="connisteX39" fmla="*/ 180057 w 1452597"/>
                <a:gd name="connsiteY39" fmla="*/ 1497330 h 1604010"/>
                <a:gd name="connisteX40" fmla="*/ 206727 w 1452597"/>
                <a:gd name="connsiteY40" fmla="*/ 1562100 h 1604010"/>
                <a:gd name="connisteX41" fmla="*/ 218157 w 1452597"/>
                <a:gd name="connsiteY41" fmla="*/ 1604010 h 16040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</a:cxnLst>
              <a:rect l="l" t="t" r="r" b="b"/>
              <a:pathLst>
                <a:path w="1452598" h="1604010">
                  <a:moveTo>
                    <a:pt x="1452598" y="0"/>
                  </a:moveTo>
                  <a:cubicBezTo>
                    <a:pt x="1443073" y="11430"/>
                    <a:pt x="1415768" y="38735"/>
                    <a:pt x="1403068" y="64770"/>
                  </a:cubicBezTo>
                  <a:cubicBezTo>
                    <a:pt x="1390368" y="90805"/>
                    <a:pt x="1403703" y="107315"/>
                    <a:pt x="1387828" y="129540"/>
                  </a:cubicBezTo>
                  <a:cubicBezTo>
                    <a:pt x="1371953" y="151765"/>
                    <a:pt x="1349093" y="168910"/>
                    <a:pt x="1323058" y="175260"/>
                  </a:cubicBezTo>
                  <a:cubicBezTo>
                    <a:pt x="1297023" y="181610"/>
                    <a:pt x="1284323" y="164465"/>
                    <a:pt x="1258288" y="160020"/>
                  </a:cubicBezTo>
                  <a:cubicBezTo>
                    <a:pt x="1232253" y="155575"/>
                    <a:pt x="1220188" y="155575"/>
                    <a:pt x="1193518" y="152400"/>
                  </a:cubicBezTo>
                  <a:cubicBezTo>
                    <a:pt x="1166848" y="149225"/>
                    <a:pt x="1149068" y="132715"/>
                    <a:pt x="1124938" y="144780"/>
                  </a:cubicBezTo>
                  <a:cubicBezTo>
                    <a:pt x="1100808" y="156845"/>
                    <a:pt x="1077948" y="186690"/>
                    <a:pt x="1071598" y="213360"/>
                  </a:cubicBezTo>
                  <a:cubicBezTo>
                    <a:pt x="1065248" y="240030"/>
                    <a:pt x="1087473" y="252095"/>
                    <a:pt x="1094458" y="278130"/>
                  </a:cubicBezTo>
                  <a:cubicBezTo>
                    <a:pt x="1101443" y="304165"/>
                    <a:pt x="1105253" y="316865"/>
                    <a:pt x="1105888" y="342900"/>
                  </a:cubicBezTo>
                  <a:cubicBezTo>
                    <a:pt x="1106523" y="368935"/>
                    <a:pt x="1108428" y="381635"/>
                    <a:pt x="1098268" y="407670"/>
                  </a:cubicBezTo>
                  <a:cubicBezTo>
                    <a:pt x="1088108" y="433705"/>
                    <a:pt x="1072233" y="446405"/>
                    <a:pt x="1056358" y="472440"/>
                  </a:cubicBezTo>
                  <a:cubicBezTo>
                    <a:pt x="1040483" y="498475"/>
                    <a:pt x="1033498" y="511175"/>
                    <a:pt x="1018258" y="537210"/>
                  </a:cubicBezTo>
                  <a:cubicBezTo>
                    <a:pt x="1003018" y="563245"/>
                    <a:pt x="999843" y="575945"/>
                    <a:pt x="980158" y="601980"/>
                  </a:cubicBezTo>
                  <a:cubicBezTo>
                    <a:pt x="960473" y="628015"/>
                    <a:pt x="944598" y="648335"/>
                    <a:pt x="919198" y="666750"/>
                  </a:cubicBezTo>
                  <a:cubicBezTo>
                    <a:pt x="893798" y="685165"/>
                    <a:pt x="880463" y="685165"/>
                    <a:pt x="854428" y="693420"/>
                  </a:cubicBezTo>
                  <a:cubicBezTo>
                    <a:pt x="828393" y="701675"/>
                    <a:pt x="815693" y="699770"/>
                    <a:pt x="789658" y="708660"/>
                  </a:cubicBezTo>
                  <a:cubicBezTo>
                    <a:pt x="763623" y="717550"/>
                    <a:pt x="750923" y="730250"/>
                    <a:pt x="724888" y="739140"/>
                  </a:cubicBezTo>
                  <a:cubicBezTo>
                    <a:pt x="698853" y="748030"/>
                    <a:pt x="686153" y="748030"/>
                    <a:pt x="660118" y="754380"/>
                  </a:cubicBezTo>
                  <a:cubicBezTo>
                    <a:pt x="634083" y="760730"/>
                    <a:pt x="621383" y="763270"/>
                    <a:pt x="595348" y="769620"/>
                  </a:cubicBezTo>
                  <a:cubicBezTo>
                    <a:pt x="569313" y="775970"/>
                    <a:pt x="556613" y="780415"/>
                    <a:pt x="530578" y="784860"/>
                  </a:cubicBezTo>
                  <a:cubicBezTo>
                    <a:pt x="504543" y="789305"/>
                    <a:pt x="491843" y="783590"/>
                    <a:pt x="465808" y="792480"/>
                  </a:cubicBezTo>
                  <a:cubicBezTo>
                    <a:pt x="439773" y="801370"/>
                    <a:pt x="427073" y="822325"/>
                    <a:pt x="401038" y="830580"/>
                  </a:cubicBezTo>
                  <a:cubicBezTo>
                    <a:pt x="375003" y="838835"/>
                    <a:pt x="362303" y="842645"/>
                    <a:pt x="336268" y="834390"/>
                  </a:cubicBezTo>
                  <a:cubicBezTo>
                    <a:pt x="310233" y="826135"/>
                    <a:pt x="297533" y="798830"/>
                    <a:pt x="271498" y="788670"/>
                  </a:cubicBezTo>
                  <a:cubicBezTo>
                    <a:pt x="245463" y="778510"/>
                    <a:pt x="232763" y="778510"/>
                    <a:pt x="206728" y="784860"/>
                  </a:cubicBezTo>
                  <a:cubicBezTo>
                    <a:pt x="180693" y="791210"/>
                    <a:pt x="167993" y="808990"/>
                    <a:pt x="141958" y="819150"/>
                  </a:cubicBezTo>
                  <a:cubicBezTo>
                    <a:pt x="115923" y="829310"/>
                    <a:pt x="94968" y="818515"/>
                    <a:pt x="77188" y="834390"/>
                  </a:cubicBezTo>
                  <a:cubicBezTo>
                    <a:pt x="59408" y="850265"/>
                    <a:pt x="65758" y="873125"/>
                    <a:pt x="54328" y="899160"/>
                  </a:cubicBezTo>
                  <a:cubicBezTo>
                    <a:pt x="42898" y="925195"/>
                    <a:pt x="30833" y="937895"/>
                    <a:pt x="20038" y="963930"/>
                  </a:cubicBezTo>
                  <a:cubicBezTo>
                    <a:pt x="9243" y="989965"/>
                    <a:pt x="2258" y="1002665"/>
                    <a:pt x="988" y="1028700"/>
                  </a:cubicBezTo>
                  <a:cubicBezTo>
                    <a:pt x="-282" y="1054735"/>
                    <a:pt x="-2822" y="1074420"/>
                    <a:pt x="12418" y="1093470"/>
                  </a:cubicBezTo>
                  <a:cubicBezTo>
                    <a:pt x="27658" y="1112520"/>
                    <a:pt x="51153" y="1107440"/>
                    <a:pt x="77188" y="1123950"/>
                  </a:cubicBezTo>
                  <a:cubicBezTo>
                    <a:pt x="103223" y="1140460"/>
                    <a:pt x="127988" y="1153795"/>
                    <a:pt x="141958" y="1177290"/>
                  </a:cubicBezTo>
                  <a:cubicBezTo>
                    <a:pt x="155928" y="1200785"/>
                    <a:pt x="145768" y="1216025"/>
                    <a:pt x="145768" y="1242060"/>
                  </a:cubicBezTo>
                  <a:cubicBezTo>
                    <a:pt x="145768" y="1268095"/>
                    <a:pt x="155928" y="1285240"/>
                    <a:pt x="141958" y="1306830"/>
                  </a:cubicBezTo>
                  <a:cubicBezTo>
                    <a:pt x="127988" y="1328420"/>
                    <a:pt x="95603" y="1327150"/>
                    <a:pt x="77188" y="1348740"/>
                  </a:cubicBezTo>
                  <a:cubicBezTo>
                    <a:pt x="58773" y="1370330"/>
                    <a:pt x="42898" y="1393190"/>
                    <a:pt x="50518" y="1413510"/>
                  </a:cubicBezTo>
                  <a:cubicBezTo>
                    <a:pt x="58138" y="1433830"/>
                    <a:pt x="89253" y="1435100"/>
                    <a:pt x="115288" y="1451610"/>
                  </a:cubicBezTo>
                  <a:cubicBezTo>
                    <a:pt x="141323" y="1468120"/>
                    <a:pt x="161643" y="1475105"/>
                    <a:pt x="180058" y="1497330"/>
                  </a:cubicBezTo>
                  <a:cubicBezTo>
                    <a:pt x="198473" y="1519555"/>
                    <a:pt x="199108" y="1540510"/>
                    <a:pt x="206728" y="1562100"/>
                  </a:cubicBezTo>
                  <a:cubicBezTo>
                    <a:pt x="214348" y="1583690"/>
                    <a:pt x="216253" y="1597025"/>
                    <a:pt x="218158" y="160401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592" y="5008"/>
              <a:ext cx="3732" cy="3174"/>
            </a:xfrm>
            <a:custGeom>
              <a:avLst/>
              <a:gdLst>
                <a:gd name="connisteX0" fmla="*/ 0 w 2369820"/>
                <a:gd name="connsiteY0" fmla="*/ 0 h 2015509"/>
                <a:gd name="connisteX1" fmla="*/ 15240 w 2369820"/>
                <a:gd name="connsiteY1" fmla="*/ 64770 h 2015509"/>
                <a:gd name="connisteX2" fmla="*/ 72390 w 2369820"/>
                <a:gd name="connsiteY2" fmla="*/ 129540 h 2015509"/>
                <a:gd name="connisteX3" fmla="*/ 137160 w 2369820"/>
                <a:gd name="connsiteY3" fmla="*/ 167640 h 2015509"/>
                <a:gd name="connisteX4" fmla="*/ 201930 w 2369820"/>
                <a:gd name="connsiteY4" fmla="*/ 205740 h 2015509"/>
                <a:gd name="connisteX5" fmla="*/ 247650 w 2369820"/>
                <a:gd name="connsiteY5" fmla="*/ 270510 h 2015509"/>
                <a:gd name="connisteX6" fmla="*/ 262890 w 2369820"/>
                <a:gd name="connsiteY6" fmla="*/ 335280 h 2015509"/>
                <a:gd name="connisteX7" fmla="*/ 300990 w 2369820"/>
                <a:gd name="connsiteY7" fmla="*/ 400050 h 2015509"/>
                <a:gd name="connisteX8" fmla="*/ 316230 w 2369820"/>
                <a:gd name="connsiteY8" fmla="*/ 464820 h 2015509"/>
                <a:gd name="connisteX9" fmla="*/ 281940 w 2369820"/>
                <a:gd name="connsiteY9" fmla="*/ 529590 h 2015509"/>
                <a:gd name="connisteX10" fmla="*/ 278130 w 2369820"/>
                <a:gd name="connsiteY10" fmla="*/ 594360 h 2015509"/>
                <a:gd name="connisteX11" fmla="*/ 300990 w 2369820"/>
                <a:gd name="connsiteY11" fmla="*/ 659130 h 2015509"/>
                <a:gd name="connisteX12" fmla="*/ 304800 w 2369820"/>
                <a:gd name="connsiteY12" fmla="*/ 723900 h 2015509"/>
                <a:gd name="connisteX13" fmla="*/ 240030 w 2369820"/>
                <a:gd name="connsiteY13" fmla="*/ 769620 h 2015509"/>
                <a:gd name="connisteX14" fmla="*/ 182880 w 2369820"/>
                <a:gd name="connsiteY14" fmla="*/ 834390 h 2015509"/>
                <a:gd name="connisteX15" fmla="*/ 198120 w 2369820"/>
                <a:gd name="connsiteY15" fmla="*/ 899160 h 2015509"/>
                <a:gd name="connisteX16" fmla="*/ 198120 w 2369820"/>
                <a:gd name="connsiteY16" fmla="*/ 963930 h 2015509"/>
                <a:gd name="connisteX17" fmla="*/ 262890 w 2369820"/>
                <a:gd name="connsiteY17" fmla="*/ 1017270 h 2015509"/>
                <a:gd name="connisteX18" fmla="*/ 327660 w 2369820"/>
                <a:gd name="connsiteY18" fmla="*/ 1078230 h 2015509"/>
                <a:gd name="connisteX19" fmla="*/ 392430 w 2369820"/>
                <a:gd name="connsiteY19" fmla="*/ 1131570 h 2015509"/>
                <a:gd name="connisteX20" fmla="*/ 438150 w 2369820"/>
                <a:gd name="connsiteY20" fmla="*/ 1196340 h 2015509"/>
                <a:gd name="connisteX21" fmla="*/ 502920 w 2369820"/>
                <a:gd name="connsiteY21" fmla="*/ 1257300 h 2015509"/>
                <a:gd name="connisteX22" fmla="*/ 567690 w 2369820"/>
                <a:gd name="connsiteY22" fmla="*/ 1249680 h 2015509"/>
                <a:gd name="connisteX23" fmla="*/ 632460 w 2369820"/>
                <a:gd name="connsiteY23" fmla="*/ 1234440 h 2015509"/>
                <a:gd name="connisteX24" fmla="*/ 697230 w 2369820"/>
                <a:gd name="connsiteY24" fmla="*/ 1295400 h 2015509"/>
                <a:gd name="connisteX25" fmla="*/ 750570 w 2369820"/>
                <a:gd name="connsiteY25" fmla="*/ 1360170 h 2015509"/>
                <a:gd name="connisteX26" fmla="*/ 815340 w 2369820"/>
                <a:gd name="connsiteY26" fmla="*/ 1405890 h 2015509"/>
                <a:gd name="connisteX27" fmla="*/ 880110 w 2369820"/>
                <a:gd name="connsiteY27" fmla="*/ 1455420 h 2015509"/>
                <a:gd name="connisteX28" fmla="*/ 944880 w 2369820"/>
                <a:gd name="connsiteY28" fmla="*/ 1501140 h 2015509"/>
                <a:gd name="connisteX29" fmla="*/ 1009650 w 2369820"/>
                <a:gd name="connsiteY29" fmla="*/ 1554480 h 2015509"/>
                <a:gd name="connisteX30" fmla="*/ 1074420 w 2369820"/>
                <a:gd name="connsiteY30" fmla="*/ 1607820 h 2015509"/>
                <a:gd name="connisteX31" fmla="*/ 1143000 w 2369820"/>
                <a:gd name="connsiteY31" fmla="*/ 1645920 h 2015509"/>
                <a:gd name="connisteX32" fmla="*/ 1207770 w 2369820"/>
                <a:gd name="connsiteY32" fmla="*/ 1672590 h 2015509"/>
                <a:gd name="connisteX33" fmla="*/ 1272540 w 2369820"/>
                <a:gd name="connsiteY33" fmla="*/ 1687830 h 2015509"/>
                <a:gd name="connisteX34" fmla="*/ 1337310 w 2369820"/>
                <a:gd name="connsiteY34" fmla="*/ 1744980 h 2015509"/>
                <a:gd name="connisteX35" fmla="*/ 1402080 w 2369820"/>
                <a:gd name="connsiteY35" fmla="*/ 1771650 h 2015509"/>
                <a:gd name="connisteX36" fmla="*/ 1466850 w 2369820"/>
                <a:gd name="connsiteY36" fmla="*/ 1775460 h 2015509"/>
                <a:gd name="connisteX37" fmla="*/ 1531620 w 2369820"/>
                <a:gd name="connsiteY37" fmla="*/ 1783080 h 2015509"/>
                <a:gd name="connisteX38" fmla="*/ 1596390 w 2369820"/>
                <a:gd name="connsiteY38" fmla="*/ 1786890 h 2015509"/>
                <a:gd name="connisteX39" fmla="*/ 1657350 w 2369820"/>
                <a:gd name="connsiteY39" fmla="*/ 1851660 h 2015509"/>
                <a:gd name="connisteX40" fmla="*/ 1657350 w 2369820"/>
                <a:gd name="connsiteY40" fmla="*/ 1916430 h 2015509"/>
                <a:gd name="connisteX41" fmla="*/ 1722120 w 2369820"/>
                <a:gd name="connsiteY41" fmla="*/ 1905000 h 2015509"/>
                <a:gd name="connisteX42" fmla="*/ 1722120 w 2369820"/>
                <a:gd name="connsiteY42" fmla="*/ 1840230 h 2015509"/>
                <a:gd name="connisteX43" fmla="*/ 1786890 w 2369820"/>
                <a:gd name="connsiteY43" fmla="*/ 1786890 h 2015509"/>
                <a:gd name="connisteX44" fmla="*/ 1851660 w 2369820"/>
                <a:gd name="connsiteY44" fmla="*/ 1786890 h 2015509"/>
                <a:gd name="connisteX45" fmla="*/ 1916430 w 2369820"/>
                <a:gd name="connsiteY45" fmla="*/ 1790700 h 2015509"/>
                <a:gd name="connisteX46" fmla="*/ 1981200 w 2369820"/>
                <a:gd name="connsiteY46" fmla="*/ 1840230 h 2015509"/>
                <a:gd name="connisteX47" fmla="*/ 2045970 w 2369820"/>
                <a:gd name="connsiteY47" fmla="*/ 1885950 h 2015509"/>
                <a:gd name="connisteX48" fmla="*/ 2110740 w 2369820"/>
                <a:gd name="connsiteY48" fmla="*/ 1931670 h 2015509"/>
                <a:gd name="connisteX49" fmla="*/ 2175510 w 2369820"/>
                <a:gd name="connsiteY49" fmla="*/ 1992630 h 2015509"/>
                <a:gd name="connisteX50" fmla="*/ 2240280 w 2369820"/>
                <a:gd name="connsiteY50" fmla="*/ 1996440 h 2015509"/>
                <a:gd name="connisteX51" fmla="*/ 2305050 w 2369820"/>
                <a:gd name="connsiteY51" fmla="*/ 2015490 h 2015509"/>
                <a:gd name="connisteX52" fmla="*/ 2369820 w 2369820"/>
                <a:gd name="connsiteY52" fmla="*/ 1992630 h 201550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</a:cxnLst>
              <a:rect l="l" t="t" r="r" b="b"/>
              <a:pathLst>
                <a:path w="2369820" h="2015509">
                  <a:moveTo>
                    <a:pt x="0" y="0"/>
                  </a:moveTo>
                  <a:cubicBezTo>
                    <a:pt x="1905" y="11430"/>
                    <a:pt x="635" y="38735"/>
                    <a:pt x="15240" y="64770"/>
                  </a:cubicBezTo>
                  <a:cubicBezTo>
                    <a:pt x="29845" y="90805"/>
                    <a:pt x="48260" y="109220"/>
                    <a:pt x="72390" y="129540"/>
                  </a:cubicBezTo>
                  <a:cubicBezTo>
                    <a:pt x="96520" y="149860"/>
                    <a:pt x="111125" y="152400"/>
                    <a:pt x="137160" y="167640"/>
                  </a:cubicBezTo>
                  <a:cubicBezTo>
                    <a:pt x="163195" y="182880"/>
                    <a:pt x="179705" y="185420"/>
                    <a:pt x="201930" y="205740"/>
                  </a:cubicBezTo>
                  <a:cubicBezTo>
                    <a:pt x="224155" y="226060"/>
                    <a:pt x="235585" y="244475"/>
                    <a:pt x="247650" y="270510"/>
                  </a:cubicBezTo>
                  <a:cubicBezTo>
                    <a:pt x="259715" y="296545"/>
                    <a:pt x="252095" y="309245"/>
                    <a:pt x="262890" y="335280"/>
                  </a:cubicBezTo>
                  <a:cubicBezTo>
                    <a:pt x="273685" y="361315"/>
                    <a:pt x="290195" y="374015"/>
                    <a:pt x="300990" y="400050"/>
                  </a:cubicBezTo>
                  <a:cubicBezTo>
                    <a:pt x="311785" y="426085"/>
                    <a:pt x="320040" y="438785"/>
                    <a:pt x="316230" y="464820"/>
                  </a:cubicBezTo>
                  <a:cubicBezTo>
                    <a:pt x="312420" y="490855"/>
                    <a:pt x="289560" y="503555"/>
                    <a:pt x="281940" y="529590"/>
                  </a:cubicBezTo>
                  <a:cubicBezTo>
                    <a:pt x="274320" y="555625"/>
                    <a:pt x="274320" y="568325"/>
                    <a:pt x="278130" y="594360"/>
                  </a:cubicBezTo>
                  <a:cubicBezTo>
                    <a:pt x="281940" y="620395"/>
                    <a:pt x="295910" y="633095"/>
                    <a:pt x="300990" y="659130"/>
                  </a:cubicBezTo>
                  <a:cubicBezTo>
                    <a:pt x="306070" y="685165"/>
                    <a:pt x="316865" y="701675"/>
                    <a:pt x="304800" y="723900"/>
                  </a:cubicBezTo>
                  <a:cubicBezTo>
                    <a:pt x="292735" y="746125"/>
                    <a:pt x="264160" y="747395"/>
                    <a:pt x="240030" y="769620"/>
                  </a:cubicBezTo>
                  <a:cubicBezTo>
                    <a:pt x="215900" y="791845"/>
                    <a:pt x="191135" y="808355"/>
                    <a:pt x="182880" y="834390"/>
                  </a:cubicBezTo>
                  <a:cubicBezTo>
                    <a:pt x="174625" y="860425"/>
                    <a:pt x="194945" y="873125"/>
                    <a:pt x="198120" y="899160"/>
                  </a:cubicBezTo>
                  <a:cubicBezTo>
                    <a:pt x="201295" y="925195"/>
                    <a:pt x="185420" y="940435"/>
                    <a:pt x="198120" y="963930"/>
                  </a:cubicBezTo>
                  <a:cubicBezTo>
                    <a:pt x="210820" y="987425"/>
                    <a:pt x="236855" y="994410"/>
                    <a:pt x="262890" y="1017270"/>
                  </a:cubicBezTo>
                  <a:cubicBezTo>
                    <a:pt x="288925" y="1040130"/>
                    <a:pt x="301625" y="1055370"/>
                    <a:pt x="327660" y="1078230"/>
                  </a:cubicBezTo>
                  <a:cubicBezTo>
                    <a:pt x="353695" y="1101090"/>
                    <a:pt x="370205" y="1108075"/>
                    <a:pt x="392430" y="1131570"/>
                  </a:cubicBezTo>
                  <a:cubicBezTo>
                    <a:pt x="414655" y="1155065"/>
                    <a:pt x="415925" y="1170940"/>
                    <a:pt x="438150" y="1196340"/>
                  </a:cubicBezTo>
                  <a:cubicBezTo>
                    <a:pt x="460375" y="1221740"/>
                    <a:pt x="476885" y="1246505"/>
                    <a:pt x="502920" y="1257300"/>
                  </a:cubicBezTo>
                  <a:cubicBezTo>
                    <a:pt x="528955" y="1268095"/>
                    <a:pt x="541655" y="1254125"/>
                    <a:pt x="567690" y="1249680"/>
                  </a:cubicBezTo>
                  <a:cubicBezTo>
                    <a:pt x="593725" y="1245235"/>
                    <a:pt x="606425" y="1225550"/>
                    <a:pt x="632460" y="1234440"/>
                  </a:cubicBezTo>
                  <a:cubicBezTo>
                    <a:pt x="658495" y="1243330"/>
                    <a:pt x="673735" y="1270000"/>
                    <a:pt x="697230" y="1295400"/>
                  </a:cubicBezTo>
                  <a:cubicBezTo>
                    <a:pt x="720725" y="1320800"/>
                    <a:pt x="727075" y="1337945"/>
                    <a:pt x="750570" y="1360170"/>
                  </a:cubicBezTo>
                  <a:cubicBezTo>
                    <a:pt x="774065" y="1382395"/>
                    <a:pt x="789305" y="1386840"/>
                    <a:pt x="815340" y="1405890"/>
                  </a:cubicBezTo>
                  <a:cubicBezTo>
                    <a:pt x="841375" y="1424940"/>
                    <a:pt x="854075" y="1436370"/>
                    <a:pt x="880110" y="1455420"/>
                  </a:cubicBezTo>
                  <a:cubicBezTo>
                    <a:pt x="906145" y="1474470"/>
                    <a:pt x="918845" y="1481455"/>
                    <a:pt x="944880" y="1501140"/>
                  </a:cubicBezTo>
                  <a:cubicBezTo>
                    <a:pt x="970915" y="1520825"/>
                    <a:pt x="983615" y="1532890"/>
                    <a:pt x="1009650" y="1554480"/>
                  </a:cubicBezTo>
                  <a:cubicBezTo>
                    <a:pt x="1035685" y="1576070"/>
                    <a:pt x="1047750" y="1589405"/>
                    <a:pt x="1074420" y="1607820"/>
                  </a:cubicBezTo>
                  <a:cubicBezTo>
                    <a:pt x="1101090" y="1626235"/>
                    <a:pt x="1116330" y="1633220"/>
                    <a:pt x="1143000" y="1645920"/>
                  </a:cubicBezTo>
                  <a:cubicBezTo>
                    <a:pt x="1169670" y="1658620"/>
                    <a:pt x="1181735" y="1664335"/>
                    <a:pt x="1207770" y="1672590"/>
                  </a:cubicBezTo>
                  <a:cubicBezTo>
                    <a:pt x="1233805" y="1680845"/>
                    <a:pt x="1246505" y="1673225"/>
                    <a:pt x="1272540" y="1687830"/>
                  </a:cubicBezTo>
                  <a:cubicBezTo>
                    <a:pt x="1298575" y="1702435"/>
                    <a:pt x="1311275" y="1728470"/>
                    <a:pt x="1337310" y="1744980"/>
                  </a:cubicBezTo>
                  <a:cubicBezTo>
                    <a:pt x="1363345" y="1761490"/>
                    <a:pt x="1376045" y="1765300"/>
                    <a:pt x="1402080" y="1771650"/>
                  </a:cubicBezTo>
                  <a:cubicBezTo>
                    <a:pt x="1428115" y="1778000"/>
                    <a:pt x="1440815" y="1772920"/>
                    <a:pt x="1466850" y="1775460"/>
                  </a:cubicBezTo>
                  <a:cubicBezTo>
                    <a:pt x="1492885" y="1778000"/>
                    <a:pt x="1505585" y="1780540"/>
                    <a:pt x="1531620" y="1783080"/>
                  </a:cubicBezTo>
                  <a:cubicBezTo>
                    <a:pt x="1557655" y="1785620"/>
                    <a:pt x="1570990" y="1772920"/>
                    <a:pt x="1596390" y="1786890"/>
                  </a:cubicBezTo>
                  <a:cubicBezTo>
                    <a:pt x="1621790" y="1800860"/>
                    <a:pt x="1645285" y="1825625"/>
                    <a:pt x="1657350" y="1851660"/>
                  </a:cubicBezTo>
                  <a:cubicBezTo>
                    <a:pt x="1669415" y="1877695"/>
                    <a:pt x="1644650" y="1905635"/>
                    <a:pt x="1657350" y="1916430"/>
                  </a:cubicBezTo>
                  <a:cubicBezTo>
                    <a:pt x="1670050" y="1927225"/>
                    <a:pt x="1709420" y="1920240"/>
                    <a:pt x="1722120" y="1905000"/>
                  </a:cubicBezTo>
                  <a:cubicBezTo>
                    <a:pt x="1734820" y="1889760"/>
                    <a:pt x="1709420" y="1863725"/>
                    <a:pt x="1722120" y="1840230"/>
                  </a:cubicBezTo>
                  <a:cubicBezTo>
                    <a:pt x="1734820" y="1816735"/>
                    <a:pt x="1760855" y="1797685"/>
                    <a:pt x="1786890" y="1786890"/>
                  </a:cubicBezTo>
                  <a:cubicBezTo>
                    <a:pt x="1812925" y="1776095"/>
                    <a:pt x="1825625" y="1786255"/>
                    <a:pt x="1851660" y="1786890"/>
                  </a:cubicBezTo>
                  <a:cubicBezTo>
                    <a:pt x="1877695" y="1787525"/>
                    <a:pt x="1890395" y="1779905"/>
                    <a:pt x="1916430" y="1790700"/>
                  </a:cubicBezTo>
                  <a:cubicBezTo>
                    <a:pt x="1942465" y="1801495"/>
                    <a:pt x="1955165" y="1821180"/>
                    <a:pt x="1981200" y="1840230"/>
                  </a:cubicBezTo>
                  <a:cubicBezTo>
                    <a:pt x="2007235" y="1859280"/>
                    <a:pt x="2019935" y="1867535"/>
                    <a:pt x="2045970" y="1885950"/>
                  </a:cubicBezTo>
                  <a:cubicBezTo>
                    <a:pt x="2072005" y="1904365"/>
                    <a:pt x="2084705" y="1910080"/>
                    <a:pt x="2110740" y="1931670"/>
                  </a:cubicBezTo>
                  <a:cubicBezTo>
                    <a:pt x="2136775" y="1953260"/>
                    <a:pt x="2149475" y="1979930"/>
                    <a:pt x="2175510" y="1992630"/>
                  </a:cubicBezTo>
                  <a:cubicBezTo>
                    <a:pt x="2201545" y="2005330"/>
                    <a:pt x="2214245" y="1991995"/>
                    <a:pt x="2240280" y="1996440"/>
                  </a:cubicBezTo>
                  <a:cubicBezTo>
                    <a:pt x="2266315" y="2000885"/>
                    <a:pt x="2279015" y="2016125"/>
                    <a:pt x="2305050" y="2015490"/>
                  </a:cubicBezTo>
                  <a:cubicBezTo>
                    <a:pt x="2331085" y="2014855"/>
                    <a:pt x="2358390" y="1997710"/>
                    <a:pt x="2369820" y="199263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6285" y="7782"/>
              <a:ext cx="4932" cy="2188"/>
            </a:xfrm>
            <a:custGeom>
              <a:avLst/>
              <a:gdLst>
                <a:gd name="connisteX0" fmla="*/ 0 w 3131820"/>
                <a:gd name="connsiteY0" fmla="*/ 242600 h 1389525"/>
                <a:gd name="connisteX1" fmla="*/ 64770 w 3131820"/>
                <a:gd name="connsiteY1" fmla="*/ 219740 h 1389525"/>
                <a:gd name="connisteX2" fmla="*/ 129540 w 3131820"/>
                <a:gd name="connsiteY2" fmla="*/ 193070 h 1389525"/>
                <a:gd name="connisteX3" fmla="*/ 194310 w 3131820"/>
                <a:gd name="connsiteY3" fmla="*/ 154970 h 1389525"/>
                <a:gd name="connisteX4" fmla="*/ 262890 w 3131820"/>
                <a:gd name="connsiteY4" fmla="*/ 97820 h 1389525"/>
                <a:gd name="connisteX5" fmla="*/ 327660 w 3131820"/>
                <a:gd name="connsiteY5" fmla="*/ 59720 h 1389525"/>
                <a:gd name="connisteX6" fmla="*/ 392430 w 3131820"/>
                <a:gd name="connsiteY6" fmla="*/ 29240 h 1389525"/>
                <a:gd name="connisteX7" fmla="*/ 457200 w 3131820"/>
                <a:gd name="connsiteY7" fmla="*/ 29240 h 1389525"/>
                <a:gd name="connisteX8" fmla="*/ 521970 w 3131820"/>
                <a:gd name="connsiteY8" fmla="*/ 44480 h 1389525"/>
                <a:gd name="connisteX9" fmla="*/ 586740 w 3131820"/>
                <a:gd name="connsiteY9" fmla="*/ 97820 h 1389525"/>
                <a:gd name="connisteX10" fmla="*/ 651510 w 3131820"/>
                <a:gd name="connsiteY10" fmla="*/ 67340 h 1389525"/>
                <a:gd name="connisteX11" fmla="*/ 689610 w 3131820"/>
                <a:gd name="connsiteY11" fmla="*/ 2570 h 1389525"/>
                <a:gd name="connisteX12" fmla="*/ 754380 w 3131820"/>
                <a:gd name="connsiteY12" fmla="*/ 25430 h 1389525"/>
                <a:gd name="connisteX13" fmla="*/ 781050 w 3131820"/>
                <a:gd name="connsiteY13" fmla="*/ 94010 h 1389525"/>
                <a:gd name="connisteX14" fmla="*/ 792480 w 3131820"/>
                <a:gd name="connsiteY14" fmla="*/ 158780 h 1389525"/>
                <a:gd name="connisteX15" fmla="*/ 830580 w 3131820"/>
                <a:gd name="connsiteY15" fmla="*/ 223550 h 1389525"/>
                <a:gd name="connisteX16" fmla="*/ 845820 w 3131820"/>
                <a:gd name="connsiteY16" fmla="*/ 288320 h 1389525"/>
                <a:gd name="connisteX17" fmla="*/ 853440 w 3131820"/>
                <a:gd name="connsiteY17" fmla="*/ 353090 h 1389525"/>
                <a:gd name="connisteX18" fmla="*/ 826770 w 3131820"/>
                <a:gd name="connsiteY18" fmla="*/ 417860 h 1389525"/>
                <a:gd name="connisteX19" fmla="*/ 800100 w 3131820"/>
                <a:gd name="connsiteY19" fmla="*/ 482630 h 1389525"/>
                <a:gd name="connisteX20" fmla="*/ 742950 w 3131820"/>
                <a:gd name="connsiteY20" fmla="*/ 547400 h 1389525"/>
                <a:gd name="connisteX21" fmla="*/ 678180 w 3131820"/>
                <a:gd name="connsiteY21" fmla="*/ 596930 h 1389525"/>
                <a:gd name="connisteX22" fmla="*/ 659130 w 3131820"/>
                <a:gd name="connsiteY22" fmla="*/ 661700 h 1389525"/>
                <a:gd name="connisteX23" fmla="*/ 659130 w 3131820"/>
                <a:gd name="connsiteY23" fmla="*/ 726470 h 1389525"/>
                <a:gd name="connisteX24" fmla="*/ 727710 w 3131820"/>
                <a:gd name="connsiteY24" fmla="*/ 768380 h 1389525"/>
                <a:gd name="connisteX25" fmla="*/ 792480 w 3131820"/>
                <a:gd name="connsiteY25" fmla="*/ 768380 h 1389525"/>
                <a:gd name="connisteX26" fmla="*/ 845820 w 3131820"/>
                <a:gd name="connsiteY26" fmla="*/ 833150 h 1389525"/>
                <a:gd name="connisteX27" fmla="*/ 861060 w 3131820"/>
                <a:gd name="connsiteY27" fmla="*/ 897920 h 1389525"/>
                <a:gd name="connisteX28" fmla="*/ 906780 w 3131820"/>
                <a:gd name="connsiteY28" fmla="*/ 962690 h 1389525"/>
                <a:gd name="connisteX29" fmla="*/ 971550 w 3131820"/>
                <a:gd name="connsiteY29" fmla="*/ 962690 h 1389525"/>
                <a:gd name="connisteX30" fmla="*/ 982980 w 3131820"/>
                <a:gd name="connsiteY30" fmla="*/ 1031270 h 1389525"/>
                <a:gd name="connisteX31" fmla="*/ 941070 w 3131820"/>
                <a:gd name="connsiteY31" fmla="*/ 1096040 h 1389525"/>
                <a:gd name="connisteX32" fmla="*/ 998220 w 3131820"/>
                <a:gd name="connsiteY32" fmla="*/ 1160810 h 1389525"/>
                <a:gd name="connisteX33" fmla="*/ 1062990 w 3131820"/>
                <a:gd name="connsiteY33" fmla="*/ 1176050 h 1389525"/>
                <a:gd name="connisteX34" fmla="*/ 1127760 w 3131820"/>
                <a:gd name="connsiteY34" fmla="*/ 1217960 h 1389525"/>
                <a:gd name="connisteX35" fmla="*/ 1192530 w 3131820"/>
                <a:gd name="connsiteY35" fmla="*/ 1256060 h 1389525"/>
                <a:gd name="connisteX36" fmla="*/ 1257300 w 3131820"/>
                <a:gd name="connsiteY36" fmla="*/ 1256060 h 1389525"/>
                <a:gd name="connisteX37" fmla="*/ 1322070 w 3131820"/>
                <a:gd name="connsiteY37" fmla="*/ 1275110 h 1389525"/>
                <a:gd name="connisteX38" fmla="*/ 1356360 w 3131820"/>
                <a:gd name="connsiteY38" fmla="*/ 1210340 h 1389525"/>
                <a:gd name="connisteX39" fmla="*/ 1356360 w 3131820"/>
                <a:gd name="connsiteY39" fmla="*/ 1145570 h 1389525"/>
                <a:gd name="connisteX40" fmla="*/ 1341120 w 3131820"/>
                <a:gd name="connsiteY40" fmla="*/ 1080800 h 1389525"/>
                <a:gd name="connisteX41" fmla="*/ 1405890 w 3131820"/>
                <a:gd name="connsiteY41" fmla="*/ 1073180 h 1389525"/>
                <a:gd name="connisteX42" fmla="*/ 1470660 w 3131820"/>
                <a:gd name="connsiteY42" fmla="*/ 1061750 h 1389525"/>
                <a:gd name="connisteX43" fmla="*/ 1535430 w 3131820"/>
                <a:gd name="connsiteY43" fmla="*/ 1027460 h 1389525"/>
                <a:gd name="connisteX44" fmla="*/ 1600200 w 3131820"/>
                <a:gd name="connsiteY44" fmla="*/ 1038890 h 1389525"/>
                <a:gd name="connisteX45" fmla="*/ 1664970 w 3131820"/>
                <a:gd name="connsiteY45" fmla="*/ 1069370 h 1389525"/>
                <a:gd name="connisteX46" fmla="*/ 1729740 w 3131820"/>
                <a:gd name="connsiteY46" fmla="*/ 1076990 h 1389525"/>
                <a:gd name="connisteX47" fmla="*/ 1794510 w 3131820"/>
                <a:gd name="connsiteY47" fmla="*/ 1035080 h 1389525"/>
                <a:gd name="connisteX48" fmla="*/ 1859280 w 3131820"/>
                <a:gd name="connsiteY48" fmla="*/ 974120 h 1389525"/>
                <a:gd name="connisteX49" fmla="*/ 1924050 w 3131820"/>
                <a:gd name="connsiteY49" fmla="*/ 939830 h 1389525"/>
                <a:gd name="connisteX50" fmla="*/ 1988820 w 3131820"/>
                <a:gd name="connsiteY50" fmla="*/ 958880 h 1389525"/>
                <a:gd name="connisteX51" fmla="*/ 2053590 w 3131820"/>
                <a:gd name="connsiteY51" fmla="*/ 974120 h 1389525"/>
                <a:gd name="connisteX52" fmla="*/ 2118360 w 3131820"/>
                <a:gd name="connsiteY52" fmla="*/ 985550 h 1389525"/>
                <a:gd name="connisteX53" fmla="*/ 2183130 w 3131820"/>
                <a:gd name="connsiteY53" fmla="*/ 1046510 h 1389525"/>
                <a:gd name="connisteX54" fmla="*/ 2194560 w 3131820"/>
                <a:gd name="connsiteY54" fmla="*/ 1111280 h 1389525"/>
                <a:gd name="connisteX55" fmla="*/ 2232660 w 3131820"/>
                <a:gd name="connsiteY55" fmla="*/ 1176050 h 1389525"/>
                <a:gd name="connisteX56" fmla="*/ 2297430 w 3131820"/>
                <a:gd name="connsiteY56" fmla="*/ 1179860 h 1389525"/>
                <a:gd name="connisteX57" fmla="*/ 2362200 w 3131820"/>
                <a:gd name="connsiteY57" fmla="*/ 1187480 h 1389525"/>
                <a:gd name="connisteX58" fmla="*/ 2426970 w 3131820"/>
                <a:gd name="connsiteY58" fmla="*/ 1198910 h 1389525"/>
                <a:gd name="connisteX59" fmla="*/ 2491740 w 3131820"/>
                <a:gd name="connsiteY59" fmla="*/ 1195100 h 1389525"/>
                <a:gd name="connisteX60" fmla="*/ 2560320 w 3131820"/>
                <a:gd name="connsiteY60" fmla="*/ 1202720 h 1389525"/>
                <a:gd name="connisteX61" fmla="*/ 2625090 w 3131820"/>
                <a:gd name="connsiteY61" fmla="*/ 1214150 h 1389525"/>
                <a:gd name="connisteX62" fmla="*/ 2682240 w 3131820"/>
                <a:gd name="connsiteY62" fmla="*/ 1278920 h 1389525"/>
                <a:gd name="connisteX63" fmla="*/ 2674620 w 3131820"/>
                <a:gd name="connsiteY63" fmla="*/ 1343690 h 1389525"/>
                <a:gd name="connisteX64" fmla="*/ 2743200 w 3131820"/>
                <a:gd name="connsiteY64" fmla="*/ 1381790 h 1389525"/>
                <a:gd name="connisteX65" fmla="*/ 2807970 w 3131820"/>
                <a:gd name="connsiteY65" fmla="*/ 1381790 h 1389525"/>
                <a:gd name="connisteX66" fmla="*/ 2807970 w 3131820"/>
                <a:gd name="connsiteY66" fmla="*/ 1317020 h 1389525"/>
                <a:gd name="connisteX67" fmla="*/ 2807970 w 3131820"/>
                <a:gd name="connsiteY67" fmla="*/ 1248440 h 1389525"/>
                <a:gd name="connisteX68" fmla="*/ 2872740 w 3131820"/>
                <a:gd name="connsiteY68" fmla="*/ 1244630 h 1389525"/>
                <a:gd name="connisteX69" fmla="*/ 2937510 w 3131820"/>
                <a:gd name="connsiteY69" fmla="*/ 1210340 h 1389525"/>
                <a:gd name="connisteX70" fmla="*/ 3002280 w 3131820"/>
                <a:gd name="connsiteY70" fmla="*/ 1164620 h 1389525"/>
                <a:gd name="connisteX71" fmla="*/ 3067050 w 3131820"/>
                <a:gd name="connsiteY71" fmla="*/ 1137950 h 1389525"/>
                <a:gd name="connisteX72" fmla="*/ 3131820 w 3131820"/>
                <a:gd name="connsiteY72" fmla="*/ 1126520 h 1389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  <a:cxn ang="0">
                  <a:pos x="connisteX62" y="connsiteY62"/>
                </a:cxn>
                <a:cxn ang="0">
                  <a:pos x="connisteX63" y="connsiteY63"/>
                </a:cxn>
                <a:cxn ang="0">
                  <a:pos x="connisteX64" y="connsiteY64"/>
                </a:cxn>
                <a:cxn ang="0">
                  <a:pos x="connisteX65" y="connsiteY65"/>
                </a:cxn>
                <a:cxn ang="0">
                  <a:pos x="connisteX66" y="connsiteY66"/>
                </a:cxn>
                <a:cxn ang="0">
                  <a:pos x="connisteX67" y="connsiteY67"/>
                </a:cxn>
                <a:cxn ang="0">
                  <a:pos x="connisteX68" y="connsiteY68"/>
                </a:cxn>
                <a:cxn ang="0">
                  <a:pos x="connisteX69" y="connsiteY69"/>
                </a:cxn>
                <a:cxn ang="0">
                  <a:pos x="connisteX70" y="connsiteY70"/>
                </a:cxn>
                <a:cxn ang="0">
                  <a:pos x="connisteX71" y="connsiteY71"/>
                </a:cxn>
                <a:cxn ang="0">
                  <a:pos x="connisteX72" y="connsiteY72"/>
                </a:cxn>
              </a:cxnLst>
              <a:rect l="l" t="t" r="r" b="b"/>
              <a:pathLst>
                <a:path w="3131820" h="1389526">
                  <a:moveTo>
                    <a:pt x="0" y="242600"/>
                  </a:moveTo>
                  <a:cubicBezTo>
                    <a:pt x="11430" y="238790"/>
                    <a:pt x="38735" y="229900"/>
                    <a:pt x="64770" y="219740"/>
                  </a:cubicBezTo>
                  <a:cubicBezTo>
                    <a:pt x="90805" y="209580"/>
                    <a:pt x="103505" y="205770"/>
                    <a:pt x="129540" y="193070"/>
                  </a:cubicBezTo>
                  <a:cubicBezTo>
                    <a:pt x="155575" y="180370"/>
                    <a:pt x="167640" y="174020"/>
                    <a:pt x="194310" y="154970"/>
                  </a:cubicBezTo>
                  <a:cubicBezTo>
                    <a:pt x="220980" y="135920"/>
                    <a:pt x="236220" y="116870"/>
                    <a:pt x="262890" y="97820"/>
                  </a:cubicBezTo>
                  <a:cubicBezTo>
                    <a:pt x="289560" y="78770"/>
                    <a:pt x="301625" y="73690"/>
                    <a:pt x="327660" y="59720"/>
                  </a:cubicBezTo>
                  <a:cubicBezTo>
                    <a:pt x="353695" y="45750"/>
                    <a:pt x="366395" y="35590"/>
                    <a:pt x="392430" y="29240"/>
                  </a:cubicBezTo>
                  <a:cubicBezTo>
                    <a:pt x="418465" y="22890"/>
                    <a:pt x="431165" y="26065"/>
                    <a:pt x="457200" y="29240"/>
                  </a:cubicBezTo>
                  <a:cubicBezTo>
                    <a:pt x="483235" y="32415"/>
                    <a:pt x="495935" y="30510"/>
                    <a:pt x="521970" y="44480"/>
                  </a:cubicBezTo>
                  <a:cubicBezTo>
                    <a:pt x="548005" y="58450"/>
                    <a:pt x="560705" y="93375"/>
                    <a:pt x="586740" y="97820"/>
                  </a:cubicBezTo>
                  <a:cubicBezTo>
                    <a:pt x="612775" y="102265"/>
                    <a:pt x="631190" y="86390"/>
                    <a:pt x="651510" y="67340"/>
                  </a:cubicBezTo>
                  <a:cubicBezTo>
                    <a:pt x="671830" y="48290"/>
                    <a:pt x="669290" y="10825"/>
                    <a:pt x="689610" y="2570"/>
                  </a:cubicBezTo>
                  <a:cubicBezTo>
                    <a:pt x="709930" y="-5685"/>
                    <a:pt x="735965" y="7015"/>
                    <a:pt x="754380" y="25430"/>
                  </a:cubicBezTo>
                  <a:cubicBezTo>
                    <a:pt x="772795" y="43845"/>
                    <a:pt x="773430" y="67340"/>
                    <a:pt x="781050" y="94010"/>
                  </a:cubicBezTo>
                  <a:cubicBezTo>
                    <a:pt x="788670" y="120680"/>
                    <a:pt x="782320" y="132745"/>
                    <a:pt x="792480" y="158780"/>
                  </a:cubicBezTo>
                  <a:cubicBezTo>
                    <a:pt x="802640" y="184815"/>
                    <a:pt x="819785" y="197515"/>
                    <a:pt x="830580" y="223550"/>
                  </a:cubicBezTo>
                  <a:cubicBezTo>
                    <a:pt x="841375" y="249585"/>
                    <a:pt x="841375" y="262285"/>
                    <a:pt x="845820" y="288320"/>
                  </a:cubicBezTo>
                  <a:cubicBezTo>
                    <a:pt x="850265" y="314355"/>
                    <a:pt x="857250" y="327055"/>
                    <a:pt x="853440" y="353090"/>
                  </a:cubicBezTo>
                  <a:cubicBezTo>
                    <a:pt x="849630" y="379125"/>
                    <a:pt x="837565" y="391825"/>
                    <a:pt x="826770" y="417860"/>
                  </a:cubicBezTo>
                  <a:cubicBezTo>
                    <a:pt x="815975" y="443895"/>
                    <a:pt x="816610" y="456595"/>
                    <a:pt x="800100" y="482630"/>
                  </a:cubicBezTo>
                  <a:cubicBezTo>
                    <a:pt x="783590" y="508665"/>
                    <a:pt x="767080" y="524540"/>
                    <a:pt x="742950" y="547400"/>
                  </a:cubicBezTo>
                  <a:cubicBezTo>
                    <a:pt x="718820" y="570260"/>
                    <a:pt x="694690" y="574070"/>
                    <a:pt x="678180" y="596930"/>
                  </a:cubicBezTo>
                  <a:cubicBezTo>
                    <a:pt x="661670" y="619790"/>
                    <a:pt x="662940" y="635665"/>
                    <a:pt x="659130" y="661700"/>
                  </a:cubicBezTo>
                  <a:cubicBezTo>
                    <a:pt x="655320" y="687735"/>
                    <a:pt x="645160" y="704880"/>
                    <a:pt x="659130" y="726470"/>
                  </a:cubicBezTo>
                  <a:cubicBezTo>
                    <a:pt x="673100" y="748060"/>
                    <a:pt x="701040" y="760125"/>
                    <a:pt x="727710" y="768380"/>
                  </a:cubicBezTo>
                  <a:cubicBezTo>
                    <a:pt x="754380" y="776635"/>
                    <a:pt x="768985" y="755680"/>
                    <a:pt x="792480" y="768380"/>
                  </a:cubicBezTo>
                  <a:cubicBezTo>
                    <a:pt x="815975" y="781080"/>
                    <a:pt x="831850" y="807115"/>
                    <a:pt x="845820" y="833150"/>
                  </a:cubicBezTo>
                  <a:cubicBezTo>
                    <a:pt x="859790" y="859185"/>
                    <a:pt x="848995" y="871885"/>
                    <a:pt x="861060" y="897920"/>
                  </a:cubicBezTo>
                  <a:cubicBezTo>
                    <a:pt x="873125" y="923955"/>
                    <a:pt x="884555" y="949990"/>
                    <a:pt x="906780" y="962690"/>
                  </a:cubicBezTo>
                  <a:cubicBezTo>
                    <a:pt x="929005" y="975390"/>
                    <a:pt x="956310" y="948720"/>
                    <a:pt x="971550" y="962690"/>
                  </a:cubicBezTo>
                  <a:cubicBezTo>
                    <a:pt x="986790" y="976660"/>
                    <a:pt x="989330" y="1004600"/>
                    <a:pt x="982980" y="1031270"/>
                  </a:cubicBezTo>
                  <a:cubicBezTo>
                    <a:pt x="976630" y="1057940"/>
                    <a:pt x="937895" y="1070005"/>
                    <a:pt x="941070" y="1096040"/>
                  </a:cubicBezTo>
                  <a:cubicBezTo>
                    <a:pt x="944245" y="1122075"/>
                    <a:pt x="974090" y="1144935"/>
                    <a:pt x="998220" y="1160810"/>
                  </a:cubicBezTo>
                  <a:cubicBezTo>
                    <a:pt x="1022350" y="1176685"/>
                    <a:pt x="1036955" y="1164620"/>
                    <a:pt x="1062990" y="1176050"/>
                  </a:cubicBezTo>
                  <a:cubicBezTo>
                    <a:pt x="1089025" y="1187480"/>
                    <a:pt x="1101725" y="1202085"/>
                    <a:pt x="1127760" y="1217960"/>
                  </a:cubicBezTo>
                  <a:cubicBezTo>
                    <a:pt x="1153795" y="1233835"/>
                    <a:pt x="1166495" y="1248440"/>
                    <a:pt x="1192530" y="1256060"/>
                  </a:cubicBezTo>
                  <a:cubicBezTo>
                    <a:pt x="1218565" y="1263680"/>
                    <a:pt x="1231265" y="1252250"/>
                    <a:pt x="1257300" y="1256060"/>
                  </a:cubicBezTo>
                  <a:cubicBezTo>
                    <a:pt x="1283335" y="1259870"/>
                    <a:pt x="1302385" y="1284000"/>
                    <a:pt x="1322070" y="1275110"/>
                  </a:cubicBezTo>
                  <a:cubicBezTo>
                    <a:pt x="1341755" y="1266220"/>
                    <a:pt x="1349375" y="1236375"/>
                    <a:pt x="1356360" y="1210340"/>
                  </a:cubicBezTo>
                  <a:cubicBezTo>
                    <a:pt x="1363345" y="1184305"/>
                    <a:pt x="1359535" y="1171605"/>
                    <a:pt x="1356360" y="1145570"/>
                  </a:cubicBezTo>
                  <a:cubicBezTo>
                    <a:pt x="1353185" y="1119535"/>
                    <a:pt x="1330960" y="1095405"/>
                    <a:pt x="1341120" y="1080800"/>
                  </a:cubicBezTo>
                  <a:cubicBezTo>
                    <a:pt x="1351280" y="1066195"/>
                    <a:pt x="1379855" y="1076990"/>
                    <a:pt x="1405890" y="1073180"/>
                  </a:cubicBezTo>
                  <a:cubicBezTo>
                    <a:pt x="1431925" y="1069370"/>
                    <a:pt x="1444625" y="1070640"/>
                    <a:pt x="1470660" y="1061750"/>
                  </a:cubicBezTo>
                  <a:cubicBezTo>
                    <a:pt x="1496695" y="1052860"/>
                    <a:pt x="1509395" y="1031905"/>
                    <a:pt x="1535430" y="1027460"/>
                  </a:cubicBezTo>
                  <a:cubicBezTo>
                    <a:pt x="1561465" y="1023015"/>
                    <a:pt x="1574165" y="1030635"/>
                    <a:pt x="1600200" y="1038890"/>
                  </a:cubicBezTo>
                  <a:cubicBezTo>
                    <a:pt x="1626235" y="1047145"/>
                    <a:pt x="1638935" y="1061750"/>
                    <a:pt x="1664970" y="1069370"/>
                  </a:cubicBezTo>
                  <a:cubicBezTo>
                    <a:pt x="1691005" y="1076990"/>
                    <a:pt x="1703705" y="1083975"/>
                    <a:pt x="1729740" y="1076990"/>
                  </a:cubicBezTo>
                  <a:cubicBezTo>
                    <a:pt x="1755775" y="1070005"/>
                    <a:pt x="1768475" y="1055400"/>
                    <a:pt x="1794510" y="1035080"/>
                  </a:cubicBezTo>
                  <a:cubicBezTo>
                    <a:pt x="1820545" y="1014760"/>
                    <a:pt x="1833245" y="993170"/>
                    <a:pt x="1859280" y="974120"/>
                  </a:cubicBezTo>
                  <a:cubicBezTo>
                    <a:pt x="1885315" y="955070"/>
                    <a:pt x="1898015" y="943005"/>
                    <a:pt x="1924050" y="939830"/>
                  </a:cubicBezTo>
                  <a:cubicBezTo>
                    <a:pt x="1950085" y="936655"/>
                    <a:pt x="1962785" y="951895"/>
                    <a:pt x="1988820" y="958880"/>
                  </a:cubicBezTo>
                  <a:cubicBezTo>
                    <a:pt x="2014855" y="965865"/>
                    <a:pt x="2027555" y="969040"/>
                    <a:pt x="2053590" y="974120"/>
                  </a:cubicBezTo>
                  <a:cubicBezTo>
                    <a:pt x="2079625" y="979200"/>
                    <a:pt x="2092325" y="970945"/>
                    <a:pt x="2118360" y="985550"/>
                  </a:cubicBezTo>
                  <a:cubicBezTo>
                    <a:pt x="2144395" y="1000155"/>
                    <a:pt x="2167890" y="1021110"/>
                    <a:pt x="2183130" y="1046510"/>
                  </a:cubicBezTo>
                  <a:cubicBezTo>
                    <a:pt x="2198370" y="1071910"/>
                    <a:pt x="2184400" y="1085245"/>
                    <a:pt x="2194560" y="1111280"/>
                  </a:cubicBezTo>
                  <a:cubicBezTo>
                    <a:pt x="2204720" y="1137315"/>
                    <a:pt x="2212340" y="1162080"/>
                    <a:pt x="2232660" y="1176050"/>
                  </a:cubicBezTo>
                  <a:cubicBezTo>
                    <a:pt x="2252980" y="1190020"/>
                    <a:pt x="2271395" y="1177320"/>
                    <a:pt x="2297430" y="1179860"/>
                  </a:cubicBezTo>
                  <a:cubicBezTo>
                    <a:pt x="2323465" y="1182400"/>
                    <a:pt x="2336165" y="1183670"/>
                    <a:pt x="2362200" y="1187480"/>
                  </a:cubicBezTo>
                  <a:cubicBezTo>
                    <a:pt x="2388235" y="1191290"/>
                    <a:pt x="2400935" y="1197640"/>
                    <a:pt x="2426970" y="1198910"/>
                  </a:cubicBezTo>
                  <a:cubicBezTo>
                    <a:pt x="2453005" y="1200180"/>
                    <a:pt x="2465070" y="1194465"/>
                    <a:pt x="2491740" y="1195100"/>
                  </a:cubicBezTo>
                  <a:cubicBezTo>
                    <a:pt x="2518410" y="1195735"/>
                    <a:pt x="2533650" y="1198910"/>
                    <a:pt x="2560320" y="1202720"/>
                  </a:cubicBezTo>
                  <a:cubicBezTo>
                    <a:pt x="2586990" y="1206530"/>
                    <a:pt x="2600960" y="1198910"/>
                    <a:pt x="2625090" y="1214150"/>
                  </a:cubicBezTo>
                  <a:cubicBezTo>
                    <a:pt x="2649220" y="1229390"/>
                    <a:pt x="2672080" y="1252885"/>
                    <a:pt x="2682240" y="1278920"/>
                  </a:cubicBezTo>
                  <a:cubicBezTo>
                    <a:pt x="2692400" y="1304955"/>
                    <a:pt x="2662555" y="1323370"/>
                    <a:pt x="2674620" y="1343690"/>
                  </a:cubicBezTo>
                  <a:cubicBezTo>
                    <a:pt x="2686685" y="1364010"/>
                    <a:pt x="2716530" y="1374170"/>
                    <a:pt x="2743200" y="1381790"/>
                  </a:cubicBezTo>
                  <a:cubicBezTo>
                    <a:pt x="2769870" y="1389410"/>
                    <a:pt x="2795270" y="1394490"/>
                    <a:pt x="2807970" y="1381790"/>
                  </a:cubicBezTo>
                  <a:cubicBezTo>
                    <a:pt x="2820670" y="1369090"/>
                    <a:pt x="2807970" y="1343690"/>
                    <a:pt x="2807970" y="1317020"/>
                  </a:cubicBezTo>
                  <a:cubicBezTo>
                    <a:pt x="2807970" y="1290350"/>
                    <a:pt x="2795270" y="1263045"/>
                    <a:pt x="2807970" y="1248440"/>
                  </a:cubicBezTo>
                  <a:cubicBezTo>
                    <a:pt x="2820670" y="1233835"/>
                    <a:pt x="2846705" y="1252250"/>
                    <a:pt x="2872740" y="1244630"/>
                  </a:cubicBezTo>
                  <a:cubicBezTo>
                    <a:pt x="2898775" y="1237010"/>
                    <a:pt x="2911475" y="1226215"/>
                    <a:pt x="2937510" y="1210340"/>
                  </a:cubicBezTo>
                  <a:cubicBezTo>
                    <a:pt x="2963545" y="1194465"/>
                    <a:pt x="2976245" y="1179225"/>
                    <a:pt x="3002280" y="1164620"/>
                  </a:cubicBezTo>
                  <a:cubicBezTo>
                    <a:pt x="3028315" y="1150015"/>
                    <a:pt x="3041015" y="1145570"/>
                    <a:pt x="3067050" y="1137950"/>
                  </a:cubicBezTo>
                  <a:cubicBezTo>
                    <a:pt x="3093085" y="1130330"/>
                    <a:pt x="3120390" y="1128425"/>
                    <a:pt x="3131820" y="11265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10310" y="10036"/>
              <a:ext cx="576" cy="513"/>
            </a:xfrm>
            <a:custGeom>
              <a:avLst/>
              <a:gdLst>
                <a:gd name="connisteX0" fmla="*/ 289436 w 365643"/>
                <a:gd name="connsiteY0" fmla="*/ 141 h 325825"/>
                <a:gd name="connisteX1" fmla="*/ 224666 w 365643"/>
                <a:gd name="connsiteY1" fmla="*/ 7761 h 325825"/>
                <a:gd name="connisteX2" fmla="*/ 159896 w 365643"/>
                <a:gd name="connsiteY2" fmla="*/ 26811 h 325825"/>
                <a:gd name="connisteX3" fmla="*/ 95126 w 365643"/>
                <a:gd name="connsiteY3" fmla="*/ 61101 h 325825"/>
                <a:gd name="connisteX4" fmla="*/ 41786 w 365643"/>
                <a:gd name="connsiteY4" fmla="*/ 125871 h 325825"/>
                <a:gd name="connisteX5" fmla="*/ 3686 w 365643"/>
                <a:gd name="connsiteY5" fmla="*/ 190641 h 325825"/>
                <a:gd name="connisteX6" fmla="*/ 3686 w 365643"/>
                <a:gd name="connsiteY6" fmla="*/ 255411 h 325825"/>
                <a:gd name="connisteX7" fmla="*/ 11306 w 365643"/>
                <a:gd name="connsiteY7" fmla="*/ 320181 h 325825"/>
                <a:gd name="connisteX8" fmla="*/ 76076 w 365643"/>
                <a:gd name="connsiteY8" fmla="*/ 320181 h 325825"/>
                <a:gd name="connisteX9" fmla="*/ 140846 w 365643"/>
                <a:gd name="connsiteY9" fmla="*/ 320181 h 325825"/>
                <a:gd name="connisteX10" fmla="*/ 205616 w 365643"/>
                <a:gd name="connsiteY10" fmla="*/ 320181 h 325825"/>
                <a:gd name="connisteX11" fmla="*/ 262766 w 365643"/>
                <a:gd name="connsiteY11" fmla="*/ 255411 h 325825"/>
                <a:gd name="connisteX12" fmla="*/ 274196 w 365643"/>
                <a:gd name="connsiteY12" fmla="*/ 186831 h 325825"/>
                <a:gd name="connisteX13" fmla="*/ 300866 w 365643"/>
                <a:gd name="connsiteY13" fmla="*/ 122061 h 325825"/>
                <a:gd name="connisteX14" fmla="*/ 365636 w 365643"/>
                <a:gd name="connsiteY14" fmla="*/ 76341 h 325825"/>
                <a:gd name="connisteX15" fmla="*/ 304676 w 365643"/>
                <a:gd name="connsiteY15" fmla="*/ 11571 h 325825"/>
                <a:gd name="connisteX16" fmla="*/ 289436 w 365643"/>
                <a:gd name="connsiteY16" fmla="*/ 141 h 3258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</a:cxnLst>
              <a:rect l="l" t="t" r="r" b="b"/>
              <a:pathLst>
                <a:path w="365643" h="325826">
                  <a:moveTo>
                    <a:pt x="289437" y="141"/>
                  </a:moveTo>
                  <a:cubicBezTo>
                    <a:pt x="273562" y="-494"/>
                    <a:pt x="250702" y="2681"/>
                    <a:pt x="224667" y="7761"/>
                  </a:cubicBezTo>
                  <a:cubicBezTo>
                    <a:pt x="198632" y="12841"/>
                    <a:pt x="185932" y="16016"/>
                    <a:pt x="159897" y="26811"/>
                  </a:cubicBezTo>
                  <a:cubicBezTo>
                    <a:pt x="133862" y="37606"/>
                    <a:pt x="118622" y="41416"/>
                    <a:pt x="95127" y="61101"/>
                  </a:cubicBezTo>
                  <a:cubicBezTo>
                    <a:pt x="71632" y="80786"/>
                    <a:pt x="60202" y="99836"/>
                    <a:pt x="41787" y="125871"/>
                  </a:cubicBezTo>
                  <a:cubicBezTo>
                    <a:pt x="23372" y="151906"/>
                    <a:pt x="11307" y="164606"/>
                    <a:pt x="3687" y="190641"/>
                  </a:cubicBezTo>
                  <a:cubicBezTo>
                    <a:pt x="-3933" y="216676"/>
                    <a:pt x="2417" y="229376"/>
                    <a:pt x="3687" y="255411"/>
                  </a:cubicBezTo>
                  <a:cubicBezTo>
                    <a:pt x="4957" y="281446"/>
                    <a:pt x="-3298" y="307481"/>
                    <a:pt x="11307" y="320181"/>
                  </a:cubicBezTo>
                  <a:cubicBezTo>
                    <a:pt x="25912" y="332881"/>
                    <a:pt x="50042" y="320181"/>
                    <a:pt x="76077" y="320181"/>
                  </a:cubicBezTo>
                  <a:cubicBezTo>
                    <a:pt x="102112" y="320181"/>
                    <a:pt x="114812" y="320181"/>
                    <a:pt x="140847" y="320181"/>
                  </a:cubicBezTo>
                  <a:cubicBezTo>
                    <a:pt x="166882" y="320181"/>
                    <a:pt x="181487" y="332881"/>
                    <a:pt x="205617" y="320181"/>
                  </a:cubicBezTo>
                  <a:cubicBezTo>
                    <a:pt x="229747" y="307481"/>
                    <a:pt x="248797" y="282081"/>
                    <a:pt x="262767" y="255411"/>
                  </a:cubicBezTo>
                  <a:cubicBezTo>
                    <a:pt x="276737" y="228741"/>
                    <a:pt x="266577" y="213501"/>
                    <a:pt x="274197" y="186831"/>
                  </a:cubicBezTo>
                  <a:cubicBezTo>
                    <a:pt x="281817" y="160161"/>
                    <a:pt x="282452" y="144286"/>
                    <a:pt x="300867" y="122061"/>
                  </a:cubicBezTo>
                  <a:cubicBezTo>
                    <a:pt x="319282" y="99836"/>
                    <a:pt x="365002" y="98566"/>
                    <a:pt x="365637" y="76341"/>
                  </a:cubicBezTo>
                  <a:cubicBezTo>
                    <a:pt x="366272" y="54116"/>
                    <a:pt x="319917" y="26811"/>
                    <a:pt x="304677" y="11571"/>
                  </a:cubicBezTo>
                  <a:cubicBezTo>
                    <a:pt x="289437" y="-3669"/>
                    <a:pt x="305312" y="776"/>
                    <a:pt x="289437" y="141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13093" y="8146"/>
              <a:ext cx="412" cy="1068"/>
            </a:xfrm>
            <a:custGeom>
              <a:avLst/>
              <a:gdLst>
                <a:gd name="connisteX0" fmla="*/ 202327 w 261392"/>
                <a:gd name="connsiteY0" fmla="*/ 7620 h 678186"/>
                <a:gd name="connisteX1" fmla="*/ 137557 w 261392"/>
                <a:gd name="connsiteY1" fmla="*/ 60960 h 678186"/>
                <a:gd name="connisteX2" fmla="*/ 84217 w 261392"/>
                <a:gd name="connsiteY2" fmla="*/ 125730 h 678186"/>
                <a:gd name="connisteX3" fmla="*/ 57547 w 261392"/>
                <a:gd name="connsiteY3" fmla="*/ 190500 h 678186"/>
                <a:gd name="connisteX4" fmla="*/ 38497 w 261392"/>
                <a:gd name="connsiteY4" fmla="*/ 255270 h 678186"/>
                <a:gd name="connisteX5" fmla="*/ 11827 w 261392"/>
                <a:gd name="connsiteY5" fmla="*/ 320040 h 678186"/>
                <a:gd name="connisteX6" fmla="*/ 397 w 261392"/>
                <a:gd name="connsiteY6" fmla="*/ 384810 h 678186"/>
                <a:gd name="connisteX7" fmla="*/ 4207 w 261392"/>
                <a:gd name="connsiteY7" fmla="*/ 449580 h 678186"/>
                <a:gd name="connisteX8" fmla="*/ 15637 w 261392"/>
                <a:gd name="connsiteY8" fmla="*/ 514350 h 678186"/>
                <a:gd name="connisteX9" fmla="*/ 53737 w 261392"/>
                <a:gd name="connsiteY9" fmla="*/ 579120 h 678186"/>
                <a:gd name="connisteX10" fmla="*/ 118507 w 261392"/>
                <a:gd name="connsiteY10" fmla="*/ 613410 h 678186"/>
                <a:gd name="connisteX11" fmla="*/ 137557 w 261392"/>
                <a:gd name="connsiteY11" fmla="*/ 678180 h 678186"/>
                <a:gd name="connisteX12" fmla="*/ 198517 w 261392"/>
                <a:gd name="connsiteY12" fmla="*/ 609600 h 678186"/>
                <a:gd name="connisteX13" fmla="*/ 198517 w 261392"/>
                <a:gd name="connsiteY13" fmla="*/ 544830 h 678186"/>
                <a:gd name="connisteX14" fmla="*/ 202327 w 261392"/>
                <a:gd name="connsiteY14" fmla="*/ 480060 h 678186"/>
                <a:gd name="connisteX15" fmla="*/ 221377 w 261392"/>
                <a:gd name="connsiteY15" fmla="*/ 415290 h 678186"/>
                <a:gd name="connisteX16" fmla="*/ 236617 w 261392"/>
                <a:gd name="connsiteY16" fmla="*/ 350520 h 678186"/>
                <a:gd name="connisteX17" fmla="*/ 248047 w 261392"/>
                <a:gd name="connsiteY17" fmla="*/ 285750 h 678186"/>
                <a:gd name="connisteX18" fmla="*/ 248047 w 261392"/>
                <a:gd name="connsiteY18" fmla="*/ 220980 h 678186"/>
                <a:gd name="connisteX19" fmla="*/ 248047 w 261392"/>
                <a:gd name="connsiteY19" fmla="*/ 156210 h 678186"/>
                <a:gd name="connisteX20" fmla="*/ 259477 w 261392"/>
                <a:gd name="connsiteY20" fmla="*/ 91440 h 678186"/>
                <a:gd name="connisteX21" fmla="*/ 251857 w 261392"/>
                <a:gd name="connsiteY21" fmla="*/ 26670 h 678186"/>
                <a:gd name="connisteX22" fmla="*/ 187087 w 261392"/>
                <a:gd name="connsiteY22" fmla="*/ 3810 h 678186"/>
                <a:gd name="connisteX23" fmla="*/ 202327 w 261392"/>
                <a:gd name="connsiteY23" fmla="*/ 7620 h 6781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</a:cxnLst>
              <a:rect l="l" t="t" r="r" b="b"/>
              <a:pathLst>
                <a:path w="261393" h="678187">
                  <a:moveTo>
                    <a:pt x="202328" y="7620"/>
                  </a:moveTo>
                  <a:cubicBezTo>
                    <a:pt x="192168" y="19050"/>
                    <a:pt x="161053" y="37465"/>
                    <a:pt x="137558" y="60960"/>
                  </a:cubicBezTo>
                  <a:cubicBezTo>
                    <a:pt x="114063" y="84455"/>
                    <a:pt x="100093" y="99695"/>
                    <a:pt x="84218" y="125730"/>
                  </a:cubicBezTo>
                  <a:cubicBezTo>
                    <a:pt x="68343" y="151765"/>
                    <a:pt x="66438" y="164465"/>
                    <a:pt x="57548" y="190500"/>
                  </a:cubicBezTo>
                  <a:cubicBezTo>
                    <a:pt x="48658" y="216535"/>
                    <a:pt x="47388" y="229235"/>
                    <a:pt x="38498" y="255270"/>
                  </a:cubicBezTo>
                  <a:cubicBezTo>
                    <a:pt x="29608" y="281305"/>
                    <a:pt x="19448" y="294005"/>
                    <a:pt x="11828" y="320040"/>
                  </a:cubicBezTo>
                  <a:cubicBezTo>
                    <a:pt x="4208" y="346075"/>
                    <a:pt x="1668" y="358775"/>
                    <a:pt x="398" y="384810"/>
                  </a:cubicBezTo>
                  <a:cubicBezTo>
                    <a:pt x="-872" y="410845"/>
                    <a:pt x="1033" y="423545"/>
                    <a:pt x="4208" y="449580"/>
                  </a:cubicBezTo>
                  <a:cubicBezTo>
                    <a:pt x="7383" y="475615"/>
                    <a:pt x="5478" y="488315"/>
                    <a:pt x="15638" y="514350"/>
                  </a:cubicBezTo>
                  <a:cubicBezTo>
                    <a:pt x="25798" y="540385"/>
                    <a:pt x="33418" y="559435"/>
                    <a:pt x="53738" y="579120"/>
                  </a:cubicBezTo>
                  <a:cubicBezTo>
                    <a:pt x="74058" y="598805"/>
                    <a:pt x="101998" y="593725"/>
                    <a:pt x="118508" y="613410"/>
                  </a:cubicBezTo>
                  <a:cubicBezTo>
                    <a:pt x="135018" y="633095"/>
                    <a:pt x="121683" y="678815"/>
                    <a:pt x="137558" y="678180"/>
                  </a:cubicBezTo>
                  <a:cubicBezTo>
                    <a:pt x="153433" y="677545"/>
                    <a:pt x="186453" y="636270"/>
                    <a:pt x="198518" y="609600"/>
                  </a:cubicBezTo>
                  <a:cubicBezTo>
                    <a:pt x="210583" y="582930"/>
                    <a:pt x="197883" y="570865"/>
                    <a:pt x="198518" y="544830"/>
                  </a:cubicBezTo>
                  <a:cubicBezTo>
                    <a:pt x="199153" y="518795"/>
                    <a:pt x="197883" y="506095"/>
                    <a:pt x="202328" y="480060"/>
                  </a:cubicBezTo>
                  <a:cubicBezTo>
                    <a:pt x="206773" y="454025"/>
                    <a:pt x="214393" y="441325"/>
                    <a:pt x="221378" y="415290"/>
                  </a:cubicBezTo>
                  <a:cubicBezTo>
                    <a:pt x="228363" y="389255"/>
                    <a:pt x="231538" y="376555"/>
                    <a:pt x="236618" y="350520"/>
                  </a:cubicBezTo>
                  <a:cubicBezTo>
                    <a:pt x="241698" y="324485"/>
                    <a:pt x="245508" y="311785"/>
                    <a:pt x="248048" y="285750"/>
                  </a:cubicBezTo>
                  <a:cubicBezTo>
                    <a:pt x="250588" y="259715"/>
                    <a:pt x="248048" y="247015"/>
                    <a:pt x="248048" y="220980"/>
                  </a:cubicBezTo>
                  <a:cubicBezTo>
                    <a:pt x="248048" y="194945"/>
                    <a:pt x="245508" y="182245"/>
                    <a:pt x="248048" y="156210"/>
                  </a:cubicBezTo>
                  <a:cubicBezTo>
                    <a:pt x="250588" y="130175"/>
                    <a:pt x="258843" y="117475"/>
                    <a:pt x="259478" y="91440"/>
                  </a:cubicBezTo>
                  <a:cubicBezTo>
                    <a:pt x="260113" y="65405"/>
                    <a:pt x="266463" y="44450"/>
                    <a:pt x="251858" y="26670"/>
                  </a:cubicBezTo>
                  <a:cubicBezTo>
                    <a:pt x="237253" y="8890"/>
                    <a:pt x="197248" y="7620"/>
                    <a:pt x="187088" y="3810"/>
                  </a:cubicBezTo>
                  <a:cubicBezTo>
                    <a:pt x="176928" y="0"/>
                    <a:pt x="212488" y="-3810"/>
                    <a:pt x="202328" y="762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11192" y="5883"/>
              <a:ext cx="2052" cy="3678"/>
            </a:xfrm>
            <a:custGeom>
              <a:avLst/>
              <a:gdLst>
                <a:gd name="connisteX0" fmla="*/ 0 w 1303068"/>
                <a:gd name="connsiteY0" fmla="*/ 2335530 h 2335530"/>
                <a:gd name="connisteX1" fmla="*/ 64770 w 1303068"/>
                <a:gd name="connsiteY1" fmla="*/ 2308860 h 2335530"/>
                <a:gd name="connisteX2" fmla="*/ 129540 w 1303068"/>
                <a:gd name="connsiteY2" fmla="*/ 2240280 h 2335530"/>
                <a:gd name="connisteX3" fmla="*/ 194310 w 1303068"/>
                <a:gd name="connsiteY3" fmla="*/ 2205990 h 2335530"/>
                <a:gd name="connisteX4" fmla="*/ 259080 w 1303068"/>
                <a:gd name="connsiteY4" fmla="*/ 2171700 h 2335530"/>
                <a:gd name="connisteX5" fmla="*/ 323850 w 1303068"/>
                <a:gd name="connsiteY5" fmla="*/ 2145030 h 2335530"/>
                <a:gd name="connisteX6" fmla="*/ 388620 w 1303068"/>
                <a:gd name="connsiteY6" fmla="*/ 2095500 h 2335530"/>
                <a:gd name="connisteX7" fmla="*/ 453390 w 1303068"/>
                <a:gd name="connsiteY7" fmla="*/ 2072640 h 2335530"/>
                <a:gd name="connisteX8" fmla="*/ 518160 w 1303068"/>
                <a:gd name="connsiteY8" fmla="*/ 2053590 h 2335530"/>
                <a:gd name="connisteX9" fmla="*/ 582930 w 1303068"/>
                <a:gd name="connsiteY9" fmla="*/ 2034540 h 2335530"/>
                <a:gd name="connisteX10" fmla="*/ 647700 w 1303068"/>
                <a:gd name="connsiteY10" fmla="*/ 2019300 h 2335530"/>
                <a:gd name="connisteX11" fmla="*/ 712470 w 1303068"/>
                <a:gd name="connsiteY11" fmla="*/ 1969770 h 2335530"/>
                <a:gd name="connisteX12" fmla="*/ 758190 w 1303068"/>
                <a:gd name="connsiteY12" fmla="*/ 1905000 h 2335530"/>
                <a:gd name="connisteX13" fmla="*/ 803910 w 1303068"/>
                <a:gd name="connsiteY13" fmla="*/ 1840230 h 2335530"/>
                <a:gd name="connisteX14" fmla="*/ 864870 w 1303068"/>
                <a:gd name="connsiteY14" fmla="*/ 1775460 h 2335530"/>
                <a:gd name="connisteX15" fmla="*/ 902970 w 1303068"/>
                <a:gd name="connsiteY15" fmla="*/ 1710690 h 2335530"/>
                <a:gd name="connisteX16" fmla="*/ 929640 w 1303068"/>
                <a:gd name="connsiteY16" fmla="*/ 1645920 h 2335530"/>
                <a:gd name="connisteX17" fmla="*/ 956310 w 1303068"/>
                <a:gd name="connsiteY17" fmla="*/ 1581150 h 2335530"/>
                <a:gd name="connisteX18" fmla="*/ 971550 w 1303068"/>
                <a:gd name="connsiteY18" fmla="*/ 1516380 h 2335530"/>
                <a:gd name="connisteX19" fmla="*/ 1005840 w 1303068"/>
                <a:gd name="connsiteY19" fmla="*/ 1451610 h 2335530"/>
                <a:gd name="connisteX20" fmla="*/ 1055370 w 1303068"/>
                <a:gd name="connsiteY20" fmla="*/ 1386840 h 2335530"/>
                <a:gd name="connisteX21" fmla="*/ 1085850 w 1303068"/>
                <a:gd name="connsiteY21" fmla="*/ 1322070 h 2335530"/>
                <a:gd name="connisteX22" fmla="*/ 1131570 w 1303068"/>
                <a:gd name="connsiteY22" fmla="*/ 1257300 h 2335530"/>
                <a:gd name="connisteX23" fmla="*/ 1169670 w 1303068"/>
                <a:gd name="connsiteY23" fmla="*/ 1192530 h 2335530"/>
                <a:gd name="connisteX24" fmla="*/ 1188720 w 1303068"/>
                <a:gd name="connsiteY24" fmla="*/ 1123950 h 2335530"/>
                <a:gd name="connisteX25" fmla="*/ 1188720 w 1303068"/>
                <a:gd name="connsiteY25" fmla="*/ 1059180 h 2335530"/>
                <a:gd name="connisteX26" fmla="*/ 1200150 w 1303068"/>
                <a:gd name="connsiteY26" fmla="*/ 994410 h 2335530"/>
                <a:gd name="connisteX27" fmla="*/ 1249680 w 1303068"/>
                <a:gd name="connsiteY27" fmla="*/ 929640 h 2335530"/>
                <a:gd name="connisteX28" fmla="*/ 1291590 w 1303068"/>
                <a:gd name="connsiteY28" fmla="*/ 864870 h 2335530"/>
                <a:gd name="connisteX29" fmla="*/ 1303020 w 1303068"/>
                <a:gd name="connsiteY29" fmla="*/ 800100 h 2335530"/>
                <a:gd name="connisteX30" fmla="*/ 1295400 w 1303068"/>
                <a:gd name="connsiteY30" fmla="*/ 735330 h 2335530"/>
                <a:gd name="connisteX31" fmla="*/ 1291590 w 1303068"/>
                <a:gd name="connsiteY31" fmla="*/ 670560 h 2335530"/>
                <a:gd name="connisteX32" fmla="*/ 1226820 w 1303068"/>
                <a:gd name="connsiteY32" fmla="*/ 628650 h 2335530"/>
                <a:gd name="connisteX33" fmla="*/ 1162050 w 1303068"/>
                <a:gd name="connsiteY33" fmla="*/ 628650 h 2335530"/>
                <a:gd name="connisteX34" fmla="*/ 1097280 w 1303068"/>
                <a:gd name="connsiteY34" fmla="*/ 628650 h 2335530"/>
                <a:gd name="connisteX35" fmla="*/ 1059180 w 1303068"/>
                <a:gd name="connsiteY35" fmla="*/ 563880 h 2335530"/>
                <a:gd name="connisteX36" fmla="*/ 1120140 w 1303068"/>
                <a:gd name="connsiteY36" fmla="*/ 495300 h 2335530"/>
                <a:gd name="connisteX37" fmla="*/ 1158240 w 1303068"/>
                <a:gd name="connsiteY37" fmla="*/ 430530 h 2335530"/>
                <a:gd name="connisteX38" fmla="*/ 1173480 w 1303068"/>
                <a:gd name="connsiteY38" fmla="*/ 365760 h 2335530"/>
                <a:gd name="connisteX39" fmla="*/ 1165860 w 1303068"/>
                <a:gd name="connsiteY39" fmla="*/ 300990 h 2335530"/>
                <a:gd name="connisteX40" fmla="*/ 1101090 w 1303068"/>
                <a:gd name="connsiteY40" fmla="*/ 259080 h 2335530"/>
                <a:gd name="connisteX41" fmla="*/ 1047750 w 1303068"/>
                <a:gd name="connsiteY41" fmla="*/ 194310 h 2335530"/>
                <a:gd name="connisteX42" fmla="*/ 1005840 w 1303068"/>
                <a:gd name="connsiteY42" fmla="*/ 129540 h 2335530"/>
                <a:gd name="connisteX43" fmla="*/ 975360 w 1303068"/>
                <a:gd name="connsiteY43" fmla="*/ 64770 h 2335530"/>
                <a:gd name="connisteX44" fmla="*/ 929640 w 1303068"/>
                <a:gd name="connsiteY44" fmla="*/ 0 h 23355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</a:cxnLst>
              <a:rect l="l" t="t" r="r" b="b"/>
              <a:pathLst>
                <a:path w="1303069" h="2335530">
                  <a:moveTo>
                    <a:pt x="0" y="2335530"/>
                  </a:moveTo>
                  <a:cubicBezTo>
                    <a:pt x="11430" y="2331720"/>
                    <a:pt x="38735" y="2327910"/>
                    <a:pt x="64770" y="2308860"/>
                  </a:cubicBezTo>
                  <a:cubicBezTo>
                    <a:pt x="90805" y="2289810"/>
                    <a:pt x="103505" y="2260600"/>
                    <a:pt x="129540" y="2240280"/>
                  </a:cubicBezTo>
                  <a:cubicBezTo>
                    <a:pt x="155575" y="2219960"/>
                    <a:pt x="168275" y="2219960"/>
                    <a:pt x="194310" y="2205990"/>
                  </a:cubicBezTo>
                  <a:cubicBezTo>
                    <a:pt x="220345" y="2192020"/>
                    <a:pt x="233045" y="2183765"/>
                    <a:pt x="259080" y="2171700"/>
                  </a:cubicBezTo>
                  <a:cubicBezTo>
                    <a:pt x="285115" y="2159635"/>
                    <a:pt x="297815" y="2160270"/>
                    <a:pt x="323850" y="2145030"/>
                  </a:cubicBezTo>
                  <a:cubicBezTo>
                    <a:pt x="349885" y="2129790"/>
                    <a:pt x="362585" y="2110105"/>
                    <a:pt x="388620" y="2095500"/>
                  </a:cubicBezTo>
                  <a:cubicBezTo>
                    <a:pt x="414655" y="2080895"/>
                    <a:pt x="427355" y="2080895"/>
                    <a:pt x="453390" y="2072640"/>
                  </a:cubicBezTo>
                  <a:cubicBezTo>
                    <a:pt x="479425" y="2064385"/>
                    <a:pt x="492125" y="2061210"/>
                    <a:pt x="518160" y="2053590"/>
                  </a:cubicBezTo>
                  <a:cubicBezTo>
                    <a:pt x="544195" y="2045970"/>
                    <a:pt x="556895" y="2041525"/>
                    <a:pt x="582930" y="2034540"/>
                  </a:cubicBezTo>
                  <a:cubicBezTo>
                    <a:pt x="608965" y="2027555"/>
                    <a:pt x="621665" y="2032000"/>
                    <a:pt x="647700" y="2019300"/>
                  </a:cubicBezTo>
                  <a:cubicBezTo>
                    <a:pt x="673735" y="2006600"/>
                    <a:pt x="690245" y="1992630"/>
                    <a:pt x="712470" y="1969770"/>
                  </a:cubicBezTo>
                  <a:cubicBezTo>
                    <a:pt x="734695" y="1946910"/>
                    <a:pt x="739775" y="1931035"/>
                    <a:pt x="758190" y="1905000"/>
                  </a:cubicBezTo>
                  <a:cubicBezTo>
                    <a:pt x="776605" y="1878965"/>
                    <a:pt x="782320" y="1866265"/>
                    <a:pt x="803910" y="1840230"/>
                  </a:cubicBezTo>
                  <a:cubicBezTo>
                    <a:pt x="825500" y="1814195"/>
                    <a:pt x="845185" y="1801495"/>
                    <a:pt x="864870" y="1775460"/>
                  </a:cubicBezTo>
                  <a:cubicBezTo>
                    <a:pt x="884555" y="1749425"/>
                    <a:pt x="890270" y="1736725"/>
                    <a:pt x="902970" y="1710690"/>
                  </a:cubicBezTo>
                  <a:cubicBezTo>
                    <a:pt x="915670" y="1684655"/>
                    <a:pt x="918845" y="1671955"/>
                    <a:pt x="929640" y="1645920"/>
                  </a:cubicBezTo>
                  <a:cubicBezTo>
                    <a:pt x="940435" y="1619885"/>
                    <a:pt x="948055" y="1607185"/>
                    <a:pt x="956310" y="1581150"/>
                  </a:cubicBezTo>
                  <a:cubicBezTo>
                    <a:pt x="964565" y="1555115"/>
                    <a:pt x="961390" y="1542415"/>
                    <a:pt x="971550" y="1516380"/>
                  </a:cubicBezTo>
                  <a:cubicBezTo>
                    <a:pt x="981710" y="1490345"/>
                    <a:pt x="989330" y="1477645"/>
                    <a:pt x="1005840" y="1451610"/>
                  </a:cubicBezTo>
                  <a:cubicBezTo>
                    <a:pt x="1022350" y="1425575"/>
                    <a:pt x="1039495" y="1412875"/>
                    <a:pt x="1055370" y="1386840"/>
                  </a:cubicBezTo>
                  <a:cubicBezTo>
                    <a:pt x="1071245" y="1360805"/>
                    <a:pt x="1070610" y="1348105"/>
                    <a:pt x="1085850" y="1322070"/>
                  </a:cubicBezTo>
                  <a:cubicBezTo>
                    <a:pt x="1101090" y="1296035"/>
                    <a:pt x="1115060" y="1283335"/>
                    <a:pt x="1131570" y="1257300"/>
                  </a:cubicBezTo>
                  <a:cubicBezTo>
                    <a:pt x="1148080" y="1231265"/>
                    <a:pt x="1158240" y="1219200"/>
                    <a:pt x="1169670" y="1192530"/>
                  </a:cubicBezTo>
                  <a:cubicBezTo>
                    <a:pt x="1181100" y="1165860"/>
                    <a:pt x="1184910" y="1150620"/>
                    <a:pt x="1188720" y="1123950"/>
                  </a:cubicBezTo>
                  <a:cubicBezTo>
                    <a:pt x="1192530" y="1097280"/>
                    <a:pt x="1186180" y="1085215"/>
                    <a:pt x="1188720" y="1059180"/>
                  </a:cubicBezTo>
                  <a:cubicBezTo>
                    <a:pt x="1191260" y="1033145"/>
                    <a:pt x="1188085" y="1020445"/>
                    <a:pt x="1200150" y="994410"/>
                  </a:cubicBezTo>
                  <a:cubicBezTo>
                    <a:pt x="1212215" y="968375"/>
                    <a:pt x="1231265" y="955675"/>
                    <a:pt x="1249680" y="929640"/>
                  </a:cubicBezTo>
                  <a:cubicBezTo>
                    <a:pt x="1268095" y="903605"/>
                    <a:pt x="1280795" y="890905"/>
                    <a:pt x="1291590" y="864870"/>
                  </a:cubicBezTo>
                  <a:cubicBezTo>
                    <a:pt x="1302385" y="838835"/>
                    <a:pt x="1302385" y="826135"/>
                    <a:pt x="1303020" y="800100"/>
                  </a:cubicBezTo>
                  <a:cubicBezTo>
                    <a:pt x="1303655" y="774065"/>
                    <a:pt x="1297940" y="761365"/>
                    <a:pt x="1295400" y="735330"/>
                  </a:cubicBezTo>
                  <a:cubicBezTo>
                    <a:pt x="1292860" y="709295"/>
                    <a:pt x="1305560" y="692150"/>
                    <a:pt x="1291590" y="670560"/>
                  </a:cubicBezTo>
                  <a:cubicBezTo>
                    <a:pt x="1277620" y="648970"/>
                    <a:pt x="1252855" y="636905"/>
                    <a:pt x="1226820" y="628650"/>
                  </a:cubicBezTo>
                  <a:cubicBezTo>
                    <a:pt x="1200785" y="620395"/>
                    <a:pt x="1188085" y="628650"/>
                    <a:pt x="1162050" y="628650"/>
                  </a:cubicBezTo>
                  <a:cubicBezTo>
                    <a:pt x="1136015" y="628650"/>
                    <a:pt x="1117600" y="641350"/>
                    <a:pt x="1097280" y="628650"/>
                  </a:cubicBezTo>
                  <a:cubicBezTo>
                    <a:pt x="1076960" y="615950"/>
                    <a:pt x="1054735" y="590550"/>
                    <a:pt x="1059180" y="563880"/>
                  </a:cubicBezTo>
                  <a:cubicBezTo>
                    <a:pt x="1063625" y="537210"/>
                    <a:pt x="1100455" y="521970"/>
                    <a:pt x="1120140" y="495300"/>
                  </a:cubicBezTo>
                  <a:cubicBezTo>
                    <a:pt x="1139825" y="468630"/>
                    <a:pt x="1147445" y="456565"/>
                    <a:pt x="1158240" y="430530"/>
                  </a:cubicBezTo>
                  <a:cubicBezTo>
                    <a:pt x="1169035" y="404495"/>
                    <a:pt x="1172210" y="391795"/>
                    <a:pt x="1173480" y="365760"/>
                  </a:cubicBezTo>
                  <a:cubicBezTo>
                    <a:pt x="1174750" y="339725"/>
                    <a:pt x="1180465" y="322580"/>
                    <a:pt x="1165860" y="300990"/>
                  </a:cubicBezTo>
                  <a:cubicBezTo>
                    <a:pt x="1151255" y="279400"/>
                    <a:pt x="1124585" y="280670"/>
                    <a:pt x="1101090" y="259080"/>
                  </a:cubicBezTo>
                  <a:cubicBezTo>
                    <a:pt x="1077595" y="237490"/>
                    <a:pt x="1066800" y="220345"/>
                    <a:pt x="1047750" y="194310"/>
                  </a:cubicBezTo>
                  <a:cubicBezTo>
                    <a:pt x="1028700" y="168275"/>
                    <a:pt x="1020445" y="155575"/>
                    <a:pt x="1005840" y="129540"/>
                  </a:cubicBezTo>
                  <a:cubicBezTo>
                    <a:pt x="991235" y="103505"/>
                    <a:pt x="990600" y="90805"/>
                    <a:pt x="975360" y="64770"/>
                  </a:cubicBezTo>
                  <a:cubicBezTo>
                    <a:pt x="960120" y="38735"/>
                    <a:pt x="937895" y="11430"/>
                    <a:pt x="92964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11746" y="2928"/>
              <a:ext cx="2404" cy="2958"/>
            </a:xfrm>
            <a:custGeom>
              <a:avLst/>
              <a:gdLst>
                <a:gd name="connisteX0" fmla="*/ 581375 w 1526255"/>
                <a:gd name="connsiteY0" fmla="*/ 1878330 h 1878330"/>
                <a:gd name="connisteX1" fmla="*/ 516605 w 1526255"/>
                <a:gd name="connsiteY1" fmla="*/ 1840230 h 1878330"/>
                <a:gd name="connisteX2" fmla="*/ 451835 w 1526255"/>
                <a:gd name="connsiteY2" fmla="*/ 1798320 h 1878330"/>
                <a:gd name="connisteX3" fmla="*/ 387065 w 1526255"/>
                <a:gd name="connsiteY3" fmla="*/ 1748790 h 1878330"/>
                <a:gd name="connisteX4" fmla="*/ 352775 w 1526255"/>
                <a:gd name="connsiteY4" fmla="*/ 1684020 h 1878330"/>
                <a:gd name="connisteX5" fmla="*/ 360395 w 1526255"/>
                <a:gd name="connsiteY5" fmla="*/ 1619250 h 1878330"/>
                <a:gd name="connisteX6" fmla="*/ 425165 w 1526255"/>
                <a:gd name="connsiteY6" fmla="*/ 1558290 h 1878330"/>
                <a:gd name="connisteX7" fmla="*/ 486125 w 1526255"/>
                <a:gd name="connsiteY7" fmla="*/ 1493520 h 1878330"/>
                <a:gd name="connisteX8" fmla="*/ 550895 w 1526255"/>
                <a:gd name="connsiteY8" fmla="*/ 1432560 h 1878330"/>
                <a:gd name="connisteX9" fmla="*/ 604235 w 1526255"/>
                <a:gd name="connsiteY9" fmla="*/ 1367790 h 1878330"/>
                <a:gd name="connisteX10" fmla="*/ 669005 w 1526255"/>
                <a:gd name="connsiteY10" fmla="*/ 1310640 h 1878330"/>
                <a:gd name="connisteX11" fmla="*/ 733775 w 1526255"/>
                <a:gd name="connsiteY11" fmla="*/ 1264920 h 1878330"/>
                <a:gd name="connisteX12" fmla="*/ 790925 w 1526255"/>
                <a:gd name="connsiteY12" fmla="*/ 1200150 h 1878330"/>
                <a:gd name="connisteX13" fmla="*/ 722345 w 1526255"/>
                <a:gd name="connsiteY13" fmla="*/ 1143000 h 1878330"/>
                <a:gd name="connisteX14" fmla="*/ 657575 w 1526255"/>
                <a:gd name="connsiteY14" fmla="*/ 1135380 h 1878330"/>
                <a:gd name="connisteX15" fmla="*/ 592805 w 1526255"/>
                <a:gd name="connsiteY15" fmla="*/ 1131570 h 1878330"/>
                <a:gd name="connisteX16" fmla="*/ 528035 w 1526255"/>
                <a:gd name="connsiteY16" fmla="*/ 1139190 h 1878330"/>
                <a:gd name="connisteX17" fmla="*/ 463265 w 1526255"/>
                <a:gd name="connsiteY17" fmla="*/ 1154430 h 1878330"/>
                <a:gd name="connisteX18" fmla="*/ 398495 w 1526255"/>
                <a:gd name="connsiteY18" fmla="*/ 1181100 h 1878330"/>
                <a:gd name="connisteX19" fmla="*/ 360395 w 1526255"/>
                <a:gd name="connsiteY19" fmla="*/ 1245870 h 1878330"/>
                <a:gd name="connisteX20" fmla="*/ 295625 w 1526255"/>
                <a:gd name="connsiteY20" fmla="*/ 1287780 h 1878330"/>
                <a:gd name="connisteX21" fmla="*/ 242285 w 1526255"/>
                <a:gd name="connsiteY21" fmla="*/ 1223010 h 1878330"/>
                <a:gd name="connisteX22" fmla="*/ 257525 w 1526255"/>
                <a:gd name="connsiteY22" fmla="*/ 1158240 h 1878330"/>
                <a:gd name="connisteX23" fmla="*/ 192755 w 1526255"/>
                <a:gd name="connsiteY23" fmla="*/ 1135380 h 1878330"/>
                <a:gd name="connisteX24" fmla="*/ 127985 w 1526255"/>
                <a:gd name="connsiteY24" fmla="*/ 1139190 h 1878330"/>
                <a:gd name="connisteX25" fmla="*/ 63215 w 1526255"/>
                <a:gd name="connsiteY25" fmla="*/ 1123950 h 1878330"/>
                <a:gd name="connisteX26" fmla="*/ 2255 w 1526255"/>
                <a:gd name="connsiteY26" fmla="*/ 1059180 h 1878330"/>
                <a:gd name="connisteX27" fmla="*/ 25115 w 1526255"/>
                <a:gd name="connsiteY27" fmla="*/ 994410 h 1878330"/>
                <a:gd name="connisteX28" fmla="*/ 89885 w 1526255"/>
                <a:gd name="connsiteY28" fmla="*/ 967740 h 1878330"/>
                <a:gd name="connisteX29" fmla="*/ 154655 w 1526255"/>
                <a:gd name="connsiteY29" fmla="*/ 944880 h 1878330"/>
                <a:gd name="connisteX30" fmla="*/ 219425 w 1526255"/>
                <a:gd name="connsiteY30" fmla="*/ 899160 h 1878330"/>
                <a:gd name="connisteX31" fmla="*/ 272765 w 1526255"/>
                <a:gd name="connsiteY31" fmla="*/ 834390 h 1878330"/>
                <a:gd name="connisteX32" fmla="*/ 310865 w 1526255"/>
                <a:gd name="connsiteY32" fmla="*/ 765810 h 1878330"/>
                <a:gd name="connisteX33" fmla="*/ 333725 w 1526255"/>
                <a:gd name="connsiteY33" fmla="*/ 701040 h 1878330"/>
                <a:gd name="connisteX34" fmla="*/ 371825 w 1526255"/>
                <a:gd name="connsiteY34" fmla="*/ 636270 h 1878330"/>
                <a:gd name="connisteX35" fmla="*/ 436595 w 1526255"/>
                <a:gd name="connsiteY35" fmla="*/ 605790 h 1878330"/>
                <a:gd name="connisteX36" fmla="*/ 501365 w 1526255"/>
                <a:gd name="connsiteY36" fmla="*/ 590550 h 1878330"/>
                <a:gd name="connisteX37" fmla="*/ 566135 w 1526255"/>
                <a:gd name="connsiteY37" fmla="*/ 640080 h 1878330"/>
                <a:gd name="connisteX38" fmla="*/ 550895 w 1526255"/>
                <a:gd name="connsiteY38" fmla="*/ 704850 h 1878330"/>
                <a:gd name="connisteX39" fmla="*/ 516605 w 1526255"/>
                <a:gd name="connsiteY39" fmla="*/ 769620 h 1878330"/>
                <a:gd name="connisteX40" fmla="*/ 493745 w 1526255"/>
                <a:gd name="connsiteY40" fmla="*/ 834390 h 1878330"/>
                <a:gd name="connisteX41" fmla="*/ 489935 w 1526255"/>
                <a:gd name="connsiteY41" fmla="*/ 899160 h 1878330"/>
                <a:gd name="connisteX42" fmla="*/ 554705 w 1526255"/>
                <a:gd name="connsiteY42" fmla="*/ 929640 h 1878330"/>
                <a:gd name="connisteX43" fmla="*/ 611855 w 1526255"/>
                <a:gd name="connsiteY43" fmla="*/ 864870 h 1878330"/>
                <a:gd name="connisteX44" fmla="*/ 653765 w 1526255"/>
                <a:gd name="connsiteY44" fmla="*/ 800100 h 1878330"/>
                <a:gd name="connisteX45" fmla="*/ 718535 w 1526255"/>
                <a:gd name="connsiteY45" fmla="*/ 746760 h 1878330"/>
                <a:gd name="connisteX46" fmla="*/ 783305 w 1526255"/>
                <a:gd name="connsiteY46" fmla="*/ 712470 h 1878330"/>
                <a:gd name="connisteX47" fmla="*/ 848075 w 1526255"/>
                <a:gd name="connsiteY47" fmla="*/ 674370 h 1878330"/>
                <a:gd name="connisteX48" fmla="*/ 912845 w 1526255"/>
                <a:gd name="connsiteY48" fmla="*/ 643890 h 1878330"/>
                <a:gd name="connisteX49" fmla="*/ 977615 w 1526255"/>
                <a:gd name="connsiteY49" fmla="*/ 598170 h 1878330"/>
                <a:gd name="connisteX50" fmla="*/ 1042385 w 1526255"/>
                <a:gd name="connsiteY50" fmla="*/ 544830 h 1878330"/>
                <a:gd name="connisteX51" fmla="*/ 1072865 w 1526255"/>
                <a:gd name="connsiteY51" fmla="*/ 480060 h 1878330"/>
                <a:gd name="connisteX52" fmla="*/ 1076675 w 1526255"/>
                <a:gd name="connsiteY52" fmla="*/ 415290 h 1878330"/>
                <a:gd name="connisteX53" fmla="*/ 1076675 w 1526255"/>
                <a:gd name="connsiteY53" fmla="*/ 350520 h 1878330"/>
                <a:gd name="connisteX54" fmla="*/ 1141445 w 1526255"/>
                <a:gd name="connsiteY54" fmla="*/ 297180 h 1878330"/>
                <a:gd name="connisteX55" fmla="*/ 1206215 w 1526255"/>
                <a:gd name="connsiteY55" fmla="*/ 297180 h 1878330"/>
                <a:gd name="connisteX56" fmla="*/ 1270985 w 1526255"/>
                <a:gd name="connsiteY56" fmla="*/ 297180 h 1878330"/>
                <a:gd name="connisteX57" fmla="*/ 1331945 w 1526255"/>
                <a:gd name="connsiteY57" fmla="*/ 232410 h 1878330"/>
                <a:gd name="connisteX58" fmla="*/ 1331945 w 1526255"/>
                <a:gd name="connsiteY58" fmla="*/ 167640 h 1878330"/>
                <a:gd name="connisteX59" fmla="*/ 1396715 w 1526255"/>
                <a:gd name="connsiteY59" fmla="*/ 110490 h 1878330"/>
                <a:gd name="connisteX60" fmla="*/ 1461485 w 1526255"/>
                <a:gd name="connsiteY60" fmla="*/ 53340 h 1878330"/>
                <a:gd name="connisteX61" fmla="*/ 1526255 w 1526255"/>
                <a:gd name="connsiteY61" fmla="*/ 0 h 18783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</a:cxnLst>
              <a:rect l="l" t="t" r="r" b="b"/>
              <a:pathLst>
                <a:path w="1526256" h="1878330">
                  <a:moveTo>
                    <a:pt x="581376" y="1878330"/>
                  </a:moveTo>
                  <a:cubicBezTo>
                    <a:pt x="569946" y="1871345"/>
                    <a:pt x="542641" y="1856105"/>
                    <a:pt x="516606" y="1840230"/>
                  </a:cubicBezTo>
                  <a:cubicBezTo>
                    <a:pt x="490571" y="1824355"/>
                    <a:pt x="477871" y="1816735"/>
                    <a:pt x="451836" y="1798320"/>
                  </a:cubicBezTo>
                  <a:cubicBezTo>
                    <a:pt x="425801" y="1779905"/>
                    <a:pt x="406751" y="1771650"/>
                    <a:pt x="387066" y="1748790"/>
                  </a:cubicBezTo>
                  <a:cubicBezTo>
                    <a:pt x="367381" y="1725930"/>
                    <a:pt x="357856" y="1710055"/>
                    <a:pt x="352776" y="1684020"/>
                  </a:cubicBezTo>
                  <a:cubicBezTo>
                    <a:pt x="347696" y="1657985"/>
                    <a:pt x="345791" y="1644650"/>
                    <a:pt x="360396" y="1619250"/>
                  </a:cubicBezTo>
                  <a:cubicBezTo>
                    <a:pt x="375001" y="1593850"/>
                    <a:pt x="399766" y="1583690"/>
                    <a:pt x="425166" y="1558290"/>
                  </a:cubicBezTo>
                  <a:cubicBezTo>
                    <a:pt x="450566" y="1532890"/>
                    <a:pt x="460726" y="1518920"/>
                    <a:pt x="486126" y="1493520"/>
                  </a:cubicBezTo>
                  <a:cubicBezTo>
                    <a:pt x="511526" y="1468120"/>
                    <a:pt x="527401" y="1457960"/>
                    <a:pt x="550896" y="1432560"/>
                  </a:cubicBezTo>
                  <a:cubicBezTo>
                    <a:pt x="574391" y="1407160"/>
                    <a:pt x="580741" y="1391920"/>
                    <a:pt x="604236" y="1367790"/>
                  </a:cubicBezTo>
                  <a:cubicBezTo>
                    <a:pt x="627731" y="1343660"/>
                    <a:pt x="642971" y="1330960"/>
                    <a:pt x="669006" y="1310640"/>
                  </a:cubicBezTo>
                  <a:cubicBezTo>
                    <a:pt x="695041" y="1290320"/>
                    <a:pt x="709646" y="1287145"/>
                    <a:pt x="733776" y="1264920"/>
                  </a:cubicBezTo>
                  <a:cubicBezTo>
                    <a:pt x="757906" y="1242695"/>
                    <a:pt x="793466" y="1224280"/>
                    <a:pt x="790926" y="1200150"/>
                  </a:cubicBezTo>
                  <a:cubicBezTo>
                    <a:pt x="788386" y="1176020"/>
                    <a:pt x="749016" y="1155700"/>
                    <a:pt x="722346" y="1143000"/>
                  </a:cubicBezTo>
                  <a:cubicBezTo>
                    <a:pt x="695676" y="1130300"/>
                    <a:pt x="683611" y="1137920"/>
                    <a:pt x="657576" y="1135380"/>
                  </a:cubicBezTo>
                  <a:cubicBezTo>
                    <a:pt x="631541" y="1132840"/>
                    <a:pt x="618841" y="1130935"/>
                    <a:pt x="592806" y="1131570"/>
                  </a:cubicBezTo>
                  <a:cubicBezTo>
                    <a:pt x="566771" y="1132205"/>
                    <a:pt x="554071" y="1134745"/>
                    <a:pt x="528036" y="1139190"/>
                  </a:cubicBezTo>
                  <a:cubicBezTo>
                    <a:pt x="502001" y="1143635"/>
                    <a:pt x="489301" y="1146175"/>
                    <a:pt x="463266" y="1154430"/>
                  </a:cubicBezTo>
                  <a:cubicBezTo>
                    <a:pt x="437231" y="1162685"/>
                    <a:pt x="418816" y="1162685"/>
                    <a:pt x="398496" y="1181100"/>
                  </a:cubicBezTo>
                  <a:cubicBezTo>
                    <a:pt x="378176" y="1199515"/>
                    <a:pt x="380716" y="1224280"/>
                    <a:pt x="360396" y="1245870"/>
                  </a:cubicBezTo>
                  <a:cubicBezTo>
                    <a:pt x="340076" y="1267460"/>
                    <a:pt x="319121" y="1292225"/>
                    <a:pt x="295626" y="1287780"/>
                  </a:cubicBezTo>
                  <a:cubicBezTo>
                    <a:pt x="272131" y="1283335"/>
                    <a:pt x="249906" y="1249045"/>
                    <a:pt x="242286" y="1223010"/>
                  </a:cubicBezTo>
                  <a:cubicBezTo>
                    <a:pt x="234666" y="1196975"/>
                    <a:pt x="267686" y="1176020"/>
                    <a:pt x="257526" y="1158240"/>
                  </a:cubicBezTo>
                  <a:cubicBezTo>
                    <a:pt x="247366" y="1140460"/>
                    <a:pt x="218791" y="1139190"/>
                    <a:pt x="192756" y="1135380"/>
                  </a:cubicBezTo>
                  <a:cubicBezTo>
                    <a:pt x="166721" y="1131570"/>
                    <a:pt x="154021" y="1141730"/>
                    <a:pt x="127986" y="1139190"/>
                  </a:cubicBezTo>
                  <a:cubicBezTo>
                    <a:pt x="101951" y="1136650"/>
                    <a:pt x="88616" y="1139825"/>
                    <a:pt x="63216" y="1123950"/>
                  </a:cubicBezTo>
                  <a:cubicBezTo>
                    <a:pt x="37816" y="1108075"/>
                    <a:pt x="9876" y="1085215"/>
                    <a:pt x="2256" y="1059180"/>
                  </a:cubicBezTo>
                  <a:cubicBezTo>
                    <a:pt x="-5364" y="1033145"/>
                    <a:pt x="7336" y="1012825"/>
                    <a:pt x="25116" y="994410"/>
                  </a:cubicBezTo>
                  <a:cubicBezTo>
                    <a:pt x="42896" y="975995"/>
                    <a:pt x="63851" y="977900"/>
                    <a:pt x="89886" y="967740"/>
                  </a:cubicBezTo>
                  <a:cubicBezTo>
                    <a:pt x="115921" y="957580"/>
                    <a:pt x="128621" y="958850"/>
                    <a:pt x="154656" y="944880"/>
                  </a:cubicBezTo>
                  <a:cubicBezTo>
                    <a:pt x="180691" y="930910"/>
                    <a:pt x="195931" y="921385"/>
                    <a:pt x="219426" y="899160"/>
                  </a:cubicBezTo>
                  <a:cubicBezTo>
                    <a:pt x="242921" y="876935"/>
                    <a:pt x="254351" y="861060"/>
                    <a:pt x="272766" y="834390"/>
                  </a:cubicBezTo>
                  <a:cubicBezTo>
                    <a:pt x="291181" y="807720"/>
                    <a:pt x="298801" y="792480"/>
                    <a:pt x="310866" y="765810"/>
                  </a:cubicBezTo>
                  <a:cubicBezTo>
                    <a:pt x="322931" y="739140"/>
                    <a:pt x="321661" y="727075"/>
                    <a:pt x="333726" y="701040"/>
                  </a:cubicBezTo>
                  <a:cubicBezTo>
                    <a:pt x="345791" y="675005"/>
                    <a:pt x="351506" y="655320"/>
                    <a:pt x="371826" y="636270"/>
                  </a:cubicBezTo>
                  <a:cubicBezTo>
                    <a:pt x="392146" y="617220"/>
                    <a:pt x="410561" y="614680"/>
                    <a:pt x="436596" y="605790"/>
                  </a:cubicBezTo>
                  <a:cubicBezTo>
                    <a:pt x="462631" y="596900"/>
                    <a:pt x="475331" y="583565"/>
                    <a:pt x="501366" y="590550"/>
                  </a:cubicBezTo>
                  <a:cubicBezTo>
                    <a:pt x="527401" y="597535"/>
                    <a:pt x="555976" y="617220"/>
                    <a:pt x="566136" y="640080"/>
                  </a:cubicBezTo>
                  <a:cubicBezTo>
                    <a:pt x="576296" y="662940"/>
                    <a:pt x="561056" y="678815"/>
                    <a:pt x="550896" y="704850"/>
                  </a:cubicBezTo>
                  <a:cubicBezTo>
                    <a:pt x="540736" y="730885"/>
                    <a:pt x="528036" y="743585"/>
                    <a:pt x="516606" y="769620"/>
                  </a:cubicBezTo>
                  <a:cubicBezTo>
                    <a:pt x="505176" y="795655"/>
                    <a:pt x="498826" y="808355"/>
                    <a:pt x="493746" y="834390"/>
                  </a:cubicBezTo>
                  <a:cubicBezTo>
                    <a:pt x="488666" y="860425"/>
                    <a:pt x="477871" y="880110"/>
                    <a:pt x="489936" y="899160"/>
                  </a:cubicBezTo>
                  <a:cubicBezTo>
                    <a:pt x="502001" y="918210"/>
                    <a:pt x="530576" y="936625"/>
                    <a:pt x="554706" y="929640"/>
                  </a:cubicBezTo>
                  <a:cubicBezTo>
                    <a:pt x="578836" y="922655"/>
                    <a:pt x="592171" y="890905"/>
                    <a:pt x="611856" y="864870"/>
                  </a:cubicBezTo>
                  <a:cubicBezTo>
                    <a:pt x="631541" y="838835"/>
                    <a:pt x="632176" y="823595"/>
                    <a:pt x="653766" y="800100"/>
                  </a:cubicBezTo>
                  <a:cubicBezTo>
                    <a:pt x="675356" y="776605"/>
                    <a:pt x="692501" y="764540"/>
                    <a:pt x="718536" y="746760"/>
                  </a:cubicBezTo>
                  <a:cubicBezTo>
                    <a:pt x="744571" y="728980"/>
                    <a:pt x="757271" y="727075"/>
                    <a:pt x="783306" y="712470"/>
                  </a:cubicBezTo>
                  <a:cubicBezTo>
                    <a:pt x="809341" y="697865"/>
                    <a:pt x="822041" y="688340"/>
                    <a:pt x="848076" y="674370"/>
                  </a:cubicBezTo>
                  <a:cubicBezTo>
                    <a:pt x="874111" y="660400"/>
                    <a:pt x="886811" y="659130"/>
                    <a:pt x="912846" y="643890"/>
                  </a:cubicBezTo>
                  <a:cubicBezTo>
                    <a:pt x="938881" y="628650"/>
                    <a:pt x="951581" y="617855"/>
                    <a:pt x="977616" y="598170"/>
                  </a:cubicBezTo>
                  <a:cubicBezTo>
                    <a:pt x="1003651" y="578485"/>
                    <a:pt x="1023336" y="568325"/>
                    <a:pt x="1042386" y="544830"/>
                  </a:cubicBezTo>
                  <a:cubicBezTo>
                    <a:pt x="1061436" y="521335"/>
                    <a:pt x="1065881" y="506095"/>
                    <a:pt x="1072866" y="480060"/>
                  </a:cubicBezTo>
                  <a:cubicBezTo>
                    <a:pt x="1079851" y="454025"/>
                    <a:pt x="1076041" y="441325"/>
                    <a:pt x="1076676" y="415290"/>
                  </a:cubicBezTo>
                  <a:cubicBezTo>
                    <a:pt x="1077311" y="389255"/>
                    <a:pt x="1063976" y="374015"/>
                    <a:pt x="1076676" y="350520"/>
                  </a:cubicBezTo>
                  <a:cubicBezTo>
                    <a:pt x="1089376" y="327025"/>
                    <a:pt x="1115411" y="307975"/>
                    <a:pt x="1141446" y="297180"/>
                  </a:cubicBezTo>
                  <a:cubicBezTo>
                    <a:pt x="1167481" y="286385"/>
                    <a:pt x="1180181" y="297180"/>
                    <a:pt x="1206216" y="297180"/>
                  </a:cubicBezTo>
                  <a:cubicBezTo>
                    <a:pt x="1232251" y="297180"/>
                    <a:pt x="1245586" y="309880"/>
                    <a:pt x="1270986" y="297180"/>
                  </a:cubicBezTo>
                  <a:cubicBezTo>
                    <a:pt x="1296386" y="284480"/>
                    <a:pt x="1319881" y="258445"/>
                    <a:pt x="1331946" y="232410"/>
                  </a:cubicBezTo>
                  <a:cubicBezTo>
                    <a:pt x="1344011" y="206375"/>
                    <a:pt x="1319246" y="191770"/>
                    <a:pt x="1331946" y="167640"/>
                  </a:cubicBezTo>
                  <a:cubicBezTo>
                    <a:pt x="1344646" y="143510"/>
                    <a:pt x="1370681" y="133350"/>
                    <a:pt x="1396716" y="110490"/>
                  </a:cubicBezTo>
                  <a:cubicBezTo>
                    <a:pt x="1422751" y="87630"/>
                    <a:pt x="1435451" y="75565"/>
                    <a:pt x="1461486" y="53340"/>
                  </a:cubicBezTo>
                  <a:cubicBezTo>
                    <a:pt x="1487521" y="31115"/>
                    <a:pt x="1514826" y="9525"/>
                    <a:pt x="1526256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11552" y="395"/>
              <a:ext cx="2892" cy="2529"/>
            </a:xfrm>
            <a:custGeom>
              <a:avLst/>
              <a:gdLst>
                <a:gd name="connisteX0" fmla="*/ 0 w 1836451"/>
                <a:gd name="connsiteY0" fmla="*/ 47695 h 1605985"/>
                <a:gd name="connisteX1" fmla="*/ 64770 w 1836451"/>
                <a:gd name="connsiteY1" fmla="*/ 28645 h 1605985"/>
                <a:gd name="connisteX2" fmla="*/ 133350 w 1836451"/>
                <a:gd name="connsiteY2" fmla="*/ 21025 h 1605985"/>
                <a:gd name="connisteX3" fmla="*/ 198120 w 1836451"/>
                <a:gd name="connsiteY3" fmla="*/ 9595 h 1605985"/>
                <a:gd name="connisteX4" fmla="*/ 262890 w 1836451"/>
                <a:gd name="connsiteY4" fmla="*/ 1975 h 1605985"/>
                <a:gd name="connisteX5" fmla="*/ 327660 w 1836451"/>
                <a:gd name="connsiteY5" fmla="*/ 1975 h 1605985"/>
                <a:gd name="connisteX6" fmla="*/ 392430 w 1836451"/>
                <a:gd name="connsiteY6" fmla="*/ 1975 h 1605985"/>
                <a:gd name="connisteX7" fmla="*/ 457200 w 1836451"/>
                <a:gd name="connsiteY7" fmla="*/ 24835 h 1605985"/>
                <a:gd name="connisteX8" fmla="*/ 521970 w 1836451"/>
                <a:gd name="connsiteY8" fmla="*/ 55315 h 1605985"/>
                <a:gd name="connisteX9" fmla="*/ 582930 w 1836451"/>
                <a:gd name="connsiteY9" fmla="*/ 120085 h 1605985"/>
                <a:gd name="connisteX10" fmla="*/ 636270 w 1836451"/>
                <a:gd name="connsiteY10" fmla="*/ 184855 h 1605985"/>
                <a:gd name="connisteX11" fmla="*/ 701040 w 1836451"/>
                <a:gd name="connsiteY11" fmla="*/ 245815 h 1605985"/>
                <a:gd name="connisteX12" fmla="*/ 765810 w 1836451"/>
                <a:gd name="connsiteY12" fmla="*/ 306775 h 1605985"/>
                <a:gd name="connisteX13" fmla="*/ 815340 w 1836451"/>
                <a:gd name="connsiteY13" fmla="*/ 371545 h 1605985"/>
                <a:gd name="connisteX14" fmla="*/ 872490 w 1836451"/>
                <a:gd name="connsiteY14" fmla="*/ 436315 h 1605985"/>
                <a:gd name="connisteX15" fmla="*/ 937260 w 1836451"/>
                <a:gd name="connsiteY15" fmla="*/ 478225 h 1605985"/>
                <a:gd name="connisteX16" fmla="*/ 1005840 w 1836451"/>
                <a:gd name="connsiteY16" fmla="*/ 501085 h 1605985"/>
                <a:gd name="connisteX17" fmla="*/ 1070610 w 1836451"/>
                <a:gd name="connsiteY17" fmla="*/ 497275 h 1605985"/>
                <a:gd name="connisteX18" fmla="*/ 1135380 w 1836451"/>
                <a:gd name="connsiteY18" fmla="*/ 504895 h 1605985"/>
                <a:gd name="connisteX19" fmla="*/ 1200150 w 1836451"/>
                <a:gd name="connsiteY19" fmla="*/ 539185 h 1605985"/>
                <a:gd name="connisteX20" fmla="*/ 1249680 w 1836451"/>
                <a:gd name="connsiteY20" fmla="*/ 603955 h 1605985"/>
                <a:gd name="connisteX21" fmla="*/ 1314450 w 1836451"/>
                <a:gd name="connsiteY21" fmla="*/ 653485 h 1605985"/>
                <a:gd name="connisteX22" fmla="*/ 1379220 w 1836451"/>
                <a:gd name="connsiteY22" fmla="*/ 683965 h 1605985"/>
                <a:gd name="connisteX23" fmla="*/ 1443990 w 1836451"/>
                <a:gd name="connsiteY23" fmla="*/ 706825 h 1605985"/>
                <a:gd name="connisteX24" fmla="*/ 1508760 w 1836451"/>
                <a:gd name="connsiteY24" fmla="*/ 710635 h 1605985"/>
                <a:gd name="connisteX25" fmla="*/ 1573530 w 1836451"/>
                <a:gd name="connsiteY25" fmla="*/ 683965 h 1605985"/>
                <a:gd name="connisteX26" fmla="*/ 1611630 w 1836451"/>
                <a:gd name="connsiteY26" fmla="*/ 619195 h 1605985"/>
                <a:gd name="connisteX27" fmla="*/ 1634490 w 1836451"/>
                <a:gd name="connsiteY27" fmla="*/ 554425 h 1605985"/>
                <a:gd name="connisteX28" fmla="*/ 1699260 w 1836451"/>
                <a:gd name="connsiteY28" fmla="*/ 497275 h 1605985"/>
                <a:gd name="connisteX29" fmla="*/ 1764030 w 1836451"/>
                <a:gd name="connsiteY29" fmla="*/ 466795 h 1605985"/>
                <a:gd name="connisteX30" fmla="*/ 1828800 w 1836451"/>
                <a:gd name="connsiteY30" fmla="*/ 440125 h 1605985"/>
                <a:gd name="connisteX31" fmla="*/ 1821180 w 1836451"/>
                <a:gd name="connsiteY31" fmla="*/ 504895 h 1605985"/>
                <a:gd name="connisteX32" fmla="*/ 1813560 w 1836451"/>
                <a:gd name="connsiteY32" fmla="*/ 569665 h 1605985"/>
                <a:gd name="connisteX33" fmla="*/ 1817370 w 1836451"/>
                <a:gd name="connsiteY33" fmla="*/ 634435 h 1605985"/>
                <a:gd name="connisteX34" fmla="*/ 1821180 w 1836451"/>
                <a:gd name="connsiteY34" fmla="*/ 699205 h 1605985"/>
                <a:gd name="connisteX35" fmla="*/ 1828800 w 1836451"/>
                <a:gd name="connsiteY35" fmla="*/ 763975 h 1605985"/>
                <a:gd name="connisteX36" fmla="*/ 1824990 w 1836451"/>
                <a:gd name="connsiteY36" fmla="*/ 832555 h 1605985"/>
                <a:gd name="connisteX37" fmla="*/ 1832610 w 1836451"/>
                <a:gd name="connsiteY37" fmla="*/ 897325 h 1605985"/>
                <a:gd name="connisteX38" fmla="*/ 1836420 w 1836451"/>
                <a:gd name="connsiteY38" fmla="*/ 962095 h 1605985"/>
                <a:gd name="connisteX39" fmla="*/ 1832610 w 1836451"/>
                <a:gd name="connsiteY39" fmla="*/ 1026865 h 1605985"/>
                <a:gd name="connisteX40" fmla="*/ 1813560 w 1836451"/>
                <a:gd name="connsiteY40" fmla="*/ 1091635 h 1605985"/>
                <a:gd name="connisteX41" fmla="*/ 1748790 w 1836451"/>
                <a:gd name="connsiteY41" fmla="*/ 1133545 h 1605985"/>
                <a:gd name="connisteX42" fmla="*/ 1684020 w 1836451"/>
                <a:gd name="connsiteY42" fmla="*/ 1133545 h 1605985"/>
                <a:gd name="connisteX43" fmla="*/ 1619250 w 1836451"/>
                <a:gd name="connsiteY43" fmla="*/ 1148785 h 1605985"/>
                <a:gd name="connisteX44" fmla="*/ 1592580 w 1836451"/>
                <a:gd name="connsiteY44" fmla="*/ 1217365 h 1605985"/>
                <a:gd name="connisteX45" fmla="*/ 1623060 w 1836451"/>
                <a:gd name="connsiteY45" fmla="*/ 1282135 h 1605985"/>
                <a:gd name="connisteX46" fmla="*/ 1649730 w 1836451"/>
                <a:gd name="connsiteY46" fmla="*/ 1346905 h 1605985"/>
                <a:gd name="connisteX47" fmla="*/ 1691640 w 1836451"/>
                <a:gd name="connsiteY47" fmla="*/ 1411675 h 1605985"/>
                <a:gd name="connisteX48" fmla="*/ 1699260 w 1836451"/>
                <a:gd name="connsiteY48" fmla="*/ 1476445 h 1605985"/>
                <a:gd name="connisteX49" fmla="*/ 1684020 w 1836451"/>
                <a:gd name="connsiteY49" fmla="*/ 1541215 h 1605985"/>
                <a:gd name="connisteX50" fmla="*/ 1645920 w 1836451"/>
                <a:gd name="connsiteY50" fmla="*/ 1605985 h 16059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</a:cxnLst>
              <a:rect l="l" t="t" r="r" b="b"/>
              <a:pathLst>
                <a:path w="1836451" h="1605986">
                  <a:moveTo>
                    <a:pt x="0" y="47696"/>
                  </a:moveTo>
                  <a:cubicBezTo>
                    <a:pt x="11430" y="43886"/>
                    <a:pt x="38100" y="33726"/>
                    <a:pt x="64770" y="28646"/>
                  </a:cubicBezTo>
                  <a:cubicBezTo>
                    <a:pt x="91440" y="23566"/>
                    <a:pt x="106680" y="24836"/>
                    <a:pt x="133350" y="21026"/>
                  </a:cubicBezTo>
                  <a:cubicBezTo>
                    <a:pt x="160020" y="17216"/>
                    <a:pt x="172085" y="13406"/>
                    <a:pt x="198120" y="9596"/>
                  </a:cubicBezTo>
                  <a:cubicBezTo>
                    <a:pt x="224155" y="5786"/>
                    <a:pt x="236855" y="3246"/>
                    <a:pt x="262890" y="1976"/>
                  </a:cubicBezTo>
                  <a:cubicBezTo>
                    <a:pt x="288925" y="706"/>
                    <a:pt x="301625" y="1976"/>
                    <a:pt x="327660" y="1976"/>
                  </a:cubicBezTo>
                  <a:cubicBezTo>
                    <a:pt x="353695" y="1976"/>
                    <a:pt x="366395" y="-2469"/>
                    <a:pt x="392430" y="1976"/>
                  </a:cubicBezTo>
                  <a:cubicBezTo>
                    <a:pt x="418465" y="6421"/>
                    <a:pt x="431165" y="14041"/>
                    <a:pt x="457200" y="24836"/>
                  </a:cubicBezTo>
                  <a:cubicBezTo>
                    <a:pt x="483235" y="35631"/>
                    <a:pt x="496570" y="36266"/>
                    <a:pt x="521970" y="55316"/>
                  </a:cubicBezTo>
                  <a:cubicBezTo>
                    <a:pt x="547370" y="74366"/>
                    <a:pt x="560070" y="94051"/>
                    <a:pt x="582930" y="120086"/>
                  </a:cubicBezTo>
                  <a:cubicBezTo>
                    <a:pt x="605790" y="146121"/>
                    <a:pt x="612775" y="159456"/>
                    <a:pt x="636270" y="184856"/>
                  </a:cubicBezTo>
                  <a:cubicBezTo>
                    <a:pt x="659765" y="210256"/>
                    <a:pt x="675005" y="221686"/>
                    <a:pt x="701040" y="245816"/>
                  </a:cubicBezTo>
                  <a:cubicBezTo>
                    <a:pt x="727075" y="269946"/>
                    <a:pt x="742950" y="281376"/>
                    <a:pt x="765810" y="306776"/>
                  </a:cubicBezTo>
                  <a:cubicBezTo>
                    <a:pt x="788670" y="332176"/>
                    <a:pt x="793750" y="345511"/>
                    <a:pt x="815340" y="371546"/>
                  </a:cubicBezTo>
                  <a:cubicBezTo>
                    <a:pt x="836930" y="397581"/>
                    <a:pt x="848360" y="414726"/>
                    <a:pt x="872490" y="436316"/>
                  </a:cubicBezTo>
                  <a:cubicBezTo>
                    <a:pt x="896620" y="457906"/>
                    <a:pt x="910590" y="465526"/>
                    <a:pt x="937260" y="478226"/>
                  </a:cubicBezTo>
                  <a:cubicBezTo>
                    <a:pt x="963930" y="490926"/>
                    <a:pt x="979170" y="497276"/>
                    <a:pt x="1005840" y="501086"/>
                  </a:cubicBezTo>
                  <a:cubicBezTo>
                    <a:pt x="1032510" y="504896"/>
                    <a:pt x="1044575" y="496641"/>
                    <a:pt x="1070610" y="497276"/>
                  </a:cubicBezTo>
                  <a:cubicBezTo>
                    <a:pt x="1096645" y="497911"/>
                    <a:pt x="1109345" y="496641"/>
                    <a:pt x="1135380" y="504896"/>
                  </a:cubicBezTo>
                  <a:cubicBezTo>
                    <a:pt x="1161415" y="513151"/>
                    <a:pt x="1177290" y="519501"/>
                    <a:pt x="1200150" y="539186"/>
                  </a:cubicBezTo>
                  <a:cubicBezTo>
                    <a:pt x="1223010" y="558871"/>
                    <a:pt x="1226820" y="581096"/>
                    <a:pt x="1249680" y="603956"/>
                  </a:cubicBezTo>
                  <a:cubicBezTo>
                    <a:pt x="1272540" y="626816"/>
                    <a:pt x="1288415" y="637611"/>
                    <a:pt x="1314450" y="653486"/>
                  </a:cubicBezTo>
                  <a:cubicBezTo>
                    <a:pt x="1340485" y="669361"/>
                    <a:pt x="1353185" y="673171"/>
                    <a:pt x="1379220" y="683966"/>
                  </a:cubicBezTo>
                  <a:cubicBezTo>
                    <a:pt x="1405255" y="694761"/>
                    <a:pt x="1417955" y="701746"/>
                    <a:pt x="1443990" y="706826"/>
                  </a:cubicBezTo>
                  <a:cubicBezTo>
                    <a:pt x="1470025" y="711906"/>
                    <a:pt x="1482725" y="715081"/>
                    <a:pt x="1508760" y="710636"/>
                  </a:cubicBezTo>
                  <a:cubicBezTo>
                    <a:pt x="1534795" y="706191"/>
                    <a:pt x="1553210" y="702381"/>
                    <a:pt x="1573530" y="683966"/>
                  </a:cubicBezTo>
                  <a:cubicBezTo>
                    <a:pt x="1593850" y="665551"/>
                    <a:pt x="1599565" y="645231"/>
                    <a:pt x="1611630" y="619196"/>
                  </a:cubicBezTo>
                  <a:cubicBezTo>
                    <a:pt x="1623695" y="593161"/>
                    <a:pt x="1616710" y="578556"/>
                    <a:pt x="1634490" y="554426"/>
                  </a:cubicBezTo>
                  <a:cubicBezTo>
                    <a:pt x="1652270" y="530296"/>
                    <a:pt x="1673225" y="515056"/>
                    <a:pt x="1699260" y="497276"/>
                  </a:cubicBezTo>
                  <a:cubicBezTo>
                    <a:pt x="1725295" y="479496"/>
                    <a:pt x="1737995" y="478226"/>
                    <a:pt x="1764030" y="466796"/>
                  </a:cubicBezTo>
                  <a:cubicBezTo>
                    <a:pt x="1790065" y="455366"/>
                    <a:pt x="1817370" y="432506"/>
                    <a:pt x="1828800" y="440126"/>
                  </a:cubicBezTo>
                  <a:cubicBezTo>
                    <a:pt x="1840230" y="447746"/>
                    <a:pt x="1824355" y="478861"/>
                    <a:pt x="1821180" y="504896"/>
                  </a:cubicBezTo>
                  <a:cubicBezTo>
                    <a:pt x="1818005" y="530931"/>
                    <a:pt x="1814195" y="543631"/>
                    <a:pt x="1813560" y="569666"/>
                  </a:cubicBezTo>
                  <a:cubicBezTo>
                    <a:pt x="1812925" y="595701"/>
                    <a:pt x="1816100" y="608401"/>
                    <a:pt x="1817370" y="634436"/>
                  </a:cubicBezTo>
                  <a:cubicBezTo>
                    <a:pt x="1818640" y="660471"/>
                    <a:pt x="1818640" y="673171"/>
                    <a:pt x="1821180" y="699206"/>
                  </a:cubicBezTo>
                  <a:cubicBezTo>
                    <a:pt x="1823720" y="725241"/>
                    <a:pt x="1828165" y="737306"/>
                    <a:pt x="1828800" y="763976"/>
                  </a:cubicBezTo>
                  <a:cubicBezTo>
                    <a:pt x="1829435" y="790646"/>
                    <a:pt x="1824355" y="805886"/>
                    <a:pt x="1824990" y="832556"/>
                  </a:cubicBezTo>
                  <a:cubicBezTo>
                    <a:pt x="1825625" y="859226"/>
                    <a:pt x="1830070" y="871291"/>
                    <a:pt x="1832610" y="897326"/>
                  </a:cubicBezTo>
                  <a:cubicBezTo>
                    <a:pt x="1835150" y="923361"/>
                    <a:pt x="1836420" y="936061"/>
                    <a:pt x="1836420" y="962096"/>
                  </a:cubicBezTo>
                  <a:cubicBezTo>
                    <a:pt x="1836420" y="988131"/>
                    <a:pt x="1837055" y="1000831"/>
                    <a:pt x="1832610" y="1026866"/>
                  </a:cubicBezTo>
                  <a:cubicBezTo>
                    <a:pt x="1828165" y="1052901"/>
                    <a:pt x="1830070" y="1070046"/>
                    <a:pt x="1813560" y="1091636"/>
                  </a:cubicBezTo>
                  <a:cubicBezTo>
                    <a:pt x="1797050" y="1113226"/>
                    <a:pt x="1774825" y="1125291"/>
                    <a:pt x="1748790" y="1133546"/>
                  </a:cubicBezTo>
                  <a:cubicBezTo>
                    <a:pt x="1722755" y="1141801"/>
                    <a:pt x="1710055" y="1130371"/>
                    <a:pt x="1684020" y="1133546"/>
                  </a:cubicBezTo>
                  <a:cubicBezTo>
                    <a:pt x="1657985" y="1136721"/>
                    <a:pt x="1637665" y="1132276"/>
                    <a:pt x="1619250" y="1148786"/>
                  </a:cubicBezTo>
                  <a:cubicBezTo>
                    <a:pt x="1600835" y="1165296"/>
                    <a:pt x="1591945" y="1190696"/>
                    <a:pt x="1592580" y="1217366"/>
                  </a:cubicBezTo>
                  <a:cubicBezTo>
                    <a:pt x="1593215" y="1244036"/>
                    <a:pt x="1611630" y="1256101"/>
                    <a:pt x="1623060" y="1282136"/>
                  </a:cubicBezTo>
                  <a:cubicBezTo>
                    <a:pt x="1634490" y="1308171"/>
                    <a:pt x="1635760" y="1320871"/>
                    <a:pt x="1649730" y="1346906"/>
                  </a:cubicBezTo>
                  <a:cubicBezTo>
                    <a:pt x="1663700" y="1372941"/>
                    <a:pt x="1681480" y="1385641"/>
                    <a:pt x="1691640" y="1411676"/>
                  </a:cubicBezTo>
                  <a:cubicBezTo>
                    <a:pt x="1701800" y="1437711"/>
                    <a:pt x="1700530" y="1450411"/>
                    <a:pt x="1699260" y="1476446"/>
                  </a:cubicBezTo>
                  <a:cubicBezTo>
                    <a:pt x="1697990" y="1502481"/>
                    <a:pt x="1694815" y="1515181"/>
                    <a:pt x="1684020" y="1541216"/>
                  </a:cubicBezTo>
                  <a:cubicBezTo>
                    <a:pt x="1673225" y="1567251"/>
                    <a:pt x="1653540" y="1594556"/>
                    <a:pt x="1645920" y="16059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rot="0">
            <a:off x="-2114550" y="3466465"/>
            <a:ext cx="8373745" cy="3078480"/>
            <a:chOff x="6240" y="6080"/>
            <a:chExt cx="6762" cy="2486"/>
          </a:xfrm>
        </p:grpSpPr>
        <p:sp>
          <p:nvSpPr>
            <p:cNvPr id="23" name="任意多边形 22"/>
            <p:cNvSpPr/>
            <p:nvPr/>
          </p:nvSpPr>
          <p:spPr>
            <a:xfrm>
              <a:off x="6240" y="6080"/>
              <a:ext cx="5160" cy="2486"/>
            </a:xfrm>
            <a:custGeom>
              <a:avLst/>
              <a:gdLst>
                <a:gd name="connsiteX0" fmla="*/ 0 w 5160"/>
                <a:gd name="connsiteY0" fmla="*/ 122 h 2485"/>
                <a:gd name="connsiteX1" fmla="*/ 108 w 5160"/>
                <a:gd name="connsiteY1" fmla="*/ 122 h 2485"/>
                <a:gd name="connsiteX2" fmla="*/ 210 w 5160"/>
                <a:gd name="connsiteY2" fmla="*/ 104 h 2485"/>
                <a:gd name="connsiteX3" fmla="*/ 312 w 5160"/>
                <a:gd name="connsiteY3" fmla="*/ 80 h 2485"/>
                <a:gd name="connsiteX4" fmla="*/ 414 w 5160"/>
                <a:gd name="connsiteY4" fmla="*/ 44 h 2485"/>
                <a:gd name="connsiteX5" fmla="*/ 516 w 5160"/>
                <a:gd name="connsiteY5" fmla="*/ 2 h 2485"/>
                <a:gd name="connsiteX6" fmla="*/ 618 w 5160"/>
                <a:gd name="connsiteY6" fmla="*/ 92 h 2485"/>
                <a:gd name="connsiteX7" fmla="*/ 720 w 5160"/>
                <a:gd name="connsiteY7" fmla="*/ 194 h 2485"/>
                <a:gd name="connsiteX8" fmla="*/ 822 w 5160"/>
                <a:gd name="connsiteY8" fmla="*/ 272 h 2485"/>
                <a:gd name="connsiteX9" fmla="*/ 924 w 5160"/>
                <a:gd name="connsiteY9" fmla="*/ 296 h 2485"/>
                <a:gd name="connsiteX10" fmla="*/ 1002 w 5160"/>
                <a:gd name="connsiteY10" fmla="*/ 398 h 2485"/>
                <a:gd name="connsiteX11" fmla="*/ 1080 w 5160"/>
                <a:gd name="connsiteY11" fmla="*/ 500 h 2485"/>
                <a:gd name="connsiteX12" fmla="*/ 1146 w 5160"/>
                <a:gd name="connsiteY12" fmla="*/ 602 h 2485"/>
                <a:gd name="connsiteX13" fmla="*/ 1260 w 5160"/>
                <a:gd name="connsiteY13" fmla="*/ 704 h 2485"/>
                <a:gd name="connsiteX14" fmla="*/ 1344 w 5160"/>
                <a:gd name="connsiteY14" fmla="*/ 806 h 2485"/>
                <a:gd name="connsiteX15" fmla="*/ 1398 w 5160"/>
                <a:gd name="connsiteY15" fmla="*/ 908 h 2485"/>
                <a:gd name="connsiteX16" fmla="*/ 1368 w 5160"/>
                <a:gd name="connsiteY16" fmla="*/ 1010 h 2485"/>
                <a:gd name="connsiteX17" fmla="*/ 1422 w 5160"/>
                <a:gd name="connsiteY17" fmla="*/ 1112 h 2485"/>
                <a:gd name="connsiteX18" fmla="*/ 1464 w 5160"/>
                <a:gd name="connsiteY18" fmla="*/ 1214 h 2485"/>
                <a:gd name="connsiteX19" fmla="*/ 1482 w 5160"/>
                <a:gd name="connsiteY19" fmla="*/ 1322 h 2485"/>
                <a:gd name="connsiteX20" fmla="*/ 1482 w 5160"/>
                <a:gd name="connsiteY20" fmla="*/ 1430 h 2485"/>
                <a:gd name="connsiteX21" fmla="*/ 1482 w 5160"/>
                <a:gd name="connsiteY21" fmla="*/ 1532 h 2485"/>
                <a:gd name="connsiteX22" fmla="*/ 1488 w 5160"/>
                <a:gd name="connsiteY22" fmla="*/ 1634 h 2485"/>
                <a:gd name="connsiteX23" fmla="*/ 1500 w 5160"/>
                <a:gd name="connsiteY23" fmla="*/ 1736 h 2485"/>
                <a:gd name="connsiteX24" fmla="*/ 1512 w 5160"/>
                <a:gd name="connsiteY24" fmla="*/ 1838 h 2485"/>
                <a:gd name="connsiteX25" fmla="*/ 1530 w 5160"/>
                <a:gd name="connsiteY25" fmla="*/ 1940 h 2485"/>
                <a:gd name="connsiteX26" fmla="*/ 1560 w 5160"/>
                <a:gd name="connsiteY26" fmla="*/ 2042 h 2485"/>
                <a:gd name="connsiteX27" fmla="*/ 1620 w 5160"/>
                <a:gd name="connsiteY27" fmla="*/ 2144 h 2485"/>
                <a:gd name="connsiteX28" fmla="*/ 1674 w 5160"/>
                <a:gd name="connsiteY28" fmla="*/ 2252 h 2485"/>
                <a:gd name="connsiteX29" fmla="*/ 1722 w 5160"/>
                <a:gd name="connsiteY29" fmla="*/ 2150 h 2485"/>
                <a:gd name="connsiteX30" fmla="*/ 1722 w 5160"/>
                <a:gd name="connsiteY30" fmla="*/ 2048 h 2485"/>
                <a:gd name="connsiteX31" fmla="*/ 1824 w 5160"/>
                <a:gd name="connsiteY31" fmla="*/ 2054 h 2485"/>
                <a:gd name="connsiteX32" fmla="*/ 1830 w 5160"/>
                <a:gd name="connsiteY32" fmla="*/ 2156 h 2485"/>
                <a:gd name="connsiteX33" fmla="*/ 1794 w 5160"/>
                <a:gd name="connsiteY33" fmla="*/ 2258 h 2485"/>
                <a:gd name="connsiteX34" fmla="*/ 1788 w 5160"/>
                <a:gd name="connsiteY34" fmla="*/ 2360 h 2485"/>
                <a:gd name="connsiteX35" fmla="*/ 1890 w 5160"/>
                <a:gd name="connsiteY35" fmla="*/ 2420 h 2485"/>
                <a:gd name="connsiteX36" fmla="*/ 1992 w 5160"/>
                <a:gd name="connsiteY36" fmla="*/ 2438 h 2485"/>
                <a:gd name="connsiteX37" fmla="*/ 2088 w 5160"/>
                <a:gd name="connsiteY37" fmla="*/ 2330 h 2485"/>
                <a:gd name="connsiteX38" fmla="*/ 2154 w 5160"/>
                <a:gd name="connsiteY38" fmla="*/ 2438 h 2485"/>
                <a:gd name="connsiteX39" fmla="*/ 2256 w 5160"/>
                <a:gd name="connsiteY39" fmla="*/ 2486 h 2485"/>
                <a:gd name="connsiteX40" fmla="*/ 2358 w 5160"/>
                <a:gd name="connsiteY40" fmla="*/ 2432 h 2485"/>
                <a:gd name="connsiteX41" fmla="*/ 2460 w 5160"/>
                <a:gd name="connsiteY41" fmla="*/ 2330 h 2485"/>
                <a:gd name="connsiteX42" fmla="*/ 2448 w 5160"/>
                <a:gd name="connsiteY42" fmla="*/ 2228 h 2485"/>
                <a:gd name="connsiteX43" fmla="*/ 2436 w 5160"/>
                <a:gd name="connsiteY43" fmla="*/ 2126 h 2485"/>
                <a:gd name="connsiteX44" fmla="*/ 2538 w 5160"/>
                <a:gd name="connsiteY44" fmla="*/ 2036 h 2485"/>
                <a:gd name="connsiteX45" fmla="*/ 2580 w 5160"/>
                <a:gd name="connsiteY45" fmla="*/ 1928 h 2485"/>
                <a:gd name="connsiteX46" fmla="*/ 2598 w 5160"/>
                <a:gd name="connsiteY46" fmla="*/ 1826 h 2485"/>
                <a:gd name="connsiteX47" fmla="*/ 2700 w 5160"/>
                <a:gd name="connsiteY47" fmla="*/ 1778 h 2485"/>
                <a:gd name="connsiteX48" fmla="*/ 2802 w 5160"/>
                <a:gd name="connsiteY48" fmla="*/ 1712 h 2485"/>
                <a:gd name="connsiteX49" fmla="*/ 2904 w 5160"/>
                <a:gd name="connsiteY49" fmla="*/ 1676 h 2485"/>
                <a:gd name="connsiteX50" fmla="*/ 3006 w 5160"/>
                <a:gd name="connsiteY50" fmla="*/ 1652 h 2485"/>
                <a:gd name="connsiteX51" fmla="*/ 3108 w 5160"/>
                <a:gd name="connsiteY51" fmla="*/ 1616 h 2485"/>
                <a:gd name="connsiteX52" fmla="*/ 3222 w 5160"/>
                <a:gd name="connsiteY52" fmla="*/ 1538 h 2485"/>
                <a:gd name="connsiteX53" fmla="*/ 3288 w 5160"/>
                <a:gd name="connsiteY53" fmla="*/ 1436 h 2485"/>
                <a:gd name="connsiteX54" fmla="*/ 3390 w 5160"/>
                <a:gd name="connsiteY54" fmla="*/ 1400 h 2485"/>
                <a:gd name="connsiteX55" fmla="*/ 3492 w 5160"/>
                <a:gd name="connsiteY55" fmla="*/ 1370 h 2485"/>
                <a:gd name="connsiteX56" fmla="*/ 3588 w 5160"/>
                <a:gd name="connsiteY56" fmla="*/ 1268 h 2485"/>
                <a:gd name="connsiteX57" fmla="*/ 3606 w 5160"/>
                <a:gd name="connsiteY57" fmla="*/ 1160 h 2485"/>
                <a:gd name="connsiteX58" fmla="*/ 3690 w 5160"/>
                <a:gd name="connsiteY58" fmla="*/ 1058 h 2485"/>
                <a:gd name="connsiteX59" fmla="*/ 3792 w 5160"/>
                <a:gd name="connsiteY59" fmla="*/ 998 h 2485"/>
                <a:gd name="connsiteX60" fmla="*/ 3894 w 5160"/>
                <a:gd name="connsiteY60" fmla="*/ 992 h 2485"/>
                <a:gd name="connsiteX61" fmla="*/ 3996 w 5160"/>
                <a:gd name="connsiteY61" fmla="*/ 986 h 2485"/>
                <a:gd name="connsiteX62" fmla="*/ 4098 w 5160"/>
                <a:gd name="connsiteY62" fmla="*/ 956 h 2485"/>
                <a:gd name="connsiteX63" fmla="*/ 4200 w 5160"/>
                <a:gd name="connsiteY63" fmla="*/ 950 h 2485"/>
                <a:gd name="connsiteX64" fmla="*/ 4308 w 5160"/>
                <a:gd name="connsiteY64" fmla="*/ 968 h 2485"/>
                <a:gd name="connsiteX65" fmla="*/ 4410 w 5160"/>
                <a:gd name="connsiteY65" fmla="*/ 1004 h 2485"/>
                <a:gd name="connsiteX66" fmla="*/ 4512 w 5160"/>
                <a:gd name="connsiteY66" fmla="*/ 1052 h 2485"/>
                <a:gd name="connsiteX67" fmla="*/ 4614 w 5160"/>
                <a:gd name="connsiteY67" fmla="*/ 1106 h 2485"/>
                <a:gd name="connsiteX68" fmla="*/ 4716 w 5160"/>
                <a:gd name="connsiteY68" fmla="*/ 1184 h 2485"/>
                <a:gd name="connsiteX69" fmla="*/ 4818 w 5160"/>
                <a:gd name="connsiteY69" fmla="*/ 1214 h 2485"/>
                <a:gd name="connsiteX70" fmla="*/ 4920 w 5160"/>
                <a:gd name="connsiteY70" fmla="*/ 1190 h 2485"/>
                <a:gd name="connsiteX71" fmla="*/ 5022 w 5160"/>
                <a:gd name="connsiteY71" fmla="*/ 1088 h 2485"/>
                <a:gd name="connsiteX72" fmla="*/ 5058 w 5160"/>
                <a:gd name="connsiteY72" fmla="*/ 986 h 2485"/>
                <a:gd name="connsiteX73" fmla="*/ 5160 w 5160"/>
                <a:gd name="connsiteY73" fmla="*/ 950 h 2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60" h="2486">
                  <a:moveTo>
                    <a:pt x="0" y="122"/>
                  </a:moveTo>
                  <a:cubicBezTo>
                    <a:pt x="20" y="122"/>
                    <a:pt x="66" y="126"/>
                    <a:pt x="108" y="122"/>
                  </a:cubicBezTo>
                  <a:cubicBezTo>
                    <a:pt x="150" y="118"/>
                    <a:pt x="169" y="112"/>
                    <a:pt x="210" y="104"/>
                  </a:cubicBezTo>
                  <a:cubicBezTo>
                    <a:pt x="251" y="96"/>
                    <a:pt x="271" y="92"/>
                    <a:pt x="312" y="80"/>
                  </a:cubicBezTo>
                  <a:cubicBezTo>
                    <a:pt x="353" y="68"/>
                    <a:pt x="373" y="60"/>
                    <a:pt x="414" y="44"/>
                  </a:cubicBezTo>
                  <a:cubicBezTo>
                    <a:pt x="455" y="28"/>
                    <a:pt x="475" y="-8"/>
                    <a:pt x="516" y="2"/>
                  </a:cubicBezTo>
                  <a:cubicBezTo>
                    <a:pt x="557" y="12"/>
                    <a:pt x="577" y="54"/>
                    <a:pt x="618" y="92"/>
                  </a:cubicBezTo>
                  <a:cubicBezTo>
                    <a:pt x="659" y="130"/>
                    <a:pt x="679" y="158"/>
                    <a:pt x="720" y="194"/>
                  </a:cubicBezTo>
                  <a:cubicBezTo>
                    <a:pt x="761" y="230"/>
                    <a:pt x="781" y="252"/>
                    <a:pt x="822" y="272"/>
                  </a:cubicBezTo>
                  <a:cubicBezTo>
                    <a:pt x="863" y="292"/>
                    <a:pt x="888" y="271"/>
                    <a:pt x="924" y="296"/>
                  </a:cubicBezTo>
                  <a:cubicBezTo>
                    <a:pt x="960" y="321"/>
                    <a:pt x="971" y="357"/>
                    <a:pt x="1002" y="398"/>
                  </a:cubicBezTo>
                  <a:cubicBezTo>
                    <a:pt x="1033" y="439"/>
                    <a:pt x="1051" y="459"/>
                    <a:pt x="1080" y="500"/>
                  </a:cubicBezTo>
                  <a:cubicBezTo>
                    <a:pt x="1109" y="541"/>
                    <a:pt x="1110" y="561"/>
                    <a:pt x="1146" y="602"/>
                  </a:cubicBezTo>
                  <a:cubicBezTo>
                    <a:pt x="1182" y="643"/>
                    <a:pt x="1220" y="663"/>
                    <a:pt x="1260" y="704"/>
                  </a:cubicBezTo>
                  <a:cubicBezTo>
                    <a:pt x="1300" y="745"/>
                    <a:pt x="1316" y="765"/>
                    <a:pt x="1344" y="806"/>
                  </a:cubicBezTo>
                  <a:cubicBezTo>
                    <a:pt x="1372" y="847"/>
                    <a:pt x="1393" y="867"/>
                    <a:pt x="1398" y="908"/>
                  </a:cubicBezTo>
                  <a:cubicBezTo>
                    <a:pt x="1403" y="949"/>
                    <a:pt x="1363" y="969"/>
                    <a:pt x="1368" y="1010"/>
                  </a:cubicBezTo>
                  <a:cubicBezTo>
                    <a:pt x="1373" y="1051"/>
                    <a:pt x="1403" y="1071"/>
                    <a:pt x="1422" y="1112"/>
                  </a:cubicBezTo>
                  <a:cubicBezTo>
                    <a:pt x="1441" y="1153"/>
                    <a:pt x="1452" y="1172"/>
                    <a:pt x="1464" y="1214"/>
                  </a:cubicBezTo>
                  <a:cubicBezTo>
                    <a:pt x="1476" y="1256"/>
                    <a:pt x="1478" y="1279"/>
                    <a:pt x="1482" y="1322"/>
                  </a:cubicBezTo>
                  <a:cubicBezTo>
                    <a:pt x="1486" y="1365"/>
                    <a:pt x="1482" y="1388"/>
                    <a:pt x="1482" y="1430"/>
                  </a:cubicBezTo>
                  <a:cubicBezTo>
                    <a:pt x="1482" y="1472"/>
                    <a:pt x="1481" y="1491"/>
                    <a:pt x="1482" y="1532"/>
                  </a:cubicBezTo>
                  <a:cubicBezTo>
                    <a:pt x="1483" y="1573"/>
                    <a:pt x="1484" y="1593"/>
                    <a:pt x="1488" y="1634"/>
                  </a:cubicBezTo>
                  <a:cubicBezTo>
                    <a:pt x="1492" y="1675"/>
                    <a:pt x="1495" y="1695"/>
                    <a:pt x="1500" y="1736"/>
                  </a:cubicBezTo>
                  <a:cubicBezTo>
                    <a:pt x="1505" y="1777"/>
                    <a:pt x="1506" y="1797"/>
                    <a:pt x="1512" y="1838"/>
                  </a:cubicBezTo>
                  <a:cubicBezTo>
                    <a:pt x="1518" y="1879"/>
                    <a:pt x="1520" y="1899"/>
                    <a:pt x="1530" y="1940"/>
                  </a:cubicBezTo>
                  <a:cubicBezTo>
                    <a:pt x="1540" y="1981"/>
                    <a:pt x="1542" y="2001"/>
                    <a:pt x="1560" y="2042"/>
                  </a:cubicBezTo>
                  <a:cubicBezTo>
                    <a:pt x="1578" y="2083"/>
                    <a:pt x="1597" y="2102"/>
                    <a:pt x="1620" y="2144"/>
                  </a:cubicBezTo>
                  <a:cubicBezTo>
                    <a:pt x="1643" y="2186"/>
                    <a:pt x="1654" y="2251"/>
                    <a:pt x="1674" y="2252"/>
                  </a:cubicBezTo>
                  <a:cubicBezTo>
                    <a:pt x="1694" y="2253"/>
                    <a:pt x="1712" y="2191"/>
                    <a:pt x="1722" y="2150"/>
                  </a:cubicBezTo>
                  <a:cubicBezTo>
                    <a:pt x="1732" y="2109"/>
                    <a:pt x="1702" y="2067"/>
                    <a:pt x="1722" y="2048"/>
                  </a:cubicBezTo>
                  <a:cubicBezTo>
                    <a:pt x="1742" y="2029"/>
                    <a:pt x="1802" y="2032"/>
                    <a:pt x="1824" y="2054"/>
                  </a:cubicBezTo>
                  <a:cubicBezTo>
                    <a:pt x="1846" y="2076"/>
                    <a:pt x="1836" y="2115"/>
                    <a:pt x="1830" y="2156"/>
                  </a:cubicBezTo>
                  <a:cubicBezTo>
                    <a:pt x="1824" y="2197"/>
                    <a:pt x="1802" y="2217"/>
                    <a:pt x="1794" y="2258"/>
                  </a:cubicBezTo>
                  <a:cubicBezTo>
                    <a:pt x="1786" y="2299"/>
                    <a:pt x="1769" y="2328"/>
                    <a:pt x="1788" y="2360"/>
                  </a:cubicBezTo>
                  <a:cubicBezTo>
                    <a:pt x="1807" y="2392"/>
                    <a:pt x="1849" y="2404"/>
                    <a:pt x="1890" y="2420"/>
                  </a:cubicBezTo>
                  <a:cubicBezTo>
                    <a:pt x="1931" y="2436"/>
                    <a:pt x="1952" y="2456"/>
                    <a:pt x="1992" y="2438"/>
                  </a:cubicBezTo>
                  <a:cubicBezTo>
                    <a:pt x="2032" y="2420"/>
                    <a:pt x="2056" y="2330"/>
                    <a:pt x="2088" y="2330"/>
                  </a:cubicBezTo>
                  <a:cubicBezTo>
                    <a:pt x="2120" y="2330"/>
                    <a:pt x="2120" y="2407"/>
                    <a:pt x="2154" y="2438"/>
                  </a:cubicBezTo>
                  <a:cubicBezTo>
                    <a:pt x="2188" y="2469"/>
                    <a:pt x="2215" y="2487"/>
                    <a:pt x="2256" y="2486"/>
                  </a:cubicBezTo>
                  <a:cubicBezTo>
                    <a:pt x="2297" y="2485"/>
                    <a:pt x="2317" y="2463"/>
                    <a:pt x="2358" y="2432"/>
                  </a:cubicBezTo>
                  <a:cubicBezTo>
                    <a:pt x="2399" y="2401"/>
                    <a:pt x="2442" y="2371"/>
                    <a:pt x="2460" y="2330"/>
                  </a:cubicBezTo>
                  <a:cubicBezTo>
                    <a:pt x="2478" y="2289"/>
                    <a:pt x="2453" y="2269"/>
                    <a:pt x="2448" y="2228"/>
                  </a:cubicBezTo>
                  <a:cubicBezTo>
                    <a:pt x="2443" y="2187"/>
                    <a:pt x="2418" y="2164"/>
                    <a:pt x="2436" y="2126"/>
                  </a:cubicBezTo>
                  <a:cubicBezTo>
                    <a:pt x="2454" y="2088"/>
                    <a:pt x="2509" y="2076"/>
                    <a:pt x="2538" y="2036"/>
                  </a:cubicBezTo>
                  <a:cubicBezTo>
                    <a:pt x="2567" y="1996"/>
                    <a:pt x="2568" y="1970"/>
                    <a:pt x="2580" y="1928"/>
                  </a:cubicBezTo>
                  <a:cubicBezTo>
                    <a:pt x="2592" y="1886"/>
                    <a:pt x="2574" y="1856"/>
                    <a:pt x="2598" y="1826"/>
                  </a:cubicBezTo>
                  <a:cubicBezTo>
                    <a:pt x="2622" y="1796"/>
                    <a:pt x="2659" y="1801"/>
                    <a:pt x="2700" y="1778"/>
                  </a:cubicBezTo>
                  <a:cubicBezTo>
                    <a:pt x="2741" y="1755"/>
                    <a:pt x="2761" y="1732"/>
                    <a:pt x="2802" y="1712"/>
                  </a:cubicBezTo>
                  <a:cubicBezTo>
                    <a:pt x="2843" y="1692"/>
                    <a:pt x="2863" y="1688"/>
                    <a:pt x="2904" y="1676"/>
                  </a:cubicBezTo>
                  <a:cubicBezTo>
                    <a:pt x="2945" y="1664"/>
                    <a:pt x="2965" y="1664"/>
                    <a:pt x="3006" y="1652"/>
                  </a:cubicBezTo>
                  <a:cubicBezTo>
                    <a:pt x="3047" y="1640"/>
                    <a:pt x="3065" y="1639"/>
                    <a:pt x="3108" y="1616"/>
                  </a:cubicBezTo>
                  <a:cubicBezTo>
                    <a:pt x="3151" y="1593"/>
                    <a:pt x="3186" y="1574"/>
                    <a:pt x="3222" y="1538"/>
                  </a:cubicBezTo>
                  <a:cubicBezTo>
                    <a:pt x="3258" y="1502"/>
                    <a:pt x="3254" y="1464"/>
                    <a:pt x="3288" y="1436"/>
                  </a:cubicBezTo>
                  <a:cubicBezTo>
                    <a:pt x="3322" y="1408"/>
                    <a:pt x="3349" y="1413"/>
                    <a:pt x="3390" y="1400"/>
                  </a:cubicBezTo>
                  <a:cubicBezTo>
                    <a:pt x="3431" y="1387"/>
                    <a:pt x="3452" y="1396"/>
                    <a:pt x="3492" y="1370"/>
                  </a:cubicBezTo>
                  <a:cubicBezTo>
                    <a:pt x="3532" y="1344"/>
                    <a:pt x="3565" y="1310"/>
                    <a:pt x="3588" y="1268"/>
                  </a:cubicBezTo>
                  <a:cubicBezTo>
                    <a:pt x="3611" y="1226"/>
                    <a:pt x="3586" y="1202"/>
                    <a:pt x="3606" y="1160"/>
                  </a:cubicBezTo>
                  <a:cubicBezTo>
                    <a:pt x="3626" y="1118"/>
                    <a:pt x="3653" y="1090"/>
                    <a:pt x="3690" y="1058"/>
                  </a:cubicBezTo>
                  <a:cubicBezTo>
                    <a:pt x="3727" y="1026"/>
                    <a:pt x="3751" y="1011"/>
                    <a:pt x="3792" y="998"/>
                  </a:cubicBezTo>
                  <a:cubicBezTo>
                    <a:pt x="3833" y="985"/>
                    <a:pt x="3853" y="994"/>
                    <a:pt x="3894" y="992"/>
                  </a:cubicBezTo>
                  <a:cubicBezTo>
                    <a:pt x="3935" y="990"/>
                    <a:pt x="3955" y="993"/>
                    <a:pt x="3996" y="986"/>
                  </a:cubicBezTo>
                  <a:cubicBezTo>
                    <a:pt x="4037" y="979"/>
                    <a:pt x="4057" y="963"/>
                    <a:pt x="4098" y="956"/>
                  </a:cubicBezTo>
                  <a:cubicBezTo>
                    <a:pt x="4139" y="949"/>
                    <a:pt x="4158" y="948"/>
                    <a:pt x="4200" y="950"/>
                  </a:cubicBezTo>
                  <a:cubicBezTo>
                    <a:pt x="4242" y="952"/>
                    <a:pt x="4266" y="957"/>
                    <a:pt x="4308" y="968"/>
                  </a:cubicBezTo>
                  <a:cubicBezTo>
                    <a:pt x="4350" y="979"/>
                    <a:pt x="4369" y="987"/>
                    <a:pt x="4410" y="1004"/>
                  </a:cubicBezTo>
                  <a:cubicBezTo>
                    <a:pt x="4451" y="1021"/>
                    <a:pt x="4471" y="1032"/>
                    <a:pt x="4512" y="1052"/>
                  </a:cubicBezTo>
                  <a:cubicBezTo>
                    <a:pt x="4553" y="1072"/>
                    <a:pt x="4573" y="1080"/>
                    <a:pt x="4614" y="1106"/>
                  </a:cubicBezTo>
                  <a:cubicBezTo>
                    <a:pt x="4655" y="1132"/>
                    <a:pt x="4675" y="1162"/>
                    <a:pt x="4716" y="1184"/>
                  </a:cubicBezTo>
                  <a:cubicBezTo>
                    <a:pt x="4757" y="1206"/>
                    <a:pt x="4777" y="1213"/>
                    <a:pt x="4818" y="1214"/>
                  </a:cubicBezTo>
                  <a:cubicBezTo>
                    <a:pt x="4859" y="1215"/>
                    <a:pt x="4879" y="1215"/>
                    <a:pt x="4920" y="1190"/>
                  </a:cubicBezTo>
                  <a:cubicBezTo>
                    <a:pt x="4961" y="1165"/>
                    <a:pt x="4994" y="1129"/>
                    <a:pt x="5022" y="1088"/>
                  </a:cubicBezTo>
                  <a:cubicBezTo>
                    <a:pt x="5050" y="1047"/>
                    <a:pt x="5030" y="1014"/>
                    <a:pt x="5058" y="986"/>
                  </a:cubicBezTo>
                  <a:cubicBezTo>
                    <a:pt x="5086" y="958"/>
                    <a:pt x="5119" y="954"/>
                    <a:pt x="5160" y="95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1370" y="6379"/>
              <a:ext cx="1632" cy="845"/>
            </a:xfrm>
            <a:custGeom>
              <a:avLst/>
              <a:gdLst>
                <a:gd name="connsiteX0" fmla="*/ 0 w 1632"/>
                <a:gd name="connsiteY0" fmla="*/ 661 h 844"/>
                <a:gd name="connsiteX1" fmla="*/ 102 w 1632"/>
                <a:gd name="connsiteY1" fmla="*/ 643 h 844"/>
                <a:gd name="connsiteX2" fmla="*/ 204 w 1632"/>
                <a:gd name="connsiteY2" fmla="*/ 739 h 844"/>
                <a:gd name="connsiteX3" fmla="*/ 306 w 1632"/>
                <a:gd name="connsiteY3" fmla="*/ 823 h 844"/>
                <a:gd name="connsiteX4" fmla="*/ 408 w 1632"/>
                <a:gd name="connsiteY4" fmla="*/ 841 h 844"/>
                <a:gd name="connsiteX5" fmla="*/ 516 w 1632"/>
                <a:gd name="connsiteY5" fmla="*/ 781 h 844"/>
                <a:gd name="connsiteX6" fmla="*/ 588 w 1632"/>
                <a:gd name="connsiteY6" fmla="*/ 673 h 844"/>
                <a:gd name="connsiteX7" fmla="*/ 642 w 1632"/>
                <a:gd name="connsiteY7" fmla="*/ 570 h 844"/>
                <a:gd name="connsiteX8" fmla="*/ 744 w 1632"/>
                <a:gd name="connsiteY8" fmla="*/ 468 h 844"/>
                <a:gd name="connsiteX9" fmla="*/ 840 w 1632"/>
                <a:gd name="connsiteY9" fmla="*/ 366 h 844"/>
                <a:gd name="connsiteX10" fmla="*/ 882 w 1632"/>
                <a:gd name="connsiteY10" fmla="*/ 264 h 844"/>
                <a:gd name="connsiteX11" fmla="*/ 900 w 1632"/>
                <a:gd name="connsiteY11" fmla="*/ 162 h 844"/>
                <a:gd name="connsiteX12" fmla="*/ 900 w 1632"/>
                <a:gd name="connsiteY12" fmla="*/ 60 h 844"/>
                <a:gd name="connsiteX13" fmla="*/ 1002 w 1632"/>
                <a:gd name="connsiteY13" fmla="*/ 12 h 844"/>
                <a:gd name="connsiteX14" fmla="*/ 1104 w 1632"/>
                <a:gd name="connsiteY14" fmla="*/ 0 h 844"/>
                <a:gd name="connsiteX15" fmla="*/ 1206 w 1632"/>
                <a:gd name="connsiteY15" fmla="*/ 31 h 844"/>
                <a:gd name="connsiteX16" fmla="*/ 1320 w 1632"/>
                <a:gd name="connsiteY16" fmla="*/ 85 h 844"/>
                <a:gd name="connsiteX17" fmla="*/ 1404 w 1632"/>
                <a:gd name="connsiteY17" fmla="*/ 127 h 844"/>
                <a:gd name="connsiteX18" fmla="*/ 1536 w 1632"/>
                <a:gd name="connsiteY18" fmla="*/ 156 h 844"/>
                <a:gd name="connsiteX19" fmla="*/ 1632 w 1632"/>
                <a:gd name="connsiteY19" fmla="*/ 211 h 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32" h="845">
                  <a:moveTo>
                    <a:pt x="0" y="661"/>
                  </a:moveTo>
                  <a:cubicBezTo>
                    <a:pt x="18" y="655"/>
                    <a:pt x="61" y="626"/>
                    <a:pt x="102" y="643"/>
                  </a:cubicBezTo>
                  <a:cubicBezTo>
                    <a:pt x="143" y="659"/>
                    <a:pt x="163" y="703"/>
                    <a:pt x="204" y="739"/>
                  </a:cubicBezTo>
                  <a:cubicBezTo>
                    <a:pt x="245" y="775"/>
                    <a:pt x="265" y="803"/>
                    <a:pt x="306" y="823"/>
                  </a:cubicBezTo>
                  <a:cubicBezTo>
                    <a:pt x="347" y="843"/>
                    <a:pt x="366" y="849"/>
                    <a:pt x="408" y="841"/>
                  </a:cubicBezTo>
                  <a:cubicBezTo>
                    <a:pt x="450" y="833"/>
                    <a:pt x="480" y="815"/>
                    <a:pt x="516" y="781"/>
                  </a:cubicBezTo>
                  <a:cubicBezTo>
                    <a:pt x="552" y="747"/>
                    <a:pt x="563" y="715"/>
                    <a:pt x="588" y="673"/>
                  </a:cubicBezTo>
                  <a:cubicBezTo>
                    <a:pt x="613" y="631"/>
                    <a:pt x="611" y="611"/>
                    <a:pt x="642" y="570"/>
                  </a:cubicBezTo>
                  <a:cubicBezTo>
                    <a:pt x="673" y="529"/>
                    <a:pt x="704" y="509"/>
                    <a:pt x="744" y="468"/>
                  </a:cubicBezTo>
                  <a:cubicBezTo>
                    <a:pt x="784" y="427"/>
                    <a:pt x="812" y="407"/>
                    <a:pt x="840" y="366"/>
                  </a:cubicBezTo>
                  <a:cubicBezTo>
                    <a:pt x="868" y="325"/>
                    <a:pt x="870" y="305"/>
                    <a:pt x="882" y="264"/>
                  </a:cubicBezTo>
                  <a:cubicBezTo>
                    <a:pt x="894" y="223"/>
                    <a:pt x="896" y="203"/>
                    <a:pt x="900" y="162"/>
                  </a:cubicBezTo>
                  <a:cubicBezTo>
                    <a:pt x="904" y="121"/>
                    <a:pt x="880" y="90"/>
                    <a:pt x="900" y="60"/>
                  </a:cubicBezTo>
                  <a:cubicBezTo>
                    <a:pt x="920" y="30"/>
                    <a:pt x="961" y="24"/>
                    <a:pt x="1002" y="12"/>
                  </a:cubicBezTo>
                  <a:cubicBezTo>
                    <a:pt x="1043" y="0"/>
                    <a:pt x="1063" y="-1"/>
                    <a:pt x="1104" y="0"/>
                  </a:cubicBezTo>
                  <a:cubicBezTo>
                    <a:pt x="1145" y="1"/>
                    <a:pt x="1165" y="25"/>
                    <a:pt x="1206" y="31"/>
                  </a:cubicBezTo>
                  <a:cubicBezTo>
                    <a:pt x="1247" y="37"/>
                    <a:pt x="1278" y="79"/>
                    <a:pt x="1320" y="85"/>
                  </a:cubicBezTo>
                  <a:cubicBezTo>
                    <a:pt x="1362" y="91"/>
                    <a:pt x="1362" y="122"/>
                    <a:pt x="1404" y="127"/>
                  </a:cubicBezTo>
                  <a:cubicBezTo>
                    <a:pt x="1446" y="132"/>
                    <a:pt x="1495" y="150"/>
                    <a:pt x="1536" y="156"/>
                  </a:cubicBezTo>
                  <a:cubicBezTo>
                    <a:pt x="1577" y="162"/>
                    <a:pt x="1614" y="206"/>
                    <a:pt x="1632" y="211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 rot="0">
            <a:off x="-1070610" y="1209040"/>
            <a:ext cx="6221730" cy="2748915"/>
            <a:chOff x="7128" y="4257"/>
            <a:chExt cx="5024" cy="2220"/>
          </a:xfrm>
        </p:grpSpPr>
        <p:sp>
          <p:nvSpPr>
            <p:cNvPr id="26" name="任意多边形 25"/>
            <p:cNvSpPr/>
            <p:nvPr/>
          </p:nvSpPr>
          <p:spPr>
            <a:xfrm>
              <a:off x="7128" y="5667"/>
              <a:ext cx="1768" cy="811"/>
            </a:xfrm>
            <a:custGeom>
              <a:avLst/>
              <a:gdLst>
                <a:gd name="connsiteX0" fmla="*/ 0 w 1768"/>
                <a:gd name="connsiteY0" fmla="*/ 280 h 811"/>
                <a:gd name="connsiteX1" fmla="*/ 104 w 1768"/>
                <a:gd name="connsiteY1" fmla="*/ 284 h 811"/>
                <a:gd name="connsiteX2" fmla="*/ 208 w 1768"/>
                <a:gd name="connsiteY2" fmla="*/ 320 h 811"/>
                <a:gd name="connsiteX3" fmla="*/ 316 w 1768"/>
                <a:gd name="connsiteY3" fmla="*/ 364 h 811"/>
                <a:gd name="connsiteX4" fmla="*/ 420 w 1768"/>
                <a:gd name="connsiteY4" fmla="*/ 336 h 811"/>
                <a:gd name="connsiteX5" fmla="*/ 508 w 1768"/>
                <a:gd name="connsiteY5" fmla="*/ 440 h 811"/>
                <a:gd name="connsiteX6" fmla="*/ 612 w 1768"/>
                <a:gd name="connsiteY6" fmla="*/ 528 h 811"/>
                <a:gd name="connsiteX7" fmla="*/ 680 w 1768"/>
                <a:gd name="connsiteY7" fmla="*/ 632 h 811"/>
                <a:gd name="connsiteX8" fmla="*/ 784 w 1768"/>
                <a:gd name="connsiteY8" fmla="*/ 696 h 811"/>
                <a:gd name="connsiteX9" fmla="*/ 892 w 1768"/>
                <a:gd name="connsiteY9" fmla="*/ 692 h 811"/>
                <a:gd name="connsiteX10" fmla="*/ 1000 w 1768"/>
                <a:gd name="connsiteY10" fmla="*/ 712 h 811"/>
                <a:gd name="connsiteX11" fmla="*/ 1108 w 1768"/>
                <a:gd name="connsiteY11" fmla="*/ 704 h 811"/>
                <a:gd name="connsiteX12" fmla="*/ 1216 w 1768"/>
                <a:gd name="connsiteY12" fmla="*/ 744 h 811"/>
                <a:gd name="connsiteX13" fmla="*/ 1324 w 1768"/>
                <a:gd name="connsiteY13" fmla="*/ 808 h 811"/>
                <a:gd name="connsiteX14" fmla="*/ 1432 w 1768"/>
                <a:gd name="connsiteY14" fmla="*/ 784 h 811"/>
                <a:gd name="connsiteX15" fmla="*/ 1412 w 1768"/>
                <a:gd name="connsiteY15" fmla="*/ 680 h 811"/>
                <a:gd name="connsiteX16" fmla="*/ 1308 w 1768"/>
                <a:gd name="connsiteY16" fmla="*/ 592 h 811"/>
                <a:gd name="connsiteX17" fmla="*/ 1200 w 1768"/>
                <a:gd name="connsiteY17" fmla="*/ 544 h 811"/>
                <a:gd name="connsiteX18" fmla="*/ 1092 w 1768"/>
                <a:gd name="connsiteY18" fmla="*/ 480 h 811"/>
                <a:gd name="connsiteX19" fmla="*/ 984 w 1768"/>
                <a:gd name="connsiteY19" fmla="*/ 408 h 811"/>
                <a:gd name="connsiteX20" fmla="*/ 928 w 1768"/>
                <a:gd name="connsiteY20" fmla="*/ 304 h 811"/>
                <a:gd name="connsiteX21" fmla="*/ 916 w 1768"/>
                <a:gd name="connsiteY21" fmla="*/ 196 h 811"/>
                <a:gd name="connsiteX22" fmla="*/ 972 w 1768"/>
                <a:gd name="connsiteY22" fmla="*/ 92 h 811"/>
                <a:gd name="connsiteX23" fmla="*/ 1088 w 1768"/>
                <a:gd name="connsiteY23" fmla="*/ 24 h 811"/>
                <a:gd name="connsiteX24" fmla="*/ 1288 w 1768"/>
                <a:gd name="connsiteY24" fmla="*/ 32 h 811"/>
                <a:gd name="connsiteX25" fmla="*/ 1356 w 1768"/>
                <a:gd name="connsiteY25" fmla="*/ 60 h 811"/>
                <a:gd name="connsiteX26" fmla="*/ 1444 w 1768"/>
                <a:gd name="connsiteY26" fmla="*/ 96 h 811"/>
                <a:gd name="connsiteX27" fmla="*/ 1552 w 1768"/>
                <a:gd name="connsiteY27" fmla="*/ 80 h 811"/>
                <a:gd name="connsiteX28" fmla="*/ 1660 w 1768"/>
                <a:gd name="connsiteY28" fmla="*/ 60 h 811"/>
                <a:gd name="connsiteX29" fmla="*/ 1768 w 1768"/>
                <a:gd name="connsiteY29" fmla="*/ 0 h 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8" h="811">
                  <a:moveTo>
                    <a:pt x="0" y="280"/>
                  </a:moveTo>
                  <a:cubicBezTo>
                    <a:pt x="19" y="280"/>
                    <a:pt x="62" y="276"/>
                    <a:pt x="104" y="284"/>
                  </a:cubicBezTo>
                  <a:cubicBezTo>
                    <a:pt x="146" y="292"/>
                    <a:pt x="166" y="304"/>
                    <a:pt x="208" y="320"/>
                  </a:cubicBezTo>
                  <a:cubicBezTo>
                    <a:pt x="250" y="336"/>
                    <a:pt x="274" y="361"/>
                    <a:pt x="316" y="364"/>
                  </a:cubicBezTo>
                  <a:cubicBezTo>
                    <a:pt x="358" y="367"/>
                    <a:pt x="382" y="321"/>
                    <a:pt x="420" y="336"/>
                  </a:cubicBezTo>
                  <a:cubicBezTo>
                    <a:pt x="458" y="351"/>
                    <a:pt x="470" y="402"/>
                    <a:pt x="508" y="440"/>
                  </a:cubicBezTo>
                  <a:cubicBezTo>
                    <a:pt x="546" y="478"/>
                    <a:pt x="578" y="490"/>
                    <a:pt x="612" y="528"/>
                  </a:cubicBezTo>
                  <a:cubicBezTo>
                    <a:pt x="646" y="566"/>
                    <a:pt x="646" y="598"/>
                    <a:pt x="680" y="632"/>
                  </a:cubicBezTo>
                  <a:cubicBezTo>
                    <a:pt x="714" y="666"/>
                    <a:pt x="742" y="684"/>
                    <a:pt x="784" y="696"/>
                  </a:cubicBezTo>
                  <a:cubicBezTo>
                    <a:pt x="826" y="708"/>
                    <a:pt x="849" y="689"/>
                    <a:pt x="892" y="692"/>
                  </a:cubicBezTo>
                  <a:cubicBezTo>
                    <a:pt x="935" y="695"/>
                    <a:pt x="957" y="710"/>
                    <a:pt x="1000" y="712"/>
                  </a:cubicBezTo>
                  <a:cubicBezTo>
                    <a:pt x="1043" y="714"/>
                    <a:pt x="1065" y="698"/>
                    <a:pt x="1108" y="704"/>
                  </a:cubicBezTo>
                  <a:cubicBezTo>
                    <a:pt x="1151" y="710"/>
                    <a:pt x="1173" y="723"/>
                    <a:pt x="1216" y="744"/>
                  </a:cubicBezTo>
                  <a:cubicBezTo>
                    <a:pt x="1259" y="765"/>
                    <a:pt x="1281" y="800"/>
                    <a:pt x="1324" y="808"/>
                  </a:cubicBezTo>
                  <a:cubicBezTo>
                    <a:pt x="1367" y="816"/>
                    <a:pt x="1414" y="810"/>
                    <a:pt x="1432" y="784"/>
                  </a:cubicBezTo>
                  <a:cubicBezTo>
                    <a:pt x="1450" y="758"/>
                    <a:pt x="1437" y="718"/>
                    <a:pt x="1412" y="680"/>
                  </a:cubicBezTo>
                  <a:cubicBezTo>
                    <a:pt x="1387" y="642"/>
                    <a:pt x="1350" y="619"/>
                    <a:pt x="1308" y="592"/>
                  </a:cubicBezTo>
                  <a:cubicBezTo>
                    <a:pt x="1266" y="565"/>
                    <a:pt x="1243" y="566"/>
                    <a:pt x="1200" y="544"/>
                  </a:cubicBezTo>
                  <a:cubicBezTo>
                    <a:pt x="1157" y="522"/>
                    <a:pt x="1135" y="507"/>
                    <a:pt x="1092" y="480"/>
                  </a:cubicBezTo>
                  <a:cubicBezTo>
                    <a:pt x="1049" y="453"/>
                    <a:pt x="1017" y="443"/>
                    <a:pt x="984" y="408"/>
                  </a:cubicBezTo>
                  <a:cubicBezTo>
                    <a:pt x="951" y="373"/>
                    <a:pt x="942" y="346"/>
                    <a:pt x="928" y="304"/>
                  </a:cubicBezTo>
                  <a:cubicBezTo>
                    <a:pt x="914" y="262"/>
                    <a:pt x="898" y="237"/>
                    <a:pt x="916" y="196"/>
                  </a:cubicBezTo>
                  <a:cubicBezTo>
                    <a:pt x="934" y="155"/>
                    <a:pt x="930" y="118"/>
                    <a:pt x="972" y="92"/>
                  </a:cubicBezTo>
                  <a:cubicBezTo>
                    <a:pt x="1014" y="66"/>
                    <a:pt x="1046" y="34"/>
                    <a:pt x="1088" y="24"/>
                  </a:cubicBezTo>
                  <a:cubicBezTo>
                    <a:pt x="1130" y="14"/>
                    <a:pt x="1246" y="30"/>
                    <a:pt x="1288" y="32"/>
                  </a:cubicBezTo>
                  <a:cubicBezTo>
                    <a:pt x="1330" y="34"/>
                    <a:pt x="1314" y="51"/>
                    <a:pt x="1356" y="60"/>
                  </a:cubicBezTo>
                  <a:cubicBezTo>
                    <a:pt x="1398" y="69"/>
                    <a:pt x="1401" y="96"/>
                    <a:pt x="1444" y="96"/>
                  </a:cubicBezTo>
                  <a:cubicBezTo>
                    <a:pt x="1487" y="96"/>
                    <a:pt x="1509" y="87"/>
                    <a:pt x="1552" y="80"/>
                  </a:cubicBezTo>
                  <a:cubicBezTo>
                    <a:pt x="1595" y="73"/>
                    <a:pt x="1617" y="76"/>
                    <a:pt x="1660" y="60"/>
                  </a:cubicBezTo>
                  <a:cubicBezTo>
                    <a:pt x="1703" y="44"/>
                    <a:pt x="1749" y="12"/>
                    <a:pt x="1768" y="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8848" y="4257"/>
              <a:ext cx="3304" cy="1757"/>
            </a:xfrm>
            <a:custGeom>
              <a:avLst/>
              <a:gdLst>
                <a:gd name="connsiteX0" fmla="*/ 0 w 3304"/>
                <a:gd name="connsiteY0" fmla="*/ 1442 h 1756"/>
                <a:gd name="connsiteX1" fmla="*/ 104 w 3304"/>
                <a:gd name="connsiteY1" fmla="*/ 1362 h 1756"/>
                <a:gd name="connsiteX2" fmla="*/ 208 w 3304"/>
                <a:gd name="connsiteY2" fmla="*/ 1282 h 1756"/>
                <a:gd name="connsiteX3" fmla="*/ 264 w 3304"/>
                <a:gd name="connsiteY3" fmla="*/ 1174 h 1756"/>
                <a:gd name="connsiteX4" fmla="*/ 328 w 3304"/>
                <a:gd name="connsiteY4" fmla="*/ 1066 h 1756"/>
                <a:gd name="connsiteX5" fmla="*/ 392 w 3304"/>
                <a:gd name="connsiteY5" fmla="*/ 958 h 1756"/>
                <a:gd name="connsiteX6" fmla="*/ 452 w 3304"/>
                <a:gd name="connsiteY6" fmla="*/ 846 h 1756"/>
                <a:gd name="connsiteX7" fmla="*/ 504 w 3304"/>
                <a:gd name="connsiteY7" fmla="*/ 742 h 1756"/>
                <a:gd name="connsiteX8" fmla="*/ 560 w 3304"/>
                <a:gd name="connsiteY8" fmla="*/ 634 h 1756"/>
                <a:gd name="connsiteX9" fmla="*/ 596 w 3304"/>
                <a:gd name="connsiteY9" fmla="*/ 530 h 1756"/>
                <a:gd name="connsiteX10" fmla="*/ 624 w 3304"/>
                <a:gd name="connsiteY10" fmla="*/ 422 h 1756"/>
                <a:gd name="connsiteX11" fmla="*/ 628 w 3304"/>
                <a:gd name="connsiteY11" fmla="*/ 314 h 1756"/>
                <a:gd name="connsiteX12" fmla="*/ 628 w 3304"/>
                <a:gd name="connsiteY12" fmla="*/ 206 h 1756"/>
                <a:gd name="connsiteX13" fmla="*/ 692 w 3304"/>
                <a:gd name="connsiteY13" fmla="*/ 98 h 1756"/>
                <a:gd name="connsiteX14" fmla="*/ 800 w 3304"/>
                <a:gd name="connsiteY14" fmla="*/ 18 h 1756"/>
                <a:gd name="connsiteX15" fmla="*/ 904 w 3304"/>
                <a:gd name="connsiteY15" fmla="*/ 2 h 1756"/>
                <a:gd name="connsiteX16" fmla="*/ 1012 w 3304"/>
                <a:gd name="connsiteY16" fmla="*/ 38 h 1756"/>
                <a:gd name="connsiteX17" fmla="*/ 1128 w 3304"/>
                <a:gd name="connsiteY17" fmla="*/ 86 h 1756"/>
                <a:gd name="connsiteX18" fmla="*/ 1232 w 3304"/>
                <a:gd name="connsiteY18" fmla="*/ 70 h 1756"/>
                <a:gd name="connsiteX19" fmla="*/ 1336 w 3304"/>
                <a:gd name="connsiteY19" fmla="*/ 78 h 1756"/>
                <a:gd name="connsiteX20" fmla="*/ 1444 w 3304"/>
                <a:gd name="connsiteY20" fmla="*/ 122 h 1756"/>
                <a:gd name="connsiteX21" fmla="*/ 1552 w 3304"/>
                <a:gd name="connsiteY21" fmla="*/ 194 h 1756"/>
                <a:gd name="connsiteX22" fmla="*/ 1584 w 3304"/>
                <a:gd name="connsiteY22" fmla="*/ 302 h 1756"/>
                <a:gd name="connsiteX23" fmla="*/ 1536 w 3304"/>
                <a:gd name="connsiteY23" fmla="*/ 410 h 1756"/>
                <a:gd name="connsiteX24" fmla="*/ 1480 w 3304"/>
                <a:gd name="connsiteY24" fmla="*/ 518 h 1756"/>
                <a:gd name="connsiteX25" fmla="*/ 1468 w 3304"/>
                <a:gd name="connsiteY25" fmla="*/ 626 h 1756"/>
                <a:gd name="connsiteX26" fmla="*/ 1476 w 3304"/>
                <a:gd name="connsiteY26" fmla="*/ 734 h 1756"/>
                <a:gd name="connsiteX27" fmla="*/ 1476 w 3304"/>
                <a:gd name="connsiteY27" fmla="*/ 842 h 1756"/>
                <a:gd name="connsiteX28" fmla="*/ 1484 w 3304"/>
                <a:gd name="connsiteY28" fmla="*/ 974 h 1756"/>
                <a:gd name="connsiteX29" fmla="*/ 1452 w 3304"/>
                <a:gd name="connsiteY29" fmla="*/ 1062 h 1756"/>
                <a:gd name="connsiteX30" fmla="*/ 1464 w 3304"/>
                <a:gd name="connsiteY30" fmla="*/ 1166 h 1756"/>
                <a:gd name="connsiteX31" fmla="*/ 1484 w 3304"/>
                <a:gd name="connsiteY31" fmla="*/ 1274 h 1756"/>
                <a:gd name="connsiteX32" fmla="*/ 1516 w 3304"/>
                <a:gd name="connsiteY32" fmla="*/ 1382 h 1756"/>
                <a:gd name="connsiteX33" fmla="*/ 1516 w 3304"/>
                <a:gd name="connsiteY33" fmla="*/ 1502 h 1756"/>
                <a:gd name="connsiteX34" fmla="*/ 1496 w 3304"/>
                <a:gd name="connsiteY34" fmla="*/ 1598 h 1756"/>
                <a:gd name="connsiteX35" fmla="*/ 1488 w 3304"/>
                <a:gd name="connsiteY35" fmla="*/ 1706 h 1756"/>
                <a:gd name="connsiteX36" fmla="*/ 1592 w 3304"/>
                <a:gd name="connsiteY36" fmla="*/ 1754 h 1756"/>
                <a:gd name="connsiteX37" fmla="*/ 1692 w 3304"/>
                <a:gd name="connsiteY37" fmla="*/ 1646 h 1756"/>
                <a:gd name="connsiteX38" fmla="*/ 1796 w 3304"/>
                <a:gd name="connsiteY38" fmla="*/ 1626 h 1756"/>
                <a:gd name="connsiteX39" fmla="*/ 1904 w 3304"/>
                <a:gd name="connsiteY39" fmla="*/ 1582 h 1756"/>
                <a:gd name="connsiteX40" fmla="*/ 2012 w 3304"/>
                <a:gd name="connsiteY40" fmla="*/ 1622 h 1756"/>
                <a:gd name="connsiteX41" fmla="*/ 2120 w 3304"/>
                <a:gd name="connsiteY41" fmla="*/ 1634 h 1756"/>
                <a:gd name="connsiteX42" fmla="*/ 2228 w 3304"/>
                <a:gd name="connsiteY42" fmla="*/ 1578 h 1756"/>
                <a:gd name="connsiteX43" fmla="*/ 2336 w 3304"/>
                <a:gd name="connsiteY43" fmla="*/ 1562 h 1756"/>
                <a:gd name="connsiteX44" fmla="*/ 2440 w 3304"/>
                <a:gd name="connsiteY44" fmla="*/ 1562 h 1756"/>
                <a:gd name="connsiteX45" fmla="*/ 2548 w 3304"/>
                <a:gd name="connsiteY45" fmla="*/ 1498 h 1756"/>
                <a:gd name="connsiteX46" fmla="*/ 2568 w 3304"/>
                <a:gd name="connsiteY46" fmla="*/ 1390 h 1756"/>
                <a:gd name="connsiteX47" fmla="*/ 2608 w 3304"/>
                <a:gd name="connsiteY47" fmla="*/ 1282 h 1756"/>
                <a:gd name="connsiteX48" fmla="*/ 2712 w 3304"/>
                <a:gd name="connsiteY48" fmla="*/ 1198 h 1756"/>
                <a:gd name="connsiteX49" fmla="*/ 2784 w 3304"/>
                <a:gd name="connsiteY49" fmla="*/ 1094 h 1756"/>
                <a:gd name="connsiteX50" fmla="*/ 2832 w 3304"/>
                <a:gd name="connsiteY50" fmla="*/ 986 h 1756"/>
                <a:gd name="connsiteX51" fmla="*/ 2928 w 3304"/>
                <a:gd name="connsiteY51" fmla="*/ 885 h 1756"/>
                <a:gd name="connsiteX52" fmla="*/ 2996 w 3304"/>
                <a:gd name="connsiteY52" fmla="*/ 777 h 1756"/>
                <a:gd name="connsiteX53" fmla="*/ 3116 w 3304"/>
                <a:gd name="connsiteY53" fmla="*/ 701 h 1756"/>
                <a:gd name="connsiteX54" fmla="*/ 3200 w 3304"/>
                <a:gd name="connsiteY54" fmla="*/ 606 h 1756"/>
                <a:gd name="connsiteX55" fmla="*/ 3304 w 3304"/>
                <a:gd name="connsiteY55" fmla="*/ 526 h 1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04" h="1757">
                  <a:moveTo>
                    <a:pt x="0" y="1442"/>
                  </a:moveTo>
                  <a:cubicBezTo>
                    <a:pt x="19" y="1428"/>
                    <a:pt x="62" y="1394"/>
                    <a:pt x="104" y="1362"/>
                  </a:cubicBezTo>
                  <a:cubicBezTo>
                    <a:pt x="146" y="1330"/>
                    <a:pt x="176" y="1320"/>
                    <a:pt x="208" y="1282"/>
                  </a:cubicBezTo>
                  <a:cubicBezTo>
                    <a:pt x="240" y="1244"/>
                    <a:pt x="240" y="1217"/>
                    <a:pt x="264" y="1174"/>
                  </a:cubicBezTo>
                  <a:cubicBezTo>
                    <a:pt x="288" y="1131"/>
                    <a:pt x="302" y="1109"/>
                    <a:pt x="328" y="1066"/>
                  </a:cubicBezTo>
                  <a:cubicBezTo>
                    <a:pt x="354" y="1023"/>
                    <a:pt x="367" y="1002"/>
                    <a:pt x="392" y="958"/>
                  </a:cubicBezTo>
                  <a:cubicBezTo>
                    <a:pt x="417" y="914"/>
                    <a:pt x="430" y="889"/>
                    <a:pt x="452" y="846"/>
                  </a:cubicBezTo>
                  <a:cubicBezTo>
                    <a:pt x="474" y="803"/>
                    <a:pt x="482" y="784"/>
                    <a:pt x="504" y="742"/>
                  </a:cubicBezTo>
                  <a:cubicBezTo>
                    <a:pt x="526" y="700"/>
                    <a:pt x="542" y="676"/>
                    <a:pt x="560" y="634"/>
                  </a:cubicBezTo>
                  <a:cubicBezTo>
                    <a:pt x="578" y="592"/>
                    <a:pt x="583" y="572"/>
                    <a:pt x="596" y="530"/>
                  </a:cubicBezTo>
                  <a:cubicBezTo>
                    <a:pt x="609" y="488"/>
                    <a:pt x="618" y="465"/>
                    <a:pt x="624" y="422"/>
                  </a:cubicBezTo>
                  <a:cubicBezTo>
                    <a:pt x="630" y="379"/>
                    <a:pt x="627" y="357"/>
                    <a:pt x="628" y="314"/>
                  </a:cubicBezTo>
                  <a:cubicBezTo>
                    <a:pt x="629" y="271"/>
                    <a:pt x="615" y="249"/>
                    <a:pt x="628" y="206"/>
                  </a:cubicBezTo>
                  <a:cubicBezTo>
                    <a:pt x="641" y="163"/>
                    <a:pt x="658" y="136"/>
                    <a:pt x="692" y="98"/>
                  </a:cubicBezTo>
                  <a:cubicBezTo>
                    <a:pt x="726" y="60"/>
                    <a:pt x="758" y="37"/>
                    <a:pt x="800" y="18"/>
                  </a:cubicBezTo>
                  <a:cubicBezTo>
                    <a:pt x="842" y="-1"/>
                    <a:pt x="862" y="-2"/>
                    <a:pt x="904" y="2"/>
                  </a:cubicBezTo>
                  <a:cubicBezTo>
                    <a:pt x="946" y="6"/>
                    <a:pt x="967" y="21"/>
                    <a:pt x="1012" y="38"/>
                  </a:cubicBezTo>
                  <a:cubicBezTo>
                    <a:pt x="1057" y="55"/>
                    <a:pt x="1084" y="80"/>
                    <a:pt x="1128" y="86"/>
                  </a:cubicBezTo>
                  <a:cubicBezTo>
                    <a:pt x="1172" y="92"/>
                    <a:pt x="1190" y="72"/>
                    <a:pt x="1232" y="70"/>
                  </a:cubicBezTo>
                  <a:cubicBezTo>
                    <a:pt x="1274" y="68"/>
                    <a:pt x="1294" y="68"/>
                    <a:pt x="1336" y="78"/>
                  </a:cubicBezTo>
                  <a:cubicBezTo>
                    <a:pt x="1378" y="88"/>
                    <a:pt x="1401" y="99"/>
                    <a:pt x="1444" y="122"/>
                  </a:cubicBezTo>
                  <a:cubicBezTo>
                    <a:pt x="1487" y="145"/>
                    <a:pt x="1524" y="158"/>
                    <a:pt x="1552" y="194"/>
                  </a:cubicBezTo>
                  <a:cubicBezTo>
                    <a:pt x="1580" y="230"/>
                    <a:pt x="1587" y="259"/>
                    <a:pt x="1584" y="302"/>
                  </a:cubicBezTo>
                  <a:cubicBezTo>
                    <a:pt x="1581" y="345"/>
                    <a:pt x="1557" y="367"/>
                    <a:pt x="1536" y="410"/>
                  </a:cubicBezTo>
                  <a:cubicBezTo>
                    <a:pt x="1515" y="453"/>
                    <a:pt x="1494" y="475"/>
                    <a:pt x="1480" y="518"/>
                  </a:cubicBezTo>
                  <a:cubicBezTo>
                    <a:pt x="1466" y="561"/>
                    <a:pt x="1469" y="583"/>
                    <a:pt x="1468" y="626"/>
                  </a:cubicBezTo>
                  <a:cubicBezTo>
                    <a:pt x="1467" y="669"/>
                    <a:pt x="1474" y="691"/>
                    <a:pt x="1476" y="734"/>
                  </a:cubicBezTo>
                  <a:cubicBezTo>
                    <a:pt x="1478" y="777"/>
                    <a:pt x="1480" y="799"/>
                    <a:pt x="1476" y="842"/>
                  </a:cubicBezTo>
                  <a:cubicBezTo>
                    <a:pt x="1472" y="885"/>
                    <a:pt x="1489" y="930"/>
                    <a:pt x="1484" y="974"/>
                  </a:cubicBezTo>
                  <a:cubicBezTo>
                    <a:pt x="1479" y="1018"/>
                    <a:pt x="1456" y="1019"/>
                    <a:pt x="1452" y="1062"/>
                  </a:cubicBezTo>
                  <a:cubicBezTo>
                    <a:pt x="1448" y="1105"/>
                    <a:pt x="1469" y="1124"/>
                    <a:pt x="1464" y="1166"/>
                  </a:cubicBezTo>
                  <a:cubicBezTo>
                    <a:pt x="1459" y="1208"/>
                    <a:pt x="1484" y="1231"/>
                    <a:pt x="1484" y="1274"/>
                  </a:cubicBezTo>
                  <a:cubicBezTo>
                    <a:pt x="1484" y="1317"/>
                    <a:pt x="1511" y="1339"/>
                    <a:pt x="1516" y="1382"/>
                  </a:cubicBezTo>
                  <a:cubicBezTo>
                    <a:pt x="1521" y="1425"/>
                    <a:pt x="1511" y="1459"/>
                    <a:pt x="1516" y="1502"/>
                  </a:cubicBezTo>
                  <a:cubicBezTo>
                    <a:pt x="1521" y="1545"/>
                    <a:pt x="1489" y="1555"/>
                    <a:pt x="1496" y="1598"/>
                  </a:cubicBezTo>
                  <a:cubicBezTo>
                    <a:pt x="1503" y="1641"/>
                    <a:pt x="1462" y="1675"/>
                    <a:pt x="1488" y="1706"/>
                  </a:cubicBezTo>
                  <a:cubicBezTo>
                    <a:pt x="1514" y="1737"/>
                    <a:pt x="1551" y="1766"/>
                    <a:pt x="1592" y="1754"/>
                  </a:cubicBezTo>
                  <a:cubicBezTo>
                    <a:pt x="1633" y="1742"/>
                    <a:pt x="1651" y="1672"/>
                    <a:pt x="1692" y="1646"/>
                  </a:cubicBezTo>
                  <a:cubicBezTo>
                    <a:pt x="1733" y="1620"/>
                    <a:pt x="1754" y="1639"/>
                    <a:pt x="1796" y="1626"/>
                  </a:cubicBezTo>
                  <a:cubicBezTo>
                    <a:pt x="1838" y="1613"/>
                    <a:pt x="1861" y="1583"/>
                    <a:pt x="1904" y="1582"/>
                  </a:cubicBezTo>
                  <a:cubicBezTo>
                    <a:pt x="1947" y="1581"/>
                    <a:pt x="1969" y="1612"/>
                    <a:pt x="2012" y="1622"/>
                  </a:cubicBezTo>
                  <a:cubicBezTo>
                    <a:pt x="2055" y="1632"/>
                    <a:pt x="2077" y="1643"/>
                    <a:pt x="2120" y="1634"/>
                  </a:cubicBezTo>
                  <a:cubicBezTo>
                    <a:pt x="2163" y="1625"/>
                    <a:pt x="2185" y="1592"/>
                    <a:pt x="2228" y="1578"/>
                  </a:cubicBezTo>
                  <a:cubicBezTo>
                    <a:pt x="2271" y="1564"/>
                    <a:pt x="2294" y="1565"/>
                    <a:pt x="2336" y="1562"/>
                  </a:cubicBezTo>
                  <a:cubicBezTo>
                    <a:pt x="2378" y="1559"/>
                    <a:pt x="2398" y="1575"/>
                    <a:pt x="2440" y="1562"/>
                  </a:cubicBezTo>
                  <a:cubicBezTo>
                    <a:pt x="2482" y="1549"/>
                    <a:pt x="2522" y="1532"/>
                    <a:pt x="2548" y="1498"/>
                  </a:cubicBezTo>
                  <a:cubicBezTo>
                    <a:pt x="2574" y="1464"/>
                    <a:pt x="2556" y="1433"/>
                    <a:pt x="2568" y="1390"/>
                  </a:cubicBezTo>
                  <a:cubicBezTo>
                    <a:pt x="2580" y="1347"/>
                    <a:pt x="2579" y="1320"/>
                    <a:pt x="2608" y="1282"/>
                  </a:cubicBezTo>
                  <a:cubicBezTo>
                    <a:pt x="2637" y="1244"/>
                    <a:pt x="2677" y="1236"/>
                    <a:pt x="2712" y="1198"/>
                  </a:cubicBezTo>
                  <a:cubicBezTo>
                    <a:pt x="2747" y="1160"/>
                    <a:pt x="2760" y="1136"/>
                    <a:pt x="2784" y="1094"/>
                  </a:cubicBezTo>
                  <a:cubicBezTo>
                    <a:pt x="2808" y="1052"/>
                    <a:pt x="2801" y="1027"/>
                    <a:pt x="2832" y="986"/>
                  </a:cubicBezTo>
                  <a:cubicBezTo>
                    <a:pt x="2863" y="945"/>
                    <a:pt x="2890" y="925"/>
                    <a:pt x="2928" y="885"/>
                  </a:cubicBezTo>
                  <a:cubicBezTo>
                    <a:pt x="2966" y="845"/>
                    <a:pt x="2958" y="813"/>
                    <a:pt x="2996" y="777"/>
                  </a:cubicBezTo>
                  <a:cubicBezTo>
                    <a:pt x="3034" y="741"/>
                    <a:pt x="3080" y="737"/>
                    <a:pt x="3116" y="701"/>
                  </a:cubicBezTo>
                  <a:cubicBezTo>
                    <a:pt x="3152" y="665"/>
                    <a:pt x="3165" y="643"/>
                    <a:pt x="3200" y="606"/>
                  </a:cubicBezTo>
                  <a:cubicBezTo>
                    <a:pt x="3235" y="569"/>
                    <a:pt x="3285" y="540"/>
                    <a:pt x="3304" y="526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任意多边形 3"/>
          <p:cNvSpPr/>
          <p:nvPr/>
        </p:nvSpPr>
        <p:spPr>
          <a:xfrm>
            <a:off x="4258310" y="1271905"/>
            <a:ext cx="1981200" cy="2764155"/>
          </a:xfrm>
          <a:custGeom>
            <a:avLst/>
            <a:gdLst>
              <a:gd name="connsiteX0" fmla="*/ 0 w 1600"/>
              <a:gd name="connsiteY0" fmla="*/ 0 h 2232"/>
              <a:gd name="connsiteX1" fmla="*/ 104 w 1600"/>
              <a:gd name="connsiteY1" fmla="*/ 80 h 2232"/>
              <a:gd name="connsiteX2" fmla="*/ 160 w 1600"/>
              <a:gd name="connsiteY2" fmla="*/ 184 h 2232"/>
              <a:gd name="connsiteX3" fmla="*/ 240 w 1600"/>
              <a:gd name="connsiteY3" fmla="*/ 288 h 2232"/>
              <a:gd name="connsiteX4" fmla="*/ 256 w 1600"/>
              <a:gd name="connsiteY4" fmla="*/ 392 h 2232"/>
              <a:gd name="connsiteX5" fmla="*/ 216 w 1600"/>
              <a:gd name="connsiteY5" fmla="*/ 496 h 2232"/>
              <a:gd name="connsiteX6" fmla="*/ 168 w 1600"/>
              <a:gd name="connsiteY6" fmla="*/ 608 h 2232"/>
              <a:gd name="connsiteX7" fmla="*/ 160 w 1600"/>
              <a:gd name="connsiteY7" fmla="*/ 712 h 2232"/>
              <a:gd name="connsiteX8" fmla="*/ 176 w 1600"/>
              <a:gd name="connsiteY8" fmla="*/ 824 h 2232"/>
              <a:gd name="connsiteX9" fmla="*/ 280 w 1600"/>
              <a:gd name="connsiteY9" fmla="*/ 864 h 2232"/>
              <a:gd name="connsiteX10" fmla="*/ 392 w 1600"/>
              <a:gd name="connsiteY10" fmla="*/ 936 h 2232"/>
              <a:gd name="connsiteX11" fmla="*/ 400 w 1600"/>
              <a:gd name="connsiteY11" fmla="*/ 1040 h 2232"/>
              <a:gd name="connsiteX12" fmla="*/ 400 w 1600"/>
              <a:gd name="connsiteY12" fmla="*/ 1144 h 2232"/>
              <a:gd name="connsiteX13" fmla="*/ 424 w 1600"/>
              <a:gd name="connsiteY13" fmla="*/ 1256 h 2232"/>
              <a:gd name="connsiteX14" fmla="*/ 528 w 1600"/>
              <a:gd name="connsiteY14" fmla="*/ 1280 h 2232"/>
              <a:gd name="connsiteX15" fmla="*/ 632 w 1600"/>
              <a:gd name="connsiteY15" fmla="*/ 1344 h 2232"/>
              <a:gd name="connsiteX16" fmla="*/ 624 w 1600"/>
              <a:gd name="connsiteY16" fmla="*/ 1448 h 2232"/>
              <a:gd name="connsiteX17" fmla="*/ 592 w 1600"/>
              <a:gd name="connsiteY17" fmla="*/ 1552 h 2232"/>
              <a:gd name="connsiteX18" fmla="*/ 560 w 1600"/>
              <a:gd name="connsiteY18" fmla="*/ 1656 h 2232"/>
              <a:gd name="connsiteX19" fmla="*/ 536 w 1600"/>
              <a:gd name="connsiteY19" fmla="*/ 1768 h 2232"/>
              <a:gd name="connsiteX20" fmla="*/ 536 w 1600"/>
              <a:gd name="connsiteY20" fmla="*/ 1872 h 2232"/>
              <a:gd name="connsiteX21" fmla="*/ 589 w 1600"/>
              <a:gd name="connsiteY21" fmla="*/ 1972 h 2232"/>
              <a:gd name="connsiteX22" fmla="*/ 661 w 1600"/>
              <a:gd name="connsiteY22" fmla="*/ 1984 h 2232"/>
              <a:gd name="connsiteX23" fmla="*/ 751 w 1600"/>
              <a:gd name="connsiteY23" fmla="*/ 2005 h 2232"/>
              <a:gd name="connsiteX24" fmla="*/ 835 w 1600"/>
              <a:gd name="connsiteY24" fmla="*/ 2005 h 2232"/>
              <a:gd name="connsiteX25" fmla="*/ 967 w 1600"/>
              <a:gd name="connsiteY25" fmla="*/ 2011 h 2232"/>
              <a:gd name="connsiteX26" fmla="*/ 1108 w 1600"/>
              <a:gd name="connsiteY26" fmla="*/ 2029 h 2232"/>
              <a:gd name="connsiteX27" fmla="*/ 1231 w 1600"/>
              <a:gd name="connsiteY27" fmla="*/ 2068 h 2232"/>
              <a:gd name="connsiteX28" fmla="*/ 1363 w 1600"/>
              <a:gd name="connsiteY28" fmla="*/ 2113 h 2232"/>
              <a:gd name="connsiteX29" fmla="*/ 1468 w 1600"/>
              <a:gd name="connsiteY29" fmla="*/ 2152 h 2232"/>
              <a:gd name="connsiteX30" fmla="*/ 1531 w 1600"/>
              <a:gd name="connsiteY30" fmla="*/ 2173 h 2232"/>
              <a:gd name="connsiteX31" fmla="*/ 1600 w 1600"/>
              <a:gd name="connsiteY31" fmla="*/ 2232 h 2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" h="2232">
                <a:moveTo>
                  <a:pt x="0" y="0"/>
                </a:moveTo>
                <a:cubicBezTo>
                  <a:pt x="20" y="14"/>
                  <a:pt x="72" y="43"/>
                  <a:pt x="104" y="80"/>
                </a:cubicBezTo>
                <a:cubicBezTo>
                  <a:pt x="136" y="117"/>
                  <a:pt x="133" y="142"/>
                  <a:pt x="160" y="184"/>
                </a:cubicBezTo>
                <a:cubicBezTo>
                  <a:pt x="187" y="226"/>
                  <a:pt x="221" y="246"/>
                  <a:pt x="240" y="288"/>
                </a:cubicBezTo>
                <a:cubicBezTo>
                  <a:pt x="259" y="330"/>
                  <a:pt x="261" y="350"/>
                  <a:pt x="256" y="392"/>
                </a:cubicBezTo>
                <a:cubicBezTo>
                  <a:pt x="251" y="434"/>
                  <a:pt x="234" y="453"/>
                  <a:pt x="216" y="496"/>
                </a:cubicBezTo>
                <a:cubicBezTo>
                  <a:pt x="198" y="539"/>
                  <a:pt x="179" y="565"/>
                  <a:pt x="168" y="608"/>
                </a:cubicBezTo>
                <a:cubicBezTo>
                  <a:pt x="157" y="651"/>
                  <a:pt x="158" y="669"/>
                  <a:pt x="160" y="712"/>
                </a:cubicBezTo>
                <a:cubicBezTo>
                  <a:pt x="162" y="755"/>
                  <a:pt x="152" y="794"/>
                  <a:pt x="176" y="824"/>
                </a:cubicBezTo>
                <a:cubicBezTo>
                  <a:pt x="200" y="854"/>
                  <a:pt x="237" y="842"/>
                  <a:pt x="280" y="864"/>
                </a:cubicBezTo>
                <a:cubicBezTo>
                  <a:pt x="323" y="886"/>
                  <a:pt x="368" y="901"/>
                  <a:pt x="392" y="936"/>
                </a:cubicBezTo>
                <a:cubicBezTo>
                  <a:pt x="416" y="971"/>
                  <a:pt x="398" y="998"/>
                  <a:pt x="400" y="1040"/>
                </a:cubicBezTo>
                <a:cubicBezTo>
                  <a:pt x="402" y="1082"/>
                  <a:pt x="395" y="1101"/>
                  <a:pt x="400" y="1144"/>
                </a:cubicBezTo>
                <a:cubicBezTo>
                  <a:pt x="405" y="1187"/>
                  <a:pt x="398" y="1229"/>
                  <a:pt x="424" y="1256"/>
                </a:cubicBezTo>
                <a:cubicBezTo>
                  <a:pt x="450" y="1283"/>
                  <a:pt x="486" y="1262"/>
                  <a:pt x="528" y="1280"/>
                </a:cubicBezTo>
                <a:cubicBezTo>
                  <a:pt x="570" y="1298"/>
                  <a:pt x="613" y="1310"/>
                  <a:pt x="632" y="1344"/>
                </a:cubicBezTo>
                <a:cubicBezTo>
                  <a:pt x="651" y="1378"/>
                  <a:pt x="632" y="1406"/>
                  <a:pt x="624" y="1448"/>
                </a:cubicBezTo>
                <a:cubicBezTo>
                  <a:pt x="616" y="1490"/>
                  <a:pt x="605" y="1510"/>
                  <a:pt x="592" y="1552"/>
                </a:cubicBezTo>
                <a:cubicBezTo>
                  <a:pt x="579" y="1594"/>
                  <a:pt x="571" y="1613"/>
                  <a:pt x="560" y="1656"/>
                </a:cubicBezTo>
                <a:cubicBezTo>
                  <a:pt x="549" y="1699"/>
                  <a:pt x="541" y="1725"/>
                  <a:pt x="536" y="1768"/>
                </a:cubicBezTo>
                <a:cubicBezTo>
                  <a:pt x="531" y="1811"/>
                  <a:pt x="536" y="1829"/>
                  <a:pt x="536" y="1872"/>
                </a:cubicBezTo>
                <a:cubicBezTo>
                  <a:pt x="536" y="1915"/>
                  <a:pt x="568" y="1943"/>
                  <a:pt x="589" y="1972"/>
                </a:cubicBezTo>
                <a:cubicBezTo>
                  <a:pt x="610" y="2001"/>
                  <a:pt x="619" y="1973"/>
                  <a:pt x="661" y="1984"/>
                </a:cubicBezTo>
                <a:cubicBezTo>
                  <a:pt x="703" y="1995"/>
                  <a:pt x="709" y="2000"/>
                  <a:pt x="751" y="2005"/>
                </a:cubicBezTo>
                <a:cubicBezTo>
                  <a:pt x="793" y="2010"/>
                  <a:pt x="792" y="2000"/>
                  <a:pt x="835" y="2005"/>
                </a:cubicBezTo>
                <a:cubicBezTo>
                  <a:pt x="878" y="2010"/>
                  <a:pt x="924" y="2000"/>
                  <a:pt x="967" y="2011"/>
                </a:cubicBezTo>
                <a:cubicBezTo>
                  <a:pt x="1010" y="2022"/>
                  <a:pt x="1066" y="2013"/>
                  <a:pt x="1108" y="2029"/>
                </a:cubicBezTo>
                <a:cubicBezTo>
                  <a:pt x="1150" y="2045"/>
                  <a:pt x="1188" y="2052"/>
                  <a:pt x="1231" y="2068"/>
                </a:cubicBezTo>
                <a:cubicBezTo>
                  <a:pt x="1274" y="2084"/>
                  <a:pt x="1320" y="2105"/>
                  <a:pt x="1363" y="2113"/>
                </a:cubicBezTo>
                <a:cubicBezTo>
                  <a:pt x="1406" y="2121"/>
                  <a:pt x="1425" y="2146"/>
                  <a:pt x="1468" y="2152"/>
                </a:cubicBezTo>
                <a:cubicBezTo>
                  <a:pt x="1511" y="2158"/>
                  <a:pt x="1488" y="2163"/>
                  <a:pt x="1531" y="2173"/>
                </a:cubicBezTo>
                <a:cubicBezTo>
                  <a:pt x="1574" y="2183"/>
                  <a:pt x="1581" y="2228"/>
                  <a:pt x="1600" y="223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4267200" y="-1230630"/>
            <a:ext cx="2192020" cy="2526030"/>
          </a:xfrm>
          <a:custGeom>
            <a:avLst/>
            <a:gdLst>
              <a:gd name="connisteX0" fmla="*/ 0 w 1123950"/>
              <a:gd name="connsiteY0" fmla="*/ 1295400 h 1295400"/>
              <a:gd name="connisteX1" fmla="*/ 64770 w 1123950"/>
              <a:gd name="connsiteY1" fmla="*/ 1280160 h 1295400"/>
              <a:gd name="connisteX2" fmla="*/ 129540 w 1123950"/>
              <a:gd name="connsiteY2" fmla="*/ 1272540 h 1295400"/>
              <a:gd name="connisteX3" fmla="*/ 194310 w 1123950"/>
              <a:gd name="connsiteY3" fmla="*/ 1272540 h 1295400"/>
              <a:gd name="connisteX4" fmla="*/ 259080 w 1123950"/>
              <a:gd name="connsiteY4" fmla="*/ 1272540 h 1295400"/>
              <a:gd name="connisteX5" fmla="*/ 327660 w 1123950"/>
              <a:gd name="connsiteY5" fmla="*/ 1257300 h 1295400"/>
              <a:gd name="connisteX6" fmla="*/ 392430 w 1123950"/>
              <a:gd name="connsiteY6" fmla="*/ 1219200 h 1295400"/>
              <a:gd name="connisteX7" fmla="*/ 457200 w 1123950"/>
              <a:gd name="connsiteY7" fmla="*/ 1158240 h 1295400"/>
              <a:gd name="connisteX8" fmla="*/ 502920 w 1123950"/>
              <a:gd name="connsiteY8" fmla="*/ 1093470 h 1295400"/>
              <a:gd name="connisteX9" fmla="*/ 560070 w 1123950"/>
              <a:gd name="connsiteY9" fmla="*/ 1028700 h 1295400"/>
              <a:gd name="connisteX10" fmla="*/ 586740 w 1123950"/>
              <a:gd name="connsiteY10" fmla="*/ 963930 h 1295400"/>
              <a:gd name="connisteX11" fmla="*/ 628650 w 1123950"/>
              <a:gd name="connsiteY11" fmla="*/ 899160 h 1295400"/>
              <a:gd name="connisteX12" fmla="*/ 693420 w 1123950"/>
              <a:gd name="connsiteY12" fmla="*/ 845820 h 1295400"/>
              <a:gd name="connisteX13" fmla="*/ 758190 w 1123950"/>
              <a:gd name="connsiteY13" fmla="*/ 807720 h 1295400"/>
              <a:gd name="connisteX14" fmla="*/ 822960 w 1123950"/>
              <a:gd name="connsiteY14" fmla="*/ 765810 h 1295400"/>
              <a:gd name="connisteX15" fmla="*/ 857250 w 1123950"/>
              <a:gd name="connsiteY15" fmla="*/ 701040 h 1295400"/>
              <a:gd name="connisteX16" fmla="*/ 872490 w 1123950"/>
              <a:gd name="connsiteY16" fmla="*/ 636270 h 1295400"/>
              <a:gd name="connisteX17" fmla="*/ 880110 w 1123950"/>
              <a:gd name="connsiteY17" fmla="*/ 567690 h 1295400"/>
              <a:gd name="connisteX18" fmla="*/ 887730 w 1123950"/>
              <a:gd name="connsiteY18" fmla="*/ 502920 h 1295400"/>
              <a:gd name="connisteX19" fmla="*/ 910590 w 1123950"/>
              <a:gd name="connsiteY19" fmla="*/ 438150 h 1295400"/>
              <a:gd name="connisteX20" fmla="*/ 937260 w 1123950"/>
              <a:gd name="connsiteY20" fmla="*/ 373380 h 1295400"/>
              <a:gd name="connisteX21" fmla="*/ 963930 w 1123950"/>
              <a:gd name="connsiteY21" fmla="*/ 308610 h 1295400"/>
              <a:gd name="connisteX22" fmla="*/ 982980 w 1123950"/>
              <a:gd name="connsiteY22" fmla="*/ 243840 h 1295400"/>
              <a:gd name="connisteX23" fmla="*/ 1002030 w 1123950"/>
              <a:gd name="connsiteY23" fmla="*/ 179070 h 1295400"/>
              <a:gd name="connisteX24" fmla="*/ 1028700 w 1123950"/>
              <a:gd name="connsiteY24" fmla="*/ 114300 h 1295400"/>
              <a:gd name="connisteX25" fmla="*/ 1059180 w 1123950"/>
              <a:gd name="connsiteY25" fmla="*/ 49530 h 1295400"/>
              <a:gd name="connisteX26" fmla="*/ 1123950 w 1123950"/>
              <a:gd name="connsiteY26" fmla="*/ 0 h 1295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1123950" h="1295400">
                <a:moveTo>
                  <a:pt x="0" y="1295400"/>
                </a:moveTo>
                <a:cubicBezTo>
                  <a:pt x="11430" y="1292225"/>
                  <a:pt x="38735" y="1284605"/>
                  <a:pt x="64770" y="1280160"/>
                </a:cubicBezTo>
                <a:cubicBezTo>
                  <a:pt x="90805" y="1275715"/>
                  <a:pt x="103505" y="1273810"/>
                  <a:pt x="129540" y="1272540"/>
                </a:cubicBezTo>
                <a:cubicBezTo>
                  <a:pt x="155575" y="1271270"/>
                  <a:pt x="168275" y="1272540"/>
                  <a:pt x="194310" y="1272540"/>
                </a:cubicBezTo>
                <a:cubicBezTo>
                  <a:pt x="220345" y="1272540"/>
                  <a:pt x="232410" y="1275715"/>
                  <a:pt x="259080" y="1272540"/>
                </a:cubicBezTo>
                <a:cubicBezTo>
                  <a:pt x="285750" y="1269365"/>
                  <a:pt x="300990" y="1268095"/>
                  <a:pt x="327660" y="1257300"/>
                </a:cubicBezTo>
                <a:cubicBezTo>
                  <a:pt x="354330" y="1246505"/>
                  <a:pt x="366395" y="1238885"/>
                  <a:pt x="392430" y="1219200"/>
                </a:cubicBezTo>
                <a:cubicBezTo>
                  <a:pt x="418465" y="1199515"/>
                  <a:pt x="434975" y="1183640"/>
                  <a:pt x="457200" y="1158240"/>
                </a:cubicBezTo>
                <a:cubicBezTo>
                  <a:pt x="479425" y="1132840"/>
                  <a:pt x="482600" y="1119505"/>
                  <a:pt x="502920" y="1093470"/>
                </a:cubicBezTo>
                <a:cubicBezTo>
                  <a:pt x="523240" y="1067435"/>
                  <a:pt x="543560" y="1054735"/>
                  <a:pt x="560070" y="1028700"/>
                </a:cubicBezTo>
                <a:cubicBezTo>
                  <a:pt x="576580" y="1002665"/>
                  <a:pt x="572770" y="989965"/>
                  <a:pt x="586740" y="963930"/>
                </a:cubicBezTo>
                <a:cubicBezTo>
                  <a:pt x="600710" y="937895"/>
                  <a:pt x="607060" y="922655"/>
                  <a:pt x="628650" y="899160"/>
                </a:cubicBezTo>
                <a:cubicBezTo>
                  <a:pt x="650240" y="875665"/>
                  <a:pt x="667385" y="864235"/>
                  <a:pt x="693420" y="845820"/>
                </a:cubicBezTo>
                <a:cubicBezTo>
                  <a:pt x="719455" y="827405"/>
                  <a:pt x="732155" y="823595"/>
                  <a:pt x="758190" y="807720"/>
                </a:cubicBezTo>
                <a:cubicBezTo>
                  <a:pt x="784225" y="791845"/>
                  <a:pt x="803275" y="787400"/>
                  <a:pt x="822960" y="765810"/>
                </a:cubicBezTo>
                <a:cubicBezTo>
                  <a:pt x="842645" y="744220"/>
                  <a:pt x="847090" y="727075"/>
                  <a:pt x="857250" y="701040"/>
                </a:cubicBezTo>
                <a:cubicBezTo>
                  <a:pt x="867410" y="675005"/>
                  <a:pt x="868045" y="662940"/>
                  <a:pt x="872490" y="636270"/>
                </a:cubicBezTo>
                <a:cubicBezTo>
                  <a:pt x="876935" y="609600"/>
                  <a:pt x="876935" y="594360"/>
                  <a:pt x="880110" y="567690"/>
                </a:cubicBezTo>
                <a:cubicBezTo>
                  <a:pt x="883285" y="541020"/>
                  <a:pt x="881380" y="528955"/>
                  <a:pt x="887730" y="502920"/>
                </a:cubicBezTo>
                <a:cubicBezTo>
                  <a:pt x="894080" y="476885"/>
                  <a:pt x="900430" y="464185"/>
                  <a:pt x="910590" y="438150"/>
                </a:cubicBezTo>
                <a:cubicBezTo>
                  <a:pt x="920750" y="412115"/>
                  <a:pt x="926465" y="399415"/>
                  <a:pt x="937260" y="373380"/>
                </a:cubicBezTo>
                <a:cubicBezTo>
                  <a:pt x="948055" y="347345"/>
                  <a:pt x="955040" y="334645"/>
                  <a:pt x="963930" y="308610"/>
                </a:cubicBezTo>
                <a:cubicBezTo>
                  <a:pt x="972820" y="282575"/>
                  <a:pt x="975360" y="269875"/>
                  <a:pt x="982980" y="243840"/>
                </a:cubicBezTo>
                <a:cubicBezTo>
                  <a:pt x="990600" y="217805"/>
                  <a:pt x="993140" y="205105"/>
                  <a:pt x="1002030" y="179070"/>
                </a:cubicBezTo>
                <a:cubicBezTo>
                  <a:pt x="1010920" y="153035"/>
                  <a:pt x="1017270" y="140335"/>
                  <a:pt x="1028700" y="114300"/>
                </a:cubicBezTo>
                <a:cubicBezTo>
                  <a:pt x="1040130" y="88265"/>
                  <a:pt x="1040130" y="72390"/>
                  <a:pt x="1059180" y="49530"/>
                </a:cubicBezTo>
                <a:cubicBezTo>
                  <a:pt x="1078230" y="26670"/>
                  <a:pt x="1111885" y="8890"/>
                  <a:pt x="112395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4273550" y="1297305"/>
            <a:ext cx="499110" cy="3975100"/>
          </a:xfrm>
          <a:custGeom>
            <a:avLst/>
            <a:gdLst>
              <a:gd name="connsiteX0" fmla="*/ 2 w 402"/>
              <a:gd name="connsiteY0" fmla="*/ 0 h 3210"/>
              <a:gd name="connsiteX1" fmla="*/ 2 w 402"/>
              <a:gd name="connsiteY1" fmla="*/ 102 h 3210"/>
              <a:gd name="connsiteX2" fmla="*/ 20 w 402"/>
              <a:gd name="connsiteY2" fmla="*/ 210 h 3210"/>
              <a:gd name="connsiteX3" fmla="*/ 20 w 402"/>
              <a:gd name="connsiteY3" fmla="*/ 312 h 3210"/>
              <a:gd name="connsiteX4" fmla="*/ 8 w 402"/>
              <a:gd name="connsiteY4" fmla="*/ 414 h 3210"/>
              <a:gd name="connsiteX5" fmla="*/ 2 w 402"/>
              <a:gd name="connsiteY5" fmla="*/ 516 h 3210"/>
              <a:gd name="connsiteX6" fmla="*/ 2 w 402"/>
              <a:gd name="connsiteY6" fmla="*/ 618 h 3210"/>
              <a:gd name="connsiteX7" fmla="*/ 2 w 402"/>
              <a:gd name="connsiteY7" fmla="*/ 720 h 3210"/>
              <a:gd name="connsiteX8" fmla="*/ 20 w 402"/>
              <a:gd name="connsiteY8" fmla="*/ 822 h 3210"/>
              <a:gd name="connsiteX9" fmla="*/ 50 w 402"/>
              <a:gd name="connsiteY9" fmla="*/ 924 h 3210"/>
              <a:gd name="connsiteX10" fmla="*/ 62 w 402"/>
              <a:gd name="connsiteY10" fmla="*/ 1026 h 3210"/>
              <a:gd name="connsiteX11" fmla="*/ 74 w 402"/>
              <a:gd name="connsiteY11" fmla="*/ 1128 h 3210"/>
              <a:gd name="connsiteX12" fmla="*/ 92 w 402"/>
              <a:gd name="connsiteY12" fmla="*/ 1230 h 3210"/>
              <a:gd name="connsiteX13" fmla="*/ 92 w 402"/>
              <a:gd name="connsiteY13" fmla="*/ 1332 h 3210"/>
              <a:gd name="connsiteX14" fmla="*/ 98 w 402"/>
              <a:gd name="connsiteY14" fmla="*/ 1434 h 3210"/>
              <a:gd name="connsiteX15" fmla="*/ 116 w 402"/>
              <a:gd name="connsiteY15" fmla="*/ 1536 h 3210"/>
              <a:gd name="connsiteX16" fmla="*/ 140 w 402"/>
              <a:gd name="connsiteY16" fmla="*/ 1638 h 3210"/>
              <a:gd name="connsiteX17" fmla="*/ 140 w 402"/>
              <a:gd name="connsiteY17" fmla="*/ 1746 h 3210"/>
              <a:gd name="connsiteX18" fmla="*/ 140 w 402"/>
              <a:gd name="connsiteY18" fmla="*/ 1848 h 3210"/>
              <a:gd name="connsiteX19" fmla="*/ 140 w 402"/>
              <a:gd name="connsiteY19" fmla="*/ 1950 h 3210"/>
              <a:gd name="connsiteX20" fmla="*/ 140 w 402"/>
              <a:gd name="connsiteY20" fmla="*/ 2052 h 3210"/>
              <a:gd name="connsiteX21" fmla="*/ 128 w 402"/>
              <a:gd name="connsiteY21" fmla="*/ 2154 h 3210"/>
              <a:gd name="connsiteX22" fmla="*/ 98 w 402"/>
              <a:gd name="connsiteY22" fmla="*/ 2256 h 3210"/>
              <a:gd name="connsiteX23" fmla="*/ 68 w 402"/>
              <a:gd name="connsiteY23" fmla="*/ 2358 h 3210"/>
              <a:gd name="connsiteX24" fmla="*/ 62 w 402"/>
              <a:gd name="connsiteY24" fmla="*/ 2460 h 3210"/>
              <a:gd name="connsiteX25" fmla="*/ 116 w 402"/>
              <a:gd name="connsiteY25" fmla="*/ 2562 h 3210"/>
              <a:gd name="connsiteX26" fmla="*/ 182 w 402"/>
              <a:gd name="connsiteY26" fmla="*/ 2664 h 3210"/>
              <a:gd name="connsiteX27" fmla="*/ 236 w 402"/>
              <a:gd name="connsiteY27" fmla="*/ 2766 h 3210"/>
              <a:gd name="connsiteX28" fmla="*/ 362 w 402"/>
              <a:gd name="connsiteY28" fmla="*/ 2886 h 3210"/>
              <a:gd name="connsiteX29" fmla="*/ 386 w 402"/>
              <a:gd name="connsiteY29" fmla="*/ 2994 h 3210"/>
              <a:gd name="connsiteX30" fmla="*/ 398 w 402"/>
              <a:gd name="connsiteY30" fmla="*/ 3096 h 3210"/>
              <a:gd name="connsiteX31" fmla="*/ 403 w 402"/>
              <a:gd name="connsiteY31" fmla="*/ 3210 h 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" h="3210">
                <a:moveTo>
                  <a:pt x="2" y="0"/>
                </a:moveTo>
                <a:cubicBezTo>
                  <a:pt x="2" y="18"/>
                  <a:pt x="-2" y="60"/>
                  <a:pt x="2" y="102"/>
                </a:cubicBezTo>
                <a:cubicBezTo>
                  <a:pt x="6" y="144"/>
                  <a:pt x="16" y="168"/>
                  <a:pt x="20" y="210"/>
                </a:cubicBezTo>
                <a:cubicBezTo>
                  <a:pt x="24" y="252"/>
                  <a:pt x="22" y="271"/>
                  <a:pt x="20" y="312"/>
                </a:cubicBezTo>
                <a:cubicBezTo>
                  <a:pt x="18" y="353"/>
                  <a:pt x="12" y="373"/>
                  <a:pt x="8" y="414"/>
                </a:cubicBezTo>
                <a:cubicBezTo>
                  <a:pt x="4" y="455"/>
                  <a:pt x="3" y="475"/>
                  <a:pt x="2" y="516"/>
                </a:cubicBezTo>
                <a:cubicBezTo>
                  <a:pt x="1" y="557"/>
                  <a:pt x="2" y="577"/>
                  <a:pt x="2" y="618"/>
                </a:cubicBezTo>
                <a:cubicBezTo>
                  <a:pt x="2" y="659"/>
                  <a:pt x="-2" y="679"/>
                  <a:pt x="2" y="720"/>
                </a:cubicBezTo>
                <a:cubicBezTo>
                  <a:pt x="6" y="761"/>
                  <a:pt x="10" y="781"/>
                  <a:pt x="20" y="822"/>
                </a:cubicBezTo>
                <a:cubicBezTo>
                  <a:pt x="30" y="863"/>
                  <a:pt x="42" y="883"/>
                  <a:pt x="50" y="924"/>
                </a:cubicBezTo>
                <a:cubicBezTo>
                  <a:pt x="58" y="965"/>
                  <a:pt x="57" y="985"/>
                  <a:pt x="62" y="1026"/>
                </a:cubicBezTo>
                <a:cubicBezTo>
                  <a:pt x="67" y="1067"/>
                  <a:pt x="68" y="1087"/>
                  <a:pt x="74" y="1128"/>
                </a:cubicBezTo>
                <a:cubicBezTo>
                  <a:pt x="80" y="1169"/>
                  <a:pt x="88" y="1189"/>
                  <a:pt x="92" y="1230"/>
                </a:cubicBezTo>
                <a:cubicBezTo>
                  <a:pt x="96" y="1271"/>
                  <a:pt x="91" y="1291"/>
                  <a:pt x="92" y="1332"/>
                </a:cubicBezTo>
                <a:cubicBezTo>
                  <a:pt x="93" y="1373"/>
                  <a:pt x="93" y="1393"/>
                  <a:pt x="98" y="1434"/>
                </a:cubicBezTo>
                <a:cubicBezTo>
                  <a:pt x="103" y="1475"/>
                  <a:pt x="108" y="1495"/>
                  <a:pt x="116" y="1536"/>
                </a:cubicBezTo>
                <a:cubicBezTo>
                  <a:pt x="124" y="1577"/>
                  <a:pt x="135" y="1596"/>
                  <a:pt x="140" y="1638"/>
                </a:cubicBezTo>
                <a:cubicBezTo>
                  <a:pt x="145" y="1680"/>
                  <a:pt x="140" y="1704"/>
                  <a:pt x="140" y="1746"/>
                </a:cubicBezTo>
                <a:cubicBezTo>
                  <a:pt x="140" y="1788"/>
                  <a:pt x="140" y="1807"/>
                  <a:pt x="140" y="1848"/>
                </a:cubicBezTo>
                <a:cubicBezTo>
                  <a:pt x="140" y="1889"/>
                  <a:pt x="140" y="1909"/>
                  <a:pt x="140" y="1950"/>
                </a:cubicBezTo>
                <a:cubicBezTo>
                  <a:pt x="140" y="1991"/>
                  <a:pt x="142" y="2011"/>
                  <a:pt x="140" y="2052"/>
                </a:cubicBezTo>
                <a:cubicBezTo>
                  <a:pt x="138" y="2093"/>
                  <a:pt x="136" y="2113"/>
                  <a:pt x="128" y="2154"/>
                </a:cubicBezTo>
                <a:cubicBezTo>
                  <a:pt x="120" y="2195"/>
                  <a:pt x="110" y="2215"/>
                  <a:pt x="98" y="2256"/>
                </a:cubicBezTo>
                <a:cubicBezTo>
                  <a:pt x="86" y="2297"/>
                  <a:pt x="75" y="2317"/>
                  <a:pt x="68" y="2358"/>
                </a:cubicBezTo>
                <a:cubicBezTo>
                  <a:pt x="61" y="2399"/>
                  <a:pt x="52" y="2419"/>
                  <a:pt x="62" y="2460"/>
                </a:cubicBezTo>
                <a:cubicBezTo>
                  <a:pt x="72" y="2501"/>
                  <a:pt x="92" y="2521"/>
                  <a:pt x="116" y="2562"/>
                </a:cubicBezTo>
                <a:cubicBezTo>
                  <a:pt x="140" y="2603"/>
                  <a:pt x="158" y="2623"/>
                  <a:pt x="182" y="2664"/>
                </a:cubicBezTo>
                <a:cubicBezTo>
                  <a:pt x="206" y="2705"/>
                  <a:pt x="216" y="2725"/>
                  <a:pt x="236" y="2766"/>
                </a:cubicBezTo>
                <a:cubicBezTo>
                  <a:pt x="256" y="2807"/>
                  <a:pt x="346" y="2845"/>
                  <a:pt x="362" y="2886"/>
                </a:cubicBezTo>
                <a:cubicBezTo>
                  <a:pt x="378" y="2927"/>
                  <a:pt x="381" y="2953"/>
                  <a:pt x="386" y="2994"/>
                </a:cubicBezTo>
                <a:cubicBezTo>
                  <a:pt x="391" y="3035"/>
                  <a:pt x="399" y="3055"/>
                  <a:pt x="398" y="3096"/>
                </a:cubicBezTo>
                <a:cubicBezTo>
                  <a:pt x="397" y="3137"/>
                  <a:pt x="403" y="3192"/>
                  <a:pt x="403" y="32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4542155" y="5097145"/>
            <a:ext cx="240030" cy="2162175"/>
          </a:xfrm>
          <a:custGeom>
            <a:avLst/>
            <a:gdLst>
              <a:gd name="connisteX0" fmla="*/ 110490 w 123202"/>
              <a:gd name="connsiteY0" fmla="*/ 0 h 1108710"/>
              <a:gd name="connisteX1" fmla="*/ 118110 w 123202"/>
              <a:gd name="connsiteY1" fmla="*/ 68580 h 1108710"/>
              <a:gd name="connisteX2" fmla="*/ 118110 w 123202"/>
              <a:gd name="connsiteY2" fmla="*/ 133350 h 1108710"/>
              <a:gd name="connisteX3" fmla="*/ 64770 w 123202"/>
              <a:gd name="connsiteY3" fmla="*/ 198120 h 1108710"/>
              <a:gd name="connisteX4" fmla="*/ 45720 w 123202"/>
              <a:gd name="connsiteY4" fmla="*/ 262890 h 1108710"/>
              <a:gd name="connisteX5" fmla="*/ 41910 w 123202"/>
              <a:gd name="connsiteY5" fmla="*/ 327660 h 1108710"/>
              <a:gd name="connisteX6" fmla="*/ 41910 w 123202"/>
              <a:gd name="connsiteY6" fmla="*/ 392430 h 1108710"/>
              <a:gd name="connisteX7" fmla="*/ 49530 w 123202"/>
              <a:gd name="connsiteY7" fmla="*/ 457200 h 1108710"/>
              <a:gd name="connisteX8" fmla="*/ 60960 w 123202"/>
              <a:gd name="connsiteY8" fmla="*/ 521970 h 1108710"/>
              <a:gd name="connisteX9" fmla="*/ 68580 w 123202"/>
              <a:gd name="connsiteY9" fmla="*/ 586740 h 1108710"/>
              <a:gd name="connisteX10" fmla="*/ 64770 w 123202"/>
              <a:gd name="connsiteY10" fmla="*/ 651510 h 1108710"/>
              <a:gd name="connisteX11" fmla="*/ 53340 w 123202"/>
              <a:gd name="connsiteY11" fmla="*/ 716280 h 1108710"/>
              <a:gd name="connisteX12" fmla="*/ 53340 w 123202"/>
              <a:gd name="connsiteY12" fmla="*/ 781050 h 1108710"/>
              <a:gd name="connisteX13" fmla="*/ 64770 w 123202"/>
              <a:gd name="connsiteY13" fmla="*/ 845820 h 1108710"/>
              <a:gd name="connisteX14" fmla="*/ 87630 w 123202"/>
              <a:gd name="connsiteY14" fmla="*/ 910590 h 1108710"/>
              <a:gd name="connisteX15" fmla="*/ 87630 w 123202"/>
              <a:gd name="connsiteY15" fmla="*/ 975360 h 1108710"/>
              <a:gd name="connisteX16" fmla="*/ 45720 w 123202"/>
              <a:gd name="connsiteY16" fmla="*/ 1043940 h 1108710"/>
              <a:gd name="connisteX17" fmla="*/ 0 w 123202"/>
              <a:gd name="connsiteY17" fmla="*/ 1108710 h 11087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</a:cxnLst>
            <a:rect l="l" t="t" r="r" b="b"/>
            <a:pathLst>
              <a:path w="123203" h="1108710">
                <a:moveTo>
                  <a:pt x="110490" y="0"/>
                </a:moveTo>
                <a:cubicBezTo>
                  <a:pt x="111760" y="12700"/>
                  <a:pt x="116840" y="41910"/>
                  <a:pt x="118110" y="68580"/>
                </a:cubicBezTo>
                <a:cubicBezTo>
                  <a:pt x="119380" y="95250"/>
                  <a:pt x="128905" y="107315"/>
                  <a:pt x="118110" y="133350"/>
                </a:cubicBezTo>
                <a:cubicBezTo>
                  <a:pt x="107315" y="159385"/>
                  <a:pt x="79375" y="172085"/>
                  <a:pt x="64770" y="198120"/>
                </a:cubicBezTo>
                <a:cubicBezTo>
                  <a:pt x="50165" y="224155"/>
                  <a:pt x="50165" y="236855"/>
                  <a:pt x="45720" y="262890"/>
                </a:cubicBezTo>
                <a:cubicBezTo>
                  <a:pt x="41275" y="288925"/>
                  <a:pt x="42545" y="301625"/>
                  <a:pt x="41910" y="327660"/>
                </a:cubicBezTo>
                <a:cubicBezTo>
                  <a:pt x="41275" y="353695"/>
                  <a:pt x="40640" y="366395"/>
                  <a:pt x="41910" y="392430"/>
                </a:cubicBezTo>
                <a:cubicBezTo>
                  <a:pt x="43180" y="418465"/>
                  <a:pt x="45720" y="431165"/>
                  <a:pt x="49530" y="457200"/>
                </a:cubicBezTo>
                <a:cubicBezTo>
                  <a:pt x="53340" y="483235"/>
                  <a:pt x="57150" y="495935"/>
                  <a:pt x="60960" y="521970"/>
                </a:cubicBezTo>
                <a:cubicBezTo>
                  <a:pt x="64770" y="548005"/>
                  <a:pt x="67945" y="560705"/>
                  <a:pt x="68580" y="586740"/>
                </a:cubicBezTo>
                <a:cubicBezTo>
                  <a:pt x="69215" y="612775"/>
                  <a:pt x="67945" y="625475"/>
                  <a:pt x="64770" y="651510"/>
                </a:cubicBezTo>
                <a:cubicBezTo>
                  <a:pt x="61595" y="677545"/>
                  <a:pt x="55880" y="690245"/>
                  <a:pt x="53340" y="716280"/>
                </a:cubicBezTo>
                <a:cubicBezTo>
                  <a:pt x="50800" y="742315"/>
                  <a:pt x="50800" y="755015"/>
                  <a:pt x="53340" y="781050"/>
                </a:cubicBezTo>
                <a:cubicBezTo>
                  <a:pt x="55880" y="807085"/>
                  <a:pt x="57785" y="819785"/>
                  <a:pt x="64770" y="845820"/>
                </a:cubicBezTo>
                <a:cubicBezTo>
                  <a:pt x="71755" y="871855"/>
                  <a:pt x="83185" y="884555"/>
                  <a:pt x="87630" y="910590"/>
                </a:cubicBezTo>
                <a:cubicBezTo>
                  <a:pt x="92075" y="936625"/>
                  <a:pt x="95885" y="948690"/>
                  <a:pt x="87630" y="975360"/>
                </a:cubicBezTo>
                <a:cubicBezTo>
                  <a:pt x="79375" y="1002030"/>
                  <a:pt x="63500" y="1017270"/>
                  <a:pt x="45720" y="1043940"/>
                </a:cubicBezTo>
                <a:cubicBezTo>
                  <a:pt x="27940" y="1070610"/>
                  <a:pt x="8255" y="1097280"/>
                  <a:pt x="0" y="11087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3875405" y="1283970"/>
            <a:ext cx="396240" cy="4168140"/>
          </a:xfrm>
          <a:custGeom>
            <a:avLst/>
            <a:gdLst>
              <a:gd name="connisteX0" fmla="*/ 202882 w 202882"/>
              <a:gd name="connsiteY0" fmla="*/ 0 h 2137410"/>
              <a:gd name="connisteX1" fmla="*/ 164782 w 202882"/>
              <a:gd name="connsiteY1" fmla="*/ 68580 h 2137410"/>
              <a:gd name="connisteX2" fmla="*/ 100012 w 202882"/>
              <a:gd name="connsiteY2" fmla="*/ 121920 h 2137410"/>
              <a:gd name="connisteX3" fmla="*/ 61912 w 202882"/>
              <a:gd name="connsiteY3" fmla="*/ 186690 h 2137410"/>
              <a:gd name="connisteX4" fmla="*/ 35242 w 202882"/>
              <a:gd name="connsiteY4" fmla="*/ 251460 h 2137410"/>
              <a:gd name="connisteX5" fmla="*/ 35242 w 202882"/>
              <a:gd name="connsiteY5" fmla="*/ 316230 h 2137410"/>
              <a:gd name="connisteX6" fmla="*/ 27622 w 202882"/>
              <a:gd name="connsiteY6" fmla="*/ 381000 h 2137410"/>
              <a:gd name="connisteX7" fmla="*/ 23812 w 202882"/>
              <a:gd name="connsiteY7" fmla="*/ 445770 h 2137410"/>
              <a:gd name="connisteX8" fmla="*/ 31432 w 202882"/>
              <a:gd name="connsiteY8" fmla="*/ 510540 h 2137410"/>
              <a:gd name="connisteX9" fmla="*/ 27622 w 202882"/>
              <a:gd name="connsiteY9" fmla="*/ 575310 h 2137410"/>
              <a:gd name="connisteX10" fmla="*/ 12382 w 202882"/>
              <a:gd name="connsiteY10" fmla="*/ 640080 h 2137410"/>
              <a:gd name="connisteX11" fmla="*/ 8572 w 202882"/>
              <a:gd name="connsiteY11" fmla="*/ 704850 h 2137410"/>
              <a:gd name="connisteX12" fmla="*/ 8572 w 202882"/>
              <a:gd name="connsiteY12" fmla="*/ 769620 h 2137410"/>
              <a:gd name="connisteX13" fmla="*/ 8572 w 202882"/>
              <a:gd name="connsiteY13" fmla="*/ 838200 h 2137410"/>
              <a:gd name="connisteX14" fmla="*/ 952 w 202882"/>
              <a:gd name="connsiteY14" fmla="*/ 902970 h 2137410"/>
              <a:gd name="connisteX15" fmla="*/ 952 w 202882"/>
              <a:gd name="connsiteY15" fmla="*/ 967740 h 2137410"/>
              <a:gd name="connisteX16" fmla="*/ 8572 w 202882"/>
              <a:gd name="connsiteY16" fmla="*/ 1032510 h 2137410"/>
              <a:gd name="connisteX17" fmla="*/ 31432 w 202882"/>
              <a:gd name="connsiteY17" fmla="*/ 1097280 h 2137410"/>
              <a:gd name="connisteX18" fmla="*/ 54292 w 202882"/>
              <a:gd name="connsiteY18" fmla="*/ 1162050 h 2137410"/>
              <a:gd name="connisteX19" fmla="*/ 54292 w 202882"/>
              <a:gd name="connsiteY19" fmla="*/ 1226820 h 2137410"/>
              <a:gd name="connisteX20" fmla="*/ 50482 w 202882"/>
              <a:gd name="connsiteY20" fmla="*/ 1291590 h 2137410"/>
              <a:gd name="connisteX21" fmla="*/ 50482 w 202882"/>
              <a:gd name="connsiteY21" fmla="*/ 1356360 h 2137410"/>
              <a:gd name="connisteX22" fmla="*/ 54292 w 202882"/>
              <a:gd name="connsiteY22" fmla="*/ 1421130 h 2137410"/>
              <a:gd name="connisteX23" fmla="*/ 73342 w 202882"/>
              <a:gd name="connsiteY23" fmla="*/ 1485900 h 2137410"/>
              <a:gd name="connisteX24" fmla="*/ 65722 w 202882"/>
              <a:gd name="connsiteY24" fmla="*/ 1550670 h 2137410"/>
              <a:gd name="connisteX25" fmla="*/ 84772 w 202882"/>
              <a:gd name="connsiteY25" fmla="*/ 1615440 h 2137410"/>
              <a:gd name="connisteX26" fmla="*/ 126682 w 202882"/>
              <a:gd name="connsiteY26" fmla="*/ 1680210 h 2137410"/>
              <a:gd name="connisteX27" fmla="*/ 157162 w 202882"/>
              <a:gd name="connsiteY27" fmla="*/ 1744980 h 2137410"/>
              <a:gd name="connisteX28" fmla="*/ 130492 w 202882"/>
              <a:gd name="connsiteY28" fmla="*/ 1813560 h 2137410"/>
              <a:gd name="connisteX29" fmla="*/ 77152 w 202882"/>
              <a:gd name="connsiteY29" fmla="*/ 1878330 h 2137410"/>
              <a:gd name="connisteX30" fmla="*/ 39052 w 202882"/>
              <a:gd name="connsiteY30" fmla="*/ 1943100 h 2137410"/>
              <a:gd name="connisteX31" fmla="*/ 27622 w 202882"/>
              <a:gd name="connsiteY31" fmla="*/ 2007870 h 2137410"/>
              <a:gd name="connisteX32" fmla="*/ 35242 w 202882"/>
              <a:gd name="connsiteY32" fmla="*/ 2072640 h 2137410"/>
              <a:gd name="connisteX33" fmla="*/ 69532 w 202882"/>
              <a:gd name="connsiteY33" fmla="*/ 2137410 h 21374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</a:cxnLst>
            <a:rect l="l" t="t" r="r" b="b"/>
            <a:pathLst>
              <a:path w="202883" h="2137410">
                <a:moveTo>
                  <a:pt x="202883" y="0"/>
                </a:moveTo>
                <a:cubicBezTo>
                  <a:pt x="196533" y="12700"/>
                  <a:pt x="185103" y="44450"/>
                  <a:pt x="164783" y="68580"/>
                </a:cubicBezTo>
                <a:cubicBezTo>
                  <a:pt x="144463" y="92710"/>
                  <a:pt x="120333" y="98425"/>
                  <a:pt x="100013" y="121920"/>
                </a:cubicBezTo>
                <a:cubicBezTo>
                  <a:pt x="79693" y="145415"/>
                  <a:pt x="74613" y="160655"/>
                  <a:pt x="61913" y="186690"/>
                </a:cubicBezTo>
                <a:cubicBezTo>
                  <a:pt x="49213" y="212725"/>
                  <a:pt x="40323" y="225425"/>
                  <a:pt x="35243" y="251460"/>
                </a:cubicBezTo>
                <a:cubicBezTo>
                  <a:pt x="30163" y="277495"/>
                  <a:pt x="36513" y="290195"/>
                  <a:pt x="35243" y="316230"/>
                </a:cubicBezTo>
                <a:cubicBezTo>
                  <a:pt x="33973" y="342265"/>
                  <a:pt x="30163" y="354965"/>
                  <a:pt x="27623" y="381000"/>
                </a:cubicBezTo>
                <a:cubicBezTo>
                  <a:pt x="25083" y="407035"/>
                  <a:pt x="23178" y="419735"/>
                  <a:pt x="23813" y="445770"/>
                </a:cubicBezTo>
                <a:cubicBezTo>
                  <a:pt x="24448" y="471805"/>
                  <a:pt x="30798" y="484505"/>
                  <a:pt x="31433" y="510540"/>
                </a:cubicBezTo>
                <a:cubicBezTo>
                  <a:pt x="32068" y="536575"/>
                  <a:pt x="31433" y="549275"/>
                  <a:pt x="27623" y="575310"/>
                </a:cubicBezTo>
                <a:cubicBezTo>
                  <a:pt x="23813" y="601345"/>
                  <a:pt x="16193" y="614045"/>
                  <a:pt x="12383" y="640080"/>
                </a:cubicBezTo>
                <a:cubicBezTo>
                  <a:pt x="8573" y="666115"/>
                  <a:pt x="9208" y="678815"/>
                  <a:pt x="8573" y="704850"/>
                </a:cubicBezTo>
                <a:cubicBezTo>
                  <a:pt x="7938" y="730885"/>
                  <a:pt x="8573" y="742950"/>
                  <a:pt x="8573" y="769620"/>
                </a:cubicBezTo>
                <a:cubicBezTo>
                  <a:pt x="8573" y="796290"/>
                  <a:pt x="9843" y="811530"/>
                  <a:pt x="8573" y="838200"/>
                </a:cubicBezTo>
                <a:cubicBezTo>
                  <a:pt x="7303" y="864870"/>
                  <a:pt x="2223" y="876935"/>
                  <a:pt x="953" y="902970"/>
                </a:cubicBezTo>
                <a:cubicBezTo>
                  <a:pt x="-317" y="929005"/>
                  <a:pt x="-317" y="941705"/>
                  <a:pt x="953" y="967740"/>
                </a:cubicBezTo>
                <a:cubicBezTo>
                  <a:pt x="2223" y="993775"/>
                  <a:pt x="2223" y="1006475"/>
                  <a:pt x="8573" y="1032510"/>
                </a:cubicBezTo>
                <a:cubicBezTo>
                  <a:pt x="14923" y="1058545"/>
                  <a:pt x="22543" y="1071245"/>
                  <a:pt x="31433" y="1097280"/>
                </a:cubicBezTo>
                <a:cubicBezTo>
                  <a:pt x="40323" y="1123315"/>
                  <a:pt x="49848" y="1136015"/>
                  <a:pt x="54293" y="1162050"/>
                </a:cubicBezTo>
                <a:cubicBezTo>
                  <a:pt x="58738" y="1188085"/>
                  <a:pt x="54928" y="1200785"/>
                  <a:pt x="54293" y="1226820"/>
                </a:cubicBezTo>
                <a:cubicBezTo>
                  <a:pt x="53658" y="1252855"/>
                  <a:pt x="51118" y="1265555"/>
                  <a:pt x="50483" y="1291590"/>
                </a:cubicBezTo>
                <a:cubicBezTo>
                  <a:pt x="49848" y="1317625"/>
                  <a:pt x="49848" y="1330325"/>
                  <a:pt x="50483" y="1356360"/>
                </a:cubicBezTo>
                <a:cubicBezTo>
                  <a:pt x="51118" y="1382395"/>
                  <a:pt x="49848" y="1395095"/>
                  <a:pt x="54293" y="1421130"/>
                </a:cubicBezTo>
                <a:cubicBezTo>
                  <a:pt x="58738" y="1447165"/>
                  <a:pt x="70803" y="1459865"/>
                  <a:pt x="73343" y="1485900"/>
                </a:cubicBezTo>
                <a:cubicBezTo>
                  <a:pt x="75883" y="1511935"/>
                  <a:pt x="63183" y="1524635"/>
                  <a:pt x="65723" y="1550670"/>
                </a:cubicBezTo>
                <a:cubicBezTo>
                  <a:pt x="68263" y="1576705"/>
                  <a:pt x="72708" y="1589405"/>
                  <a:pt x="84773" y="1615440"/>
                </a:cubicBezTo>
                <a:cubicBezTo>
                  <a:pt x="96838" y="1641475"/>
                  <a:pt x="112078" y="1654175"/>
                  <a:pt x="126683" y="1680210"/>
                </a:cubicBezTo>
                <a:cubicBezTo>
                  <a:pt x="141288" y="1706245"/>
                  <a:pt x="156528" y="1718310"/>
                  <a:pt x="157163" y="1744980"/>
                </a:cubicBezTo>
                <a:cubicBezTo>
                  <a:pt x="157798" y="1771650"/>
                  <a:pt x="146368" y="1786890"/>
                  <a:pt x="130493" y="1813560"/>
                </a:cubicBezTo>
                <a:cubicBezTo>
                  <a:pt x="114618" y="1840230"/>
                  <a:pt x="95568" y="1852295"/>
                  <a:pt x="77153" y="1878330"/>
                </a:cubicBezTo>
                <a:cubicBezTo>
                  <a:pt x="58738" y="1904365"/>
                  <a:pt x="49213" y="1917065"/>
                  <a:pt x="39053" y="1943100"/>
                </a:cubicBezTo>
                <a:cubicBezTo>
                  <a:pt x="28893" y="1969135"/>
                  <a:pt x="28258" y="1981835"/>
                  <a:pt x="27623" y="2007870"/>
                </a:cubicBezTo>
                <a:cubicBezTo>
                  <a:pt x="26988" y="2033905"/>
                  <a:pt x="26988" y="2046605"/>
                  <a:pt x="35243" y="2072640"/>
                </a:cubicBezTo>
                <a:cubicBezTo>
                  <a:pt x="43498" y="2098675"/>
                  <a:pt x="62548" y="2125980"/>
                  <a:pt x="69533" y="21374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3816350" y="5431155"/>
            <a:ext cx="447040" cy="1753870"/>
          </a:xfrm>
          <a:custGeom>
            <a:avLst/>
            <a:gdLst>
              <a:gd name="connisteX0" fmla="*/ 91861 w 229021"/>
              <a:gd name="connsiteY0" fmla="*/ 0 h 899160"/>
              <a:gd name="connisteX1" fmla="*/ 110911 w 229021"/>
              <a:gd name="connsiteY1" fmla="*/ 64770 h 899160"/>
              <a:gd name="connisteX2" fmla="*/ 122341 w 229021"/>
              <a:gd name="connsiteY2" fmla="*/ 129540 h 899160"/>
              <a:gd name="connisteX3" fmla="*/ 118531 w 229021"/>
              <a:gd name="connsiteY3" fmla="*/ 194310 h 899160"/>
              <a:gd name="connisteX4" fmla="*/ 53761 w 229021"/>
              <a:gd name="connsiteY4" fmla="*/ 247650 h 899160"/>
              <a:gd name="connisteX5" fmla="*/ 421 w 229021"/>
              <a:gd name="connsiteY5" fmla="*/ 312420 h 899160"/>
              <a:gd name="connisteX6" fmla="*/ 34711 w 229021"/>
              <a:gd name="connsiteY6" fmla="*/ 381000 h 899160"/>
              <a:gd name="connisteX7" fmla="*/ 76621 w 229021"/>
              <a:gd name="connsiteY7" fmla="*/ 445770 h 899160"/>
              <a:gd name="connisteX8" fmla="*/ 126151 w 229021"/>
              <a:gd name="connsiteY8" fmla="*/ 510540 h 899160"/>
              <a:gd name="connisteX9" fmla="*/ 164251 w 229021"/>
              <a:gd name="connsiteY9" fmla="*/ 575310 h 899160"/>
              <a:gd name="connisteX10" fmla="*/ 206161 w 229021"/>
              <a:gd name="connsiteY10" fmla="*/ 640080 h 899160"/>
              <a:gd name="connisteX11" fmla="*/ 209971 w 229021"/>
              <a:gd name="connsiteY11" fmla="*/ 704850 h 899160"/>
              <a:gd name="connisteX12" fmla="*/ 194731 w 229021"/>
              <a:gd name="connsiteY12" fmla="*/ 769620 h 899160"/>
              <a:gd name="connisteX13" fmla="*/ 198541 w 229021"/>
              <a:gd name="connsiteY13" fmla="*/ 834390 h 899160"/>
              <a:gd name="connisteX14" fmla="*/ 229021 w 229021"/>
              <a:gd name="connsiteY14" fmla="*/ 899160 h 8991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229022" h="899160">
                <a:moveTo>
                  <a:pt x="91862" y="0"/>
                </a:moveTo>
                <a:cubicBezTo>
                  <a:pt x="95672" y="11430"/>
                  <a:pt x="104562" y="38735"/>
                  <a:pt x="110912" y="64770"/>
                </a:cubicBezTo>
                <a:cubicBezTo>
                  <a:pt x="117262" y="90805"/>
                  <a:pt x="121072" y="103505"/>
                  <a:pt x="122342" y="129540"/>
                </a:cubicBezTo>
                <a:cubicBezTo>
                  <a:pt x="123612" y="155575"/>
                  <a:pt x="132502" y="170815"/>
                  <a:pt x="118532" y="194310"/>
                </a:cubicBezTo>
                <a:cubicBezTo>
                  <a:pt x="104562" y="217805"/>
                  <a:pt x="77257" y="224155"/>
                  <a:pt x="53762" y="247650"/>
                </a:cubicBezTo>
                <a:cubicBezTo>
                  <a:pt x="30267" y="271145"/>
                  <a:pt x="4232" y="285750"/>
                  <a:pt x="422" y="312420"/>
                </a:cubicBezTo>
                <a:cubicBezTo>
                  <a:pt x="-3388" y="339090"/>
                  <a:pt x="19472" y="354330"/>
                  <a:pt x="34712" y="381000"/>
                </a:cubicBezTo>
                <a:cubicBezTo>
                  <a:pt x="49952" y="407670"/>
                  <a:pt x="58207" y="419735"/>
                  <a:pt x="76622" y="445770"/>
                </a:cubicBezTo>
                <a:cubicBezTo>
                  <a:pt x="95037" y="471805"/>
                  <a:pt x="108372" y="484505"/>
                  <a:pt x="126152" y="510540"/>
                </a:cubicBezTo>
                <a:cubicBezTo>
                  <a:pt x="143932" y="536575"/>
                  <a:pt x="148377" y="549275"/>
                  <a:pt x="164252" y="575310"/>
                </a:cubicBezTo>
                <a:cubicBezTo>
                  <a:pt x="180127" y="601345"/>
                  <a:pt x="197272" y="614045"/>
                  <a:pt x="206162" y="640080"/>
                </a:cubicBezTo>
                <a:cubicBezTo>
                  <a:pt x="215052" y="666115"/>
                  <a:pt x="212512" y="678815"/>
                  <a:pt x="209972" y="704850"/>
                </a:cubicBezTo>
                <a:cubicBezTo>
                  <a:pt x="207432" y="730885"/>
                  <a:pt x="197272" y="743585"/>
                  <a:pt x="194732" y="769620"/>
                </a:cubicBezTo>
                <a:cubicBezTo>
                  <a:pt x="192192" y="795655"/>
                  <a:pt x="191557" y="808355"/>
                  <a:pt x="198542" y="834390"/>
                </a:cubicBezTo>
                <a:cubicBezTo>
                  <a:pt x="205527" y="860425"/>
                  <a:pt x="223307" y="887730"/>
                  <a:pt x="229022" y="89916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2830830" y="2917825"/>
            <a:ext cx="859155" cy="4041775"/>
          </a:xfrm>
          <a:custGeom>
            <a:avLst/>
            <a:gdLst>
              <a:gd name="connisteX0" fmla="*/ 413834 w 440774"/>
              <a:gd name="connsiteY0" fmla="*/ 0 h 2072640"/>
              <a:gd name="connisteX1" fmla="*/ 439234 w 440774"/>
              <a:gd name="connsiteY1" fmla="*/ 71120 h 2072640"/>
              <a:gd name="connisteX2" fmla="*/ 373194 w 440774"/>
              <a:gd name="connsiteY2" fmla="*/ 121920 h 2072640"/>
              <a:gd name="connisteX3" fmla="*/ 373194 w 440774"/>
              <a:gd name="connsiteY3" fmla="*/ 193040 h 2072640"/>
              <a:gd name="connisteX4" fmla="*/ 373194 w 440774"/>
              <a:gd name="connsiteY4" fmla="*/ 259080 h 2072640"/>
              <a:gd name="connisteX5" fmla="*/ 393514 w 440774"/>
              <a:gd name="connsiteY5" fmla="*/ 330200 h 2072640"/>
              <a:gd name="connisteX6" fmla="*/ 429074 w 440774"/>
              <a:gd name="connsiteY6" fmla="*/ 396240 h 2072640"/>
              <a:gd name="connisteX7" fmla="*/ 398594 w 440774"/>
              <a:gd name="connsiteY7" fmla="*/ 467360 h 2072640"/>
              <a:gd name="connisteX8" fmla="*/ 342714 w 440774"/>
              <a:gd name="connsiteY8" fmla="*/ 533400 h 2072640"/>
              <a:gd name="connisteX9" fmla="*/ 322394 w 440774"/>
              <a:gd name="connsiteY9" fmla="*/ 604520 h 2072640"/>
              <a:gd name="connisteX10" fmla="*/ 322394 w 440774"/>
              <a:gd name="connsiteY10" fmla="*/ 670560 h 2072640"/>
              <a:gd name="connisteX11" fmla="*/ 368114 w 440774"/>
              <a:gd name="connsiteY11" fmla="*/ 741680 h 2072640"/>
              <a:gd name="connisteX12" fmla="*/ 368114 w 440774"/>
              <a:gd name="connsiteY12" fmla="*/ 807720 h 2072640"/>
              <a:gd name="connisteX13" fmla="*/ 363034 w 440774"/>
              <a:gd name="connsiteY13" fmla="*/ 878840 h 2072640"/>
              <a:gd name="connisteX14" fmla="*/ 296994 w 440774"/>
              <a:gd name="connsiteY14" fmla="*/ 919480 h 2072640"/>
              <a:gd name="connisteX15" fmla="*/ 286834 w 440774"/>
              <a:gd name="connsiteY15" fmla="*/ 985520 h 2072640"/>
              <a:gd name="connisteX16" fmla="*/ 276674 w 440774"/>
              <a:gd name="connsiteY16" fmla="*/ 1051560 h 2072640"/>
              <a:gd name="connisteX17" fmla="*/ 256354 w 440774"/>
              <a:gd name="connsiteY17" fmla="*/ 1117600 h 2072640"/>
              <a:gd name="connisteX18" fmla="*/ 190314 w 440774"/>
              <a:gd name="connsiteY18" fmla="*/ 1143000 h 2072640"/>
              <a:gd name="connisteX19" fmla="*/ 124274 w 440774"/>
              <a:gd name="connsiteY19" fmla="*/ 1193800 h 2072640"/>
              <a:gd name="connisteX20" fmla="*/ 83634 w 440774"/>
              <a:gd name="connsiteY20" fmla="*/ 1259840 h 2072640"/>
              <a:gd name="connisteX21" fmla="*/ 58234 w 440774"/>
              <a:gd name="connsiteY21" fmla="*/ 1325880 h 2072640"/>
              <a:gd name="connisteX22" fmla="*/ 58234 w 440774"/>
              <a:gd name="connsiteY22" fmla="*/ 1391920 h 2072640"/>
              <a:gd name="connisteX23" fmla="*/ 78554 w 440774"/>
              <a:gd name="connsiteY23" fmla="*/ 1457960 h 2072640"/>
              <a:gd name="connisteX24" fmla="*/ 78554 w 440774"/>
              <a:gd name="connsiteY24" fmla="*/ 1529080 h 2072640"/>
              <a:gd name="connisteX25" fmla="*/ 83634 w 440774"/>
              <a:gd name="connsiteY25" fmla="*/ 1595120 h 2072640"/>
              <a:gd name="connisteX26" fmla="*/ 58234 w 440774"/>
              <a:gd name="connsiteY26" fmla="*/ 1666240 h 2072640"/>
              <a:gd name="connisteX27" fmla="*/ 37914 w 440774"/>
              <a:gd name="connsiteY27" fmla="*/ 1732280 h 2072640"/>
              <a:gd name="connisteX28" fmla="*/ 37914 w 440774"/>
              <a:gd name="connsiteY28" fmla="*/ 1803400 h 2072640"/>
              <a:gd name="connisteX29" fmla="*/ 32834 w 440774"/>
              <a:gd name="connsiteY29" fmla="*/ 1869440 h 2072640"/>
              <a:gd name="connisteX30" fmla="*/ 7434 w 440774"/>
              <a:gd name="connsiteY30" fmla="*/ 1940560 h 2072640"/>
              <a:gd name="connisteX31" fmla="*/ 2354 w 440774"/>
              <a:gd name="connsiteY31" fmla="*/ 2006600 h 2072640"/>
              <a:gd name="connisteX32" fmla="*/ 32834 w 440774"/>
              <a:gd name="connsiteY32" fmla="*/ 2072640 h 20726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</a:cxnLst>
            <a:rect l="l" t="t" r="r" b="b"/>
            <a:pathLst>
              <a:path w="440775" h="2072640">
                <a:moveTo>
                  <a:pt x="413834" y="0"/>
                </a:moveTo>
                <a:cubicBezTo>
                  <a:pt x="420184" y="13335"/>
                  <a:pt x="447489" y="46990"/>
                  <a:pt x="439234" y="71120"/>
                </a:cubicBezTo>
                <a:cubicBezTo>
                  <a:pt x="430979" y="95250"/>
                  <a:pt x="386529" y="97790"/>
                  <a:pt x="373194" y="121920"/>
                </a:cubicBezTo>
                <a:cubicBezTo>
                  <a:pt x="359859" y="146050"/>
                  <a:pt x="373194" y="165735"/>
                  <a:pt x="373194" y="193040"/>
                </a:cubicBezTo>
                <a:cubicBezTo>
                  <a:pt x="373194" y="220345"/>
                  <a:pt x="369384" y="231775"/>
                  <a:pt x="373194" y="259080"/>
                </a:cubicBezTo>
                <a:cubicBezTo>
                  <a:pt x="377004" y="286385"/>
                  <a:pt x="382084" y="302895"/>
                  <a:pt x="393514" y="330200"/>
                </a:cubicBezTo>
                <a:cubicBezTo>
                  <a:pt x="404944" y="357505"/>
                  <a:pt x="427804" y="368935"/>
                  <a:pt x="429074" y="396240"/>
                </a:cubicBezTo>
                <a:cubicBezTo>
                  <a:pt x="430344" y="423545"/>
                  <a:pt x="415739" y="440055"/>
                  <a:pt x="398594" y="467360"/>
                </a:cubicBezTo>
                <a:cubicBezTo>
                  <a:pt x="381449" y="494665"/>
                  <a:pt x="357954" y="506095"/>
                  <a:pt x="342714" y="533400"/>
                </a:cubicBezTo>
                <a:cubicBezTo>
                  <a:pt x="327474" y="560705"/>
                  <a:pt x="326204" y="577215"/>
                  <a:pt x="322394" y="604520"/>
                </a:cubicBezTo>
                <a:cubicBezTo>
                  <a:pt x="318584" y="631825"/>
                  <a:pt x="313504" y="643255"/>
                  <a:pt x="322394" y="670560"/>
                </a:cubicBezTo>
                <a:cubicBezTo>
                  <a:pt x="331284" y="697865"/>
                  <a:pt x="359224" y="714375"/>
                  <a:pt x="368114" y="741680"/>
                </a:cubicBezTo>
                <a:cubicBezTo>
                  <a:pt x="377004" y="768985"/>
                  <a:pt x="369384" y="780415"/>
                  <a:pt x="368114" y="807720"/>
                </a:cubicBezTo>
                <a:cubicBezTo>
                  <a:pt x="366844" y="835025"/>
                  <a:pt x="377004" y="856615"/>
                  <a:pt x="363034" y="878840"/>
                </a:cubicBezTo>
                <a:cubicBezTo>
                  <a:pt x="349064" y="901065"/>
                  <a:pt x="312234" y="897890"/>
                  <a:pt x="296994" y="919480"/>
                </a:cubicBezTo>
                <a:cubicBezTo>
                  <a:pt x="281754" y="941070"/>
                  <a:pt x="290644" y="958850"/>
                  <a:pt x="286834" y="985520"/>
                </a:cubicBezTo>
                <a:cubicBezTo>
                  <a:pt x="283024" y="1012190"/>
                  <a:pt x="283024" y="1024890"/>
                  <a:pt x="276674" y="1051560"/>
                </a:cubicBezTo>
                <a:cubicBezTo>
                  <a:pt x="270324" y="1078230"/>
                  <a:pt x="273499" y="1099185"/>
                  <a:pt x="256354" y="1117600"/>
                </a:cubicBezTo>
                <a:cubicBezTo>
                  <a:pt x="239209" y="1136015"/>
                  <a:pt x="216984" y="1127760"/>
                  <a:pt x="190314" y="1143000"/>
                </a:cubicBezTo>
                <a:cubicBezTo>
                  <a:pt x="163644" y="1158240"/>
                  <a:pt x="145864" y="1170305"/>
                  <a:pt x="124274" y="1193800"/>
                </a:cubicBezTo>
                <a:cubicBezTo>
                  <a:pt x="102684" y="1217295"/>
                  <a:pt x="96969" y="1233170"/>
                  <a:pt x="83634" y="1259840"/>
                </a:cubicBezTo>
                <a:cubicBezTo>
                  <a:pt x="70299" y="1286510"/>
                  <a:pt x="63314" y="1299210"/>
                  <a:pt x="58234" y="1325880"/>
                </a:cubicBezTo>
                <a:cubicBezTo>
                  <a:pt x="53154" y="1352550"/>
                  <a:pt x="54424" y="1365250"/>
                  <a:pt x="58234" y="1391920"/>
                </a:cubicBezTo>
                <a:cubicBezTo>
                  <a:pt x="62044" y="1418590"/>
                  <a:pt x="74744" y="1430655"/>
                  <a:pt x="78554" y="1457960"/>
                </a:cubicBezTo>
                <a:cubicBezTo>
                  <a:pt x="82364" y="1485265"/>
                  <a:pt x="77284" y="1501775"/>
                  <a:pt x="78554" y="1529080"/>
                </a:cubicBezTo>
                <a:cubicBezTo>
                  <a:pt x="79824" y="1556385"/>
                  <a:pt x="87444" y="1567815"/>
                  <a:pt x="83634" y="1595120"/>
                </a:cubicBezTo>
                <a:cubicBezTo>
                  <a:pt x="79824" y="1622425"/>
                  <a:pt x="67124" y="1638935"/>
                  <a:pt x="58234" y="1666240"/>
                </a:cubicBezTo>
                <a:cubicBezTo>
                  <a:pt x="49344" y="1693545"/>
                  <a:pt x="41724" y="1704975"/>
                  <a:pt x="37914" y="1732280"/>
                </a:cubicBezTo>
                <a:cubicBezTo>
                  <a:pt x="34104" y="1759585"/>
                  <a:pt x="39184" y="1776095"/>
                  <a:pt x="37914" y="1803400"/>
                </a:cubicBezTo>
                <a:cubicBezTo>
                  <a:pt x="36644" y="1830705"/>
                  <a:pt x="39184" y="1842135"/>
                  <a:pt x="32834" y="1869440"/>
                </a:cubicBezTo>
                <a:cubicBezTo>
                  <a:pt x="26484" y="1896745"/>
                  <a:pt x="13784" y="1913255"/>
                  <a:pt x="7434" y="1940560"/>
                </a:cubicBezTo>
                <a:cubicBezTo>
                  <a:pt x="1084" y="1967865"/>
                  <a:pt x="-2726" y="1979930"/>
                  <a:pt x="2354" y="2006600"/>
                </a:cubicBezTo>
                <a:cubicBezTo>
                  <a:pt x="7434" y="2033270"/>
                  <a:pt x="26484" y="2060575"/>
                  <a:pt x="32834" y="207264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523875" y="3582670"/>
            <a:ext cx="1555750" cy="3148965"/>
          </a:xfrm>
          <a:custGeom>
            <a:avLst/>
            <a:gdLst>
              <a:gd name="connisteX0" fmla="*/ 797605 w 797605"/>
              <a:gd name="connsiteY0" fmla="*/ 0 h 1614743"/>
              <a:gd name="connisteX1" fmla="*/ 731565 w 797605"/>
              <a:gd name="connsiteY1" fmla="*/ 27940 h 1614743"/>
              <a:gd name="connisteX2" fmla="*/ 662985 w 797605"/>
              <a:gd name="connsiteY2" fmla="*/ 63500 h 1614743"/>
              <a:gd name="connisteX3" fmla="*/ 624885 w 797605"/>
              <a:gd name="connsiteY3" fmla="*/ 129540 h 1614743"/>
              <a:gd name="connisteX4" fmla="*/ 617265 w 797605"/>
              <a:gd name="connsiteY4" fmla="*/ 198120 h 1614743"/>
              <a:gd name="connisteX5" fmla="*/ 607105 w 797605"/>
              <a:gd name="connsiteY5" fmla="*/ 266700 h 1614743"/>
              <a:gd name="connisteX6" fmla="*/ 541065 w 797605"/>
              <a:gd name="connsiteY6" fmla="*/ 330200 h 1614743"/>
              <a:gd name="connisteX7" fmla="*/ 475025 w 797605"/>
              <a:gd name="connsiteY7" fmla="*/ 388620 h 1614743"/>
              <a:gd name="connisteX8" fmla="*/ 414065 w 797605"/>
              <a:gd name="connsiteY8" fmla="*/ 454660 h 1614743"/>
              <a:gd name="connisteX9" fmla="*/ 378505 w 797605"/>
              <a:gd name="connsiteY9" fmla="*/ 523240 h 1614743"/>
              <a:gd name="connisteX10" fmla="*/ 363265 w 797605"/>
              <a:gd name="connsiteY10" fmla="*/ 591820 h 1614743"/>
              <a:gd name="connisteX11" fmla="*/ 342945 w 797605"/>
              <a:gd name="connsiteY11" fmla="*/ 660400 h 1614743"/>
              <a:gd name="connisteX12" fmla="*/ 294685 w 797605"/>
              <a:gd name="connsiteY12" fmla="*/ 728980 h 1614743"/>
              <a:gd name="connisteX13" fmla="*/ 261665 w 797605"/>
              <a:gd name="connsiteY13" fmla="*/ 797560 h 1614743"/>
              <a:gd name="connisteX14" fmla="*/ 233725 w 797605"/>
              <a:gd name="connsiteY14" fmla="*/ 866140 h 1614743"/>
              <a:gd name="connisteX15" fmla="*/ 167685 w 797605"/>
              <a:gd name="connsiteY15" fmla="*/ 909320 h 1614743"/>
              <a:gd name="connisteX16" fmla="*/ 149905 w 797605"/>
              <a:gd name="connsiteY16" fmla="*/ 977900 h 1614743"/>
              <a:gd name="connisteX17" fmla="*/ 139745 w 797605"/>
              <a:gd name="connsiteY17" fmla="*/ 1046480 h 1614743"/>
              <a:gd name="connisteX18" fmla="*/ 114345 w 797605"/>
              <a:gd name="connsiteY18" fmla="*/ 1115060 h 1614743"/>
              <a:gd name="connisteX19" fmla="*/ 104185 w 797605"/>
              <a:gd name="connsiteY19" fmla="*/ 1183640 h 1614743"/>
              <a:gd name="connisteX20" fmla="*/ 88945 w 797605"/>
              <a:gd name="connsiteY20" fmla="*/ 1252220 h 1614743"/>
              <a:gd name="connisteX21" fmla="*/ 81325 w 797605"/>
              <a:gd name="connsiteY21" fmla="*/ 1320800 h 1614743"/>
              <a:gd name="connisteX22" fmla="*/ 71165 w 797605"/>
              <a:gd name="connsiteY22" fmla="*/ 1386840 h 1614743"/>
              <a:gd name="connisteX23" fmla="*/ 38145 w 797605"/>
              <a:gd name="connsiteY23" fmla="*/ 1455420 h 1614743"/>
              <a:gd name="connisteX24" fmla="*/ 45 w 797605"/>
              <a:gd name="connsiteY24" fmla="*/ 1524000 h 1614743"/>
              <a:gd name="connisteX25" fmla="*/ 43225 w 797605"/>
              <a:gd name="connsiteY25" fmla="*/ 1592580 h 1614743"/>
              <a:gd name="connisteX26" fmla="*/ 109265 w 797605"/>
              <a:gd name="connsiteY26" fmla="*/ 1612900 h 1614743"/>
              <a:gd name="connisteX27" fmla="*/ 177845 w 797605"/>
              <a:gd name="connsiteY27" fmla="*/ 1612900 h 161474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</a:cxnLst>
            <a:rect l="l" t="t" r="r" b="b"/>
            <a:pathLst>
              <a:path w="797606" h="1614743">
                <a:moveTo>
                  <a:pt x="797606" y="0"/>
                </a:moveTo>
                <a:cubicBezTo>
                  <a:pt x="785541" y="5080"/>
                  <a:pt x="758236" y="15240"/>
                  <a:pt x="731566" y="27940"/>
                </a:cubicBezTo>
                <a:cubicBezTo>
                  <a:pt x="704896" y="40640"/>
                  <a:pt x="684576" y="43180"/>
                  <a:pt x="662986" y="63500"/>
                </a:cubicBezTo>
                <a:cubicBezTo>
                  <a:pt x="641396" y="83820"/>
                  <a:pt x="633776" y="102870"/>
                  <a:pt x="624886" y="129540"/>
                </a:cubicBezTo>
                <a:cubicBezTo>
                  <a:pt x="615996" y="156210"/>
                  <a:pt x="621076" y="170815"/>
                  <a:pt x="617266" y="198120"/>
                </a:cubicBezTo>
                <a:cubicBezTo>
                  <a:pt x="613456" y="225425"/>
                  <a:pt x="622346" y="240030"/>
                  <a:pt x="607106" y="266700"/>
                </a:cubicBezTo>
                <a:cubicBezTo>
                  <a:pt x="591866" y="293370"/>
                  <a:pt x="567736" y="306070"/>
                  <a:pt x="541066" y="330200"/>
                </a:cubicBezTo>
                <a:cubicBezTo>
                  <a:pt x="514396" y="354330"/>
                  <a:pt x="500426" y="363855"/>
                  <a:pt x="475026" y="388620"/>
                </a:cubicBezTo>
                <a:cubicBezTo>
                  <a:pt x="449626" y="413385"/>
                  <a:pt x="433116" y="427990"/>
                  <a:pt x="414066" y="454660"/>
                </a:cubicBezTo>
                <a:cubicBezTo>
                  <a:pt x="395016" y="481330"/>
                  <a:pt x="388666" y="495935"/>
                  <a:pt x="378506" y="523240"/>
                </a:cubicBezTo>
                <a:cubicBezTo>
                  <a:pt x="368346" y="550545"/>
                  <a:pt x="370251" y="564515"/>
                  <a:pt x="363266" y="591820"/>
                </a:cubicBezTo>
                <a:cubicBezTo>
                  <a:pt x="356281" y="619125"/>
                  <a:pt x="356916" y="633095"/>
                  <a:pt x="342946" y="660400"/>
                </a:cubicBezTo>
                <a:cubicBezTo>
                  <a:pt x="328976" y="687705"/>
                  <a:pt x="311196" y="701675"/>
                  <a:pt x="294686" y="728980"/>
                </a:cubicBezTo>
                <a:cubicBezTo>
                  <a:pt x="278176" y="756285"/>
                  <a:pt x="273731" y="770255"/>
                  <a:pt x="261666" y="797560"/>
                </a:cubicBezTo>
                <a:cubicBezTo>
                  <a:pt x="249601" y="824865"/>
                  <a:pt x="252776" y="843915"/>
                  <a:pt x="233726" y="866140"/>
                </a:cubicBezTo>
                <a:cubicBezTo>
                  <a:pt x="214676" y="888365"/>
                  <a:pt x="184196" y="887095"/>
                  <a:pt x="167686" y="909320"/>
                </a:cubicBezTo>
                <a:cubicBezTo>
                  <a:pt x="151176" y="931545"/>
                  <a:pt x="155621" y="950595"/>
                  <a:pt x="149906" y="977900"/>
                </a:cubicBezTo>
                <a:cubicBezTo>
                  <a:pt x="144191" y="1005205"/>
                  <a:pt x="146731" y="1019175"/>
                  <a:pt x="139746" y="1046480"/>
                </a:cubicBezTo>
                <a:cubicBezTo>
                  <a:pt x="132761" y="1073785"/>
                  <a:pt x="121331" y="1087755"/>
                  <a:pt x="114346" y="1115060"/>
                </a:cubicBezTo>
                <a:cubicBezTo>
                  <a:pt x="107361" y="1142365"/>
                  <a:pt x="109266" y="1156335"/>
                  <a:pt x="104186" y="1183640"/>
                </a:cubicBezTo>
                <a:cubicBezTo>
                  <a:pt x="99106" y="1210945"/>
                  <a:pt x="93391" y="1224915"/>
                  <a:pt x="88946" y="1252220"/>
                </a:cubicBezTo>
                <a:cubicBezTo>
                  <a:pt x="84501" y="1279525"/>
                  <a:pt x="85136" y="1294130"/>
                  <a:pt x="81326" y="1320800"/>
                </a:cubicBezTo>
                <a:cubicBezTo>
                  <a:pt x="77516" y="1347470"/>
                  <a:pt x="80056" y="1360170"/>
                  <a:pt x="71166" y="1386840"/>
                </a:cubicBezTo>
                <a:cubicBezTo>
                  <a:pt x="62276" y="1413510"/>
                  <a:pt x="52116" y="1428115"/>
                  <a:pt x="38146" y="1455420"/>
                </a:cubicBezTo>
                <a:cubicBezTo>
                  <a:pt x="24176" y="1482725"/>
                  <a:pt x="-1224" y="1496695"/>
                  <a:pt x="46" y="1524000"/>
                </a:cubicBezTo>
                <a:cubicBezTo>
                  <a:pt x="1316" y="1551305"/>
                  <a:pt x="21636" y="1574800"/>
                  <a:pt x="43226" y="1592580"/>
                </a:cubicBezTo>
                <a:cubicBezTo>
                  <a:pt x="64816" y="1610360"/>
                  <a:pt x="82596" y="1609090"/>
                  <a:pt x="109266" y="1612900"/>
                </a:cubicBezTo>
                <a:cubicBezTo>
                  <a:pt x="135936" y="1616710"/>
                  <a:pt x="165146" y="1613535"/>
                  <a:pt x="177846" y="161290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1070610" y="978535"/>
            <a:ext cx="3261360" cy="2028190"/>
          </a:xfrm>
          <a:custGeom>
            <a:avLst/>
            <a:gdLst>
              <a:gd name="connisteX0" fmla="*/ 1672590 w 1672590"/>
              <a:gd name="connsiteY0" fmla="*/ 144790 h 1040140"/>
              <a:gd name="connisteX1" fmla="*/ 1604010 w 1672590"/>
              <a:gd name="connsiteY1" fmla="*/ 129550 h 1040140"/>
              <a:gd name="connisteX2" fmla="*/ 1539240 w 1672590"/>
              <a:gd name="connsiteY2" fmla="*/ 99070 h 1040140"/>
              <a:gd name="connisteX3" fmla="*/ 1474470 w 1672590"/>
              <a:gd name="connsiteY3" fmla="*/ 80020 h 1040140"/>
              <a:gd name="connisteX4" fmla="*/ 1409700 w 1672590"/>
              <a:gd name="connsiteY4" fmla="*/ 76210 h 1040140"/>
              <a:gd name="connisteX5" fmla="*/ 1341120 w 1672590"/>
              <a:gd name="connsiteY5" fmla="*/ 114310 h 1040140"/>
              <a:gd name="connisteX6" fmla="*/ 1276350 w 1672590"/>
              <a:gd name="connsiteY6" fmla="*/ 156220 h 1040140"/>
              <a:gd name="connisteX7" fmla="*/ 1211580 w 1672590"/>
              <a:gd name="connsiteY7" fmla="*/ 190510 h 1040140"/>
              <a:gd name="connisteX8" fmla="*/ 1215390 w 1672590"/>
              <a:gd name="connsiteY8" fmla="*/ 121930 h 1040140"/>
              <a:gd name="connisteX9" fmla="*/ 1192530 w 1672590"/>
              <a:gd name="connsiteY9" fmla="*/ 57160 h 1040140"/>
              <a:gd name="connisteX10" fmla="*/ 1127760 w 1672590"/>
              <a:gd name="connsiteY10" fmla="*/ 7630 h 1040140"/>
              <a:gd name="connisteX11" fmla="*/ 1062990 w 1672590"/>
              <a:gd name="connsiteY11" fmla="*/ 3820 h 1040140"/>
              <a:gd name="connisteX12" fmla="*/ 998220 w 1672590"/>
              <a:gd name="connsiteY12" fmla="*/ 30490 h 1040140"/>
              <a:gd name="connisteX13" fmla="*/ 933450 w 1672590"/>
              <a:gd name="connsiteY13" fmla="*/ 68590 h 1040140"/>
              <a:gd name="connisteX14" fmla="*/ 868680 w 1672590"/>
              <a:gd name="connsiteY14" fmla="*/ 102880 h 1040140"/>
              <a:gd name="connisteX15" fmla="*/ 803910 w 1672590"/>
              <a:gd name="connsiteY15" fmla="*/ 114310 h 1040140"/>
              <a:gd name="connisteX16" fmla="*/ 739140 w 1672590"/>
              <a:gd name="connsiteY16" fmla="*/ 95260 h 1040140"/>
              <a:gd name="connisteX17" fmla="*/ 674370 w 1672590"/>
              <a:gd name="connsiteY17" fmla="*/ 57160 h 1040140"/>
              <a:gd name="connisteX18" fmla="*/ 609600 w 1672590"/>
              <a:gd name="connsiteY18" fmla="*/ 34300 h 1040140"/>
              <a:gd name="connisteX19" fmla="*/ 544830 w 1672590"/>
              <a:gd name="connsiteY19" fmla="*/ 22870 h 1040140"/>
              <a:gd name="connisteX20" fmla="*/ 480060 w 1672590"/>
              <a:gd name="connsiteY20" fmla="*/ 30490 h 1040140"/>
              <a:gd name="connisteX21" fmla="*/ 411480 w 1672590"/>
              <a:gd name="connsiteY21" fmla="*/ 57160 h 1040140"/>
              <a:gd name="connisteX22" fmla="*/ 377190 w 1672590"/>
              <a:gd name="connsiteY22" fmla="*/ 125740 h 1040140"/>
              <a:gd name="connisteX23" fmla="*/ 346710 w 1672590"/>
              <a:gd name="connsiteY23" fmla="*/ 190510 h 1040140"/>
              <a:gd name="connisteX24" fmla="*/ 346710 w 1672590"/>
              <a:gd name="connsiteY24" fmla="*/ 255280 h 1040140"/>
              <a:gd name="connisteX25" fmla="*/ 346710 w 1672590"/>
              <a:gd name="connsiteY25" fmla="*/ 320050 h 1040140"/>
              <a:gd name="connisteX26" fmla="*/ 339090 w 1672590"/>
              <a:gd name="connsiteY26" fmla="*/ 384820 h 1040140"/>
              <a:gd name="connisteX27" fmla="*/ 316230 w 1672590"/>
              <a:gd name="connsiteY27" fmla="*/ 449590 h 1040140"/>
              <a:gd name="connisteX28" fmla="*/ 300990 w 1672590"/>
              <a:gd name="connsiteY28" fmla="*/ 514360 h 1040140"/>
              <a:gd name="connisteX29" fmla="*/ 278130 w 1672590"/>
              <a:gd name="connsiteY29" fmla="*/ 579130 h 1040140"/>
              <a:gd name="connisteX30" fmla="*/ 251460 w 1672590"/>
              <a:gd name="connsiteY30" fmla="*/ 643900 h 1040140"/>
              <a:gd name="connisteX31" fmla="*/ 205740 w 1672590"/>
              <a:gd name="connsiteY31" fmla="*/ 708670 h 1040140"/>
              <a:gd name="connisteX32" fmla="*/ 140970 w 1672590"/>
              <a:gd name="connsiteY32" fmla="*/ 750580 h 1040140"/>
              <a:gd name="connisteX33" fmla="*/ 76200 w 1672590"/>
              <a:gd name="connsiteY33" fmla="*/ 781060 h 1040140"/>
              <a:gd name="connisteX34" fmla="*/ 26670 w 1672590"/>
              <a:gd name="connsiteY34" fmla="*/ 845830 h 1040140"/>
              <a:gd name="connisteX35" fmla="*/ 7620 w 1672590"/>
              <a:gd name="connsiteY35" fmla="*/ 910600 h 1040140"/>
              <a:gd name="connisteX36" fmla="*/ 7620 w 1672590"/>
              <a:gd name="connsiteY36" fmla="*/ 975370 h 1040140"/>
              <a:gd name="connisteX37" fmla="*/ 0 w 1672590"/>
              <a:gd name="connsiteY37" fmla="*/ 1040140 h 10401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</a:cxnLst>
            <a:rect l="l" t="t" r="r" b="b"/>
            <a:pathLst>
              <a:path w="1672590" h="1040140">
                <a:moveTo>
                  <a:pt x="1672590" y="144790"/>
                </a:moveTo>
                <a:cubicBezTo>
                  <a:pt x="1659890" y="142250"/>
                  <a:pt x="1630680" y="138440"/>
                  <a:pt x="1604010" y="129550"/>
                </a:cubicBezTo>
                <a:cubicBezTo>
                  <a:pt x="1577340" y="120660"/>
                  <a:pt x="1565275" y="109230"/>
                  <a:pt x="1539240" y="99070"/>
                </a:cubicBezTo>
                <a:cubicBezTo>
                  <a:pt x="1513205" y="88910"/>
                  <a:pt x="1500505" y="84465"/>
                  <a:pt x="1474470" y="80020"/>
                </a:cubicBezTo>
                <a:cubicBezTo>
                  <a:pt x="1448435" y="75575"/>
                  <a:pt x="1436370" y="69225"/>
                  <a:pt x="1409700" y="76210"/>
                </a:cubicBezTo>
                <a:cubicBezTo>
                  <a:pt x="1383030" y="83195"/>
                  <a:pt x="1367790" y="98435"/>
                  <a:pt x="1341120" y="114310"/>
                </a:cubicBezTo>
                <a:cubicBezTo>
                  <a:pt x="1314450" y="130185"/>
                  <a:pt x="1302385" y="140980"/>
                  <a:pt x="1276350" y="156220"/>
                </a:cubicBezTo>
                <a:cubicBezTo>
                  <a:pt x="1250315" y="171460"/>
                  <a:pt x="1223645" y="197495"/>
                  <a:pt x="1211580" y="190510"/>
                </a:cubicBezTo>
                <a:cubicBezTo>
                  <a:pt x="1199515" y="183525"/>
                  <a:pt x="1219200" y="148600"/>
                  <a:pt x="1215390" y="121930"/>
                </a:cubicBezTo>
                <a:cubicBezTo>
                  <a:pt x="1211580" y="95260"/>
                  <a:pt x="1210310" y="80020"/>
                  <a:pt x="1192530" y="57160"/>
                </a:cubicBezTo>
                <a:cubicBezTo>
                  <a:pt x="1174750" y="34300"/>
                  <a:pt x="1153795" y="18425"/>
                  <a:pt x="1127760" y="7630"/>
                </a:cubicBezTo>
                <a:cubicBezTo>
                  <a:pt x="1101725" y="-3165"/>
                  <a:pt x="1089025" y="-625"/>
                  <a:pt x="1062990" y="3820"/>
                </a:cubicBezTo>
                <a:cubicBezTo>
                  <a:pt x="1036955" y="8265"/>
                  <a:pt x="1024255" y="17790"/>
                  <a:pt x="998220" y="30490"/>
                </a:cubicBezTo>
                <a:cubicBezTo>
                  <a:pt x="972185" y="43190"/>
                  <a:pt x="959485" y="53985"/>
                  <a:pt x="933450" y="68590"/>
                </a:cubicBezTo>
                <a:cubicBezTo>
                  <a:pt x="907415" y="83195"/>
                  <a:pt x="894715" y="93990"/>
                  <a:pt x="868680" y="102880"/>
                </a:cubicBezTo>
                <a:cubicBezTo>
                  <a:pt x="842645" y="111770"/>
                  <a:pt x="829945" y="115580"/>
                  <a:pt x="803910" y="114310"/>
                </a:cubicBezTo>
                <a:cubicBezTo>
                  <a:pt x="777875" y="113040"/>
                  <a:pt x="765175" y="106690"/>
                  <a:pt x="739140" y="95260"/>
                </a:cubicBezTo>
                <a:cubicBezTo>
                  <a:pt x="713105" y="83830"/>
                  <a:pt x="700405" y="69225"/>
                  <a:pt x="674370" y="57160"/>
                </a:cubicBezTo>
                <a:cubicBezTo>
                  <a:pt x="648335" y="45095"/>
                  <a:pt x="635635" y="41285"/>
                  <a:pt x="609600" y="34300"/>
                </a:cubicBezTo>
                <a:cubicBezTo>
                  <a:pt x="583565" y="27315"/>
                  <a:pt x="570865" y="23505"/>
                  <a:pt x="544830" y="22870"/>
                </a:cubicBezTo>
                <a:cubicBezTo>
                  <a:pt x="518795" y="22235"/>
                  <a:pt x="506730" y="23505"/>
                  <a:pt x="480060" y="30490"/>
                </a:cubicBezTo>
                <a:cubicBezTo>
                  <a:pt x="453390" y="37475"/>
                  <a:pt x="431800" y="38110"/>
                  <a:pt x="411480" y="57160"/>
                </a:cubicBezTo>
                <a:cubicBezTo>
                  <a:pt x="391160" y="76210"/>
                  <a:pt x="389890" y="99070"/>
                  <a:pt x="377190" y="125740"/>
                </a:cubicBezTo>
                <a:cubicBezTo>
                  <a:pt x="364490" y="152410"/>
                  <a:pt x="353060" y="164475"/>
                  <a:pt x="346710" y="190510"/>
                </a:cubicBezTo>
                <a:cubicBezTo>
                  <a:pt x="340360" y="216545"/>
                  <a:pt x="346710" y="229245"/>
                  <a:pt x="346710" y="255280"/>
                </a:cubicBezTo>
                <a:cubicBezTo>
                  <a:pt x="346710" y="281315"/>
                  <a:pt x="347980" y="294015"/>
                  <a:pt x="346710" y="320050"/>
                </a:cubicBezTo>
                <a:cubicBezTo>
                  <a:pt x="345440" y="346085"/>
                  <a:pt x="345440" y="358785"/>
                  <a:pt x="339090" y="384820"/>
                </a:cubicBezTo>
                <a:cubicBezTo>
                  <a:pt x="332740" y="410855"/>
                  <a:pt x="323850" y="423555"/>
                  <a:pt x="316230" y="449590"/>
                </a:cubicBezTo>
                <a:cubicBezTo>
                  <a:pt x="308610" y="475625"/>
                  <a:pt x="308610" y="488325"/>
                  <a:pt x="300990" y="514360"/>
                </a:cubicBezTo>
                <a:cubicBezTo>
                  <a:pt x="293370" y="540395"/>
                  <a:pt x="288290" y="553095"/>
                  <a:pt x="278130" y="579130"/>
                </a:cubicBezTo>
                <a:cubicBezTo>
                  <a:pt x="267970" y="605165"/>
                  <a:pt x="266065" y="617865"/>
                  <a:pt x="251460" y="643900"/>
                </a:cubicBezTo>
                <a:cubicBezTo>
                  <a:pt x="236855" y="669935"/>
                  <a:pt x="227965" y="687080"/>
                  <a:pt x="205740" y="708670"/>
                </a:cubicBezTo>
                <a:cubicBezTo>
                  <a:pt x="183515" y="730260"/>
                  <a:pt x="167005" y="735975"/>
                  <a:pt x="140970" y="750580"/>
                </a:cubicBezTo>
                <a:cubicBezTo>
                  <a:pt x="114935" y="765185"/>
                  <a:pt x="99060" y="762010"/>
                  <a:pt x="76200" y="781060"/>
                </a:cubicBezTo>
                <a:cubicBezTo>
                  <a:pt x="53340" y="800110"/>
                  <a:pt x="40640" y="819795"/>
                  <a:pt x="26670" y="845830"/>
                </a:cubicBezTo>
                <a:cubicBezTo>
                  <a:pt x="12700" y="871865"/>
                  <a:pt x="11430" y="884565"/>
                  <a:pt x="7620" y="910600"/>
                </a:cubicBezTo>
                <a:cubicBezTo>
                  <a:pt x="3810" y="936635"/>
                  <a:pt x="8890" y="949335"/>
                  <a:pt x="7620" y="975370"/>
                </a:cubicBezTo>
                <a:cubicBezTo>
                  <a:pt x="6350" y="1001405"/>
                  <a:pt x="1270" y="1028710"/>
                  <a:pt x="0" y="1040140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1051560" y="3021330"/>
            <a:ext cx="4354195" cy="590550"/>
          </a:xfrm>
          <a:custGeom>
            <a:avLst/>
            <a:gdLst>
              <a:gd name="connisteX0" fmla="*/ 0 w 2232660"/>
              <a:gd name="connsiteY0" fmla="*/ 12166 h 303154"/>
              <a:gd name="connisteX1" fmla="*/ 64770 w 2232660"/>
              <a:gd name="connsiteY1" fmla="*/ 736 h 303154"/>
              <a:gd name="connisteX2" fmla="*/ 129540 w 2232660"/>
              <a:gd name="connsiteY2" fmla="*/ 31216 h 303154"/>
              <a:gd name="connisteX3" fmla="*/ 190500 w 2232660"/>
              <a:gd name="connsiteY3" fmla="*/ 95986 h 303154"/>
              <a:gd name="connisteX4" fmla="*/ 217170 w 2232660"/>
              <a:gd name="connsiteY4" fmla="*/ 160756 h 303154"/>
              <a:gd name="connisteX5" fmla="*/ 262890 w 2232660"/>
              <a:gd name="connsiteY5" fmla="*/ 225526 h 303154"/>
              <a:gd name="connisteX6" fmla="*/ 327660 w 2232660"/>
              <a:gd name="connsiteY6" fmla="*/ 236956 h 303154"/>
              <a:gd name="connisteX7" fmla="*/ 396240 w 2232660"/>
              <a:gd name="connsiteY7" fmla="*/ 248386 h 303154"/>
              <a:gd name="connisteX8" fmla="*/ 461010 w 2232660"/>
              <a:gd name="connsiteY8" fmla="*/ 259816 h 303154"/>
              <a:gd name="connisteX9" fmla="*/ 525780 w 2232660"/>
              <a:gd name="connsiteY9" fmla="*/ 297916 h 303154"/>
              <a:gd name="connisteX10" fmla="*/ 590550 w 2232660"/>
              <a:gd name="connsiteY10" fmla="*/ 301726 h 303154"/>
              <a:gd name="connisteX11" fmla="*/ 655320 w 2232660"/>
              <a:gd name="connsiteY11" fmla="*/ 294106 h 303154"/>
              <a:gd name="connisteX12" fmla="*/ 720090 w 2232660"/>
              <a:gd name="connsiteY12" fmla="*/ 278866 h 303154"/>
              <a:gd name="connisteX13" fmla="*/ 788670 w 2232660"/>
              <a:gd name="connsiteY13" fmla="*/ 256006 h 303154"/>
              <a:gd name="connisteX14" fmla="*/ 853440 w 2232660"/>
              <a:gd name="connsiteY14" fmla="*/ 244576 h 303154"/>
              <a:gd name="connisteX15" fmla="*/ 918210 w 2232660"/>
              <a:gd name="connsiteY15" fmla="*/ 236956 h 303154"/>
              <a:gd name="connisteX16" fmla="*/ 982980 w 2232660"/>
              <a:gd name="connsiteY16" fmla="*/ 225526 h 303154"/>
              <a:gd name="connisteX17" fmla="*/ 1047750 w 2232660"/>
              <a:gd name="connsiteY17" fmla="*/ 206476 h 303154"/>
              <a:gd name="connisteX18" fmla="*/ 1112520 w 2232660"/>
              <a:gd name="connsiteY18" fmla="*/ 191236 h 303154"/>
              <a:gd name="connisteX19" fmla="*/ 1181100 w 2232660"/>
              <a:gd name="connsiteY19" fmla="*/ 175996 h 303154"/>
              <a:gd name="connisteX20" fmla="*/ 1245870 w 2232660"/>
              <a:gd name="connsiteY20" fmla="*/ 160756 h 303154"/>
              <a:gd name="connisteX21" fmla="*/ 1314450 w 2232660"/>
              <a:gd name="connsiteY21" fmla="*/ 153136 h 303154"/>
              <a:gd name="connisteX22" fmla="*/ 1379220 w 2232660"/>
              <a:gd name="connsiteY22" fmla="*/ 141706 h 303154"/>
              <a:gd name="connisteX23" fmla="*/ 1443990 w 2232660"/>
              <a:gd name="connsiteY23" fmla="*/ 137896 h 303154"/>
              <a:gd name="connisteX24" fmla="*/ 1508760 w 2232660"/>
              <a:gd name="connsiteY24" fmla="*/ 130276 h 303154"/>
              <a:gd name="connisteX25" fmla="*/ 1573530 w 2232660"/>
              <a:gd name="connsiteY25" fmla="*/ 130276 h 303154"/>
              <a:gd name="connisteX26" fmla="*/ 1642110 w 2232660"/>
              <a:gd name="connsiteY26" fmla="*/ 130276 h 303154"/>
              <a:gd name="connisteX27" fmla="*/ 1714500 w 2232660"/>
              <a:gd name="connsiteY27" fmla="*/ 130276 h 303154"/>
              <a:gd name="connisteX28" fmla="*/ 1779270 w 2232660"/>
              <a:gd name="connsiteY28" fmla="*/ 130276 h 303154"/>
              <a:gd name="connisteX29" fmla="*/ 1844040 w 2232660"/>
              <a:gd name="connsiteY29" fmla="*/ 126466 h 303154"/>
              <a:gd name="connisteX30" fmla="*/ 1908810 w 2232660"/>
              <a:gd name="connsiteY30" fmla="*/ 122656 h 303154"/>
              <a:gd name="connisteX31" fmla="*/ 1973580 w 2232660"/>
              <a:gd name="connsiteY31" fmla="*/ 111226 h 303154"/>
              <a:gd name="connisteX32" fmla="*/ 2038350 w 2232660"/>
              <a:gd name="connsiteY32" fmla="*/ 95986 h 303154"/>
              <a:gd name="connisteX33" fmla="*/ 2103120 w 2232660"/>
              <a:gd name="connsiteY33" fmla="*/ 73126 h 303154"/>
              <a:gd name="connisteX34" fmla="*/ 2167890 w 2232660"/>
              <a:gd name="connsiteY34" fmla="*/ 46456 h 303154"/>
              <a:gd name="connisteX35" fmla="*/ 2232660 w 2232660"/>
              <a:gd name="connsiteY35" fmla="*/ 12166 h 30315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</a:cxnLst>
            <a:rect l="l" t="t" r="r" b="b"/>
            <a:pathLst>
              <a:path w="2232660" h="303155">
                <a:moveTo>
                  <a:pt x="0" y="12166"/>
                </a:moveTo>
                <a:cubicBezTo>
                  <a:pt x="11430" y="8991"/>
                  <a:pt x="38735" y="-3074"/>
                  <a:pt x="64770" y="736"/>
                </a:cubicBezTo>
                <a:cubicBezTo>
                  <a:pt x="90805" y="4546"/>
                  <a:pt x="104140" y="12166"/>
                  <a:pt x="129540" y="31216"/>
                </a:cubicBezTo>
                <a:cubicBezTo>
                  <a:pt x="154940" y="50266"/>
                  <a:pt x="172720" y="69951"/>
                  <a:pt x="190500" y="95986"/>
                </a:cubicBezTo>
                <a:cubicBezTo>
                  <a:pt x="208280" y="122021"/>
                  <a:pt x="202565" y="134721"/>
                  <a:pt x="217170" y="160756"/>
                </a:cubicBezTo>
                <a:cubicBezTo>
                  <a:pt x="231775" y="186791"/>
                  <a:pt x="240665" y="210286"/>
                  <a:pt x="262890" y="225526"/>
                </a:cubicBezTo>
                <a:cubicBezTo>
                  <a:pt x="285115" y="240766"/>
                  <a:pt x="300990" y="232511"/>
                  <a:pt x="327660" y="236956"/>
                </a:cubicBezTo>
                <a:cubicBezTo>
                  <a:pt x="354330" y="241401"/>
                  <a:pt x="369570" y="243941"/>
                  <a:pt x="396240" y="248386"/>
                </a:cubicBezTo>
                <a:cubicBezTo>
                  <a:pt x="422910" y="252831"/>
                  <a:pt x="434975" y="249656"/>
                  <a:pt x="461010" y="259816"/>
                </a:cubicBezTo>
                <a:cubicBezTo>
                  <a:pt x="487045" y="269976"/>
                  <a:pt x="499745" y="289661"/>
                  <a:pt x="525780" y="297916"/>
                </a:cubicBezTo>
                <a:cubicBezTo>
                  <a:pt x="551815" y="306171"/>
                  <a:pt x="564515" y="302361"/>
                  <a:pt x="590550" y="301726"/>
                </a:cubicBezTo>
                <a:cubicBezTo>
                  <a:pt x="616585" y="301091"/>
                  <a:pt x="629285" y="298551"/>
                  <a:pt x="655320" y="294106"/>
                </a:cubicBezTo>
                <a:cubicBezTo>
                  <a:pt x="681355" y="289661"/>
                  <a:pt x="693420" y="286486"/>
                  <a:pt x="720090" y="278866"/>
                </a:cubicBezTo>
                <a:cubicBezTo>
                  <a:pt x="746760" y="271246"/>
                  <a:pt x="762000" y="262991"/>
                  <a:pt x="788670" y="256006"/>
                </a:cubicBezTo>
                <a:cubicBezTo>
                  <a:pt x="815340" y="249021"/>
                  <a:pt x="827405" y="248386"/>
                  <a:pt x="853440" y="244576"/>
                </a:cubicBezTo>
                <a:cubicBezTo>
                  <a:pt x="879475" y="240766"/>
                  <a:pt x="892175" y="240766"/>
                  <a:pt x="918210" y="236956"/>
                </a:cubicBezTo>
                <a:cubicBezTo>
                  <a:pt x="944245" y="233146"/>
                  <a:pt x="956945" y="231876"/>
                  <a:pt x="982980" y="225526"/>
                </a:cubicBezTo>
                <a:cubicBezTo>
                  <a:pt x="1009015" y="219176"/>
                  <a:pt x="1021715" y="213461"/>
                  <a:pt x="1047750" y="206476"/>
                </a:cubicBezTo>
                <a:cubicBezTo>
                  <a:pt x="1073785" y="199491"/>
                  <a:pt x="1085850" y="197586"/>
                  <a:pt x="1112520" y="191236"/>
                </a:cubicBezTo>
                <a:cubicBezTo>
                  <a:pt x="1139190" y="184886"/>
                  <a:pt x="1154430" y="182346"/>
                  <a:pt x="1181100" y="175996"/>
                </a:cubicBezTo>
                <a:cubicBezTo>
                  <a:pt x="1207770" y="169646"/>
                  <a:pt x="1219200" y="165201"/>
                  <a:pt x="1245870" y="160756"/>
                </a:cubicBezTo>
                <a:cubicBezTo>
                  <a:pt x="1272540" y="156311"/>
                  <a:pt x="1287780" y="156946"/>
                  <a:pt x="1314450" y="153136"/>
                </a:cubicBezTo>
                <a:cubicBezTo>
                  <a:pt x="1341120" y="149326"/>
                  <a:pt x="1353185" y="144881"/>
                  <a:pt x="1379220" y="141706"/>
                </a:cubicBezTo>
                <a:cubicBezTo>
                  <a:pt x="1405255" y="138531"/>
                  <a:pt x="1417955" y="140436"/>
                  <a:pt x="1443990" y="137896"/>
                </a:cubicBezTo>
                <a:cubicBezTo>
                  <a:pt x="1470025" y="135356"/>
                  <a:pt x="1482725" y="131546"/>
                  <a:pt x="1508760" y="130276"/>
                </a:cubicBezTo>
                <a:cubicBezTo>
                  <a:pt x="1534795" y="129006"/>
                  <a:pt x="1546860" y="130276"/>
                  <a:pt x="1573530" y="130276"/>
                </a:cubicBezTo>
                <a:cubicBezTo>
                  <a:pt x="1600200" y="130276"/>
                  <a:pt x="1614170" y="130276"/>
                  <a:pt x="1642110" y="130276"/>
                </a:cubicBezTo>
                <a:cubicBezTo>
                  <a:pt x="1670050" y="130276"/>
                  <a:pt x="1687195" y="130276"/>
                  <a:pt x="1714500" y="130276"/>
                </a:cubicBezTo>
                <a:cubicBezTo>
                  <a:pt x="1741805" y="130276"/>
                  <a:pt x="1753235" y="130911"/>
                  <a:pt x="1779270" y="130276"/>
                </a:cubicBezTo>
                <a:cubicBezTo>
                  <a:pt x="1805305" y="129641"/>
                  <a:pt x="1818005" y="127736"/>
                  <a:pt x="1844040" y="126466"/>
                </a:cubicBezTo>
                <a:cubicBezTo>
                  <a:pt x="1870075" y="125196"/>
                  <a:pt x="1882775" y="125831"/>
                  <a:pt x="1908810" y="122656"/>
                </a:cubicBezTo>
                <a:cubicBezTo>
                  <a:pt x="1934845" y="119481"/>
                  <a:pt x="1947545" y="116306"/>
                  <a:pt x="1973580" y="111226"/>
                </a:cubicBezTo>
                <a:cubicBezTo>
                  <a:pt x="1999615" y="106146"/>
                  <a:pt x="2012315" y="103606"/>
                  <a:pt x="2038350" y="95986"/>
                </a:cubicBezTo>
                <a:cubicBezTo>
                  <a:pt x="2064385" y="88366"/>
                  <a:pt x="2077085" y="83286"/>
                  <a:pt x="2103120" y="73126"/>
                </a:cubicBezTo>
                <a:cubicBezTo>
                  <a:pt x="2129155" y="62966"/>
                  <a:pt x="2141855" y="58521"/>
                  <a:pt x="2167890" y="46456"/>
                </a:cubicBezTo>
                <a:cubicBezTo>
                  <a:pt x="2193925" y="34391"/>
                  <a:pt x="2221230" y="18516"/>
                  <a:pt x="2232660" y="12166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-2992120" y="-15875"/>
            <a:ext cx="4057015" cy="3053715"/>
          </a:xfrm>
          <a:custGeom>
            <a:avLst/>
            <a:gdLst>
              <a:gd name="connsiteX0" fmla="*/ 0 w 3276"/>
              <a:gd name="connsiteY0" fmla="*/ 0 h 2466"/>
              <a:gd name="connsiteX1" fmla="*/ 102 w 3276"/>
              <a:gd name="connsiteY1" fmla="*/ 36 h 2466"/>
              <a:gd name="connsiteX2" fmla="*/ 180 w 3276"/>
              <a:gd name="connsiteY2" fmla="*/ 138 h 2466"/>
              <a:gd name="connsiteX3" fmla="*/ 282 w 3276"/>
              <a:gd name="connsiteY3" fmla="*/ 192 h 2466"/>
              <a:gd name="connsiteX4" fmla="*/ 384 w 3276"/>
              <a:gd name="connsiteY4" fmla="*/ 204 h 2466"/>
              <a:gd name="connsiteX5" fmla="*/ 486 w 3276"/>
              <a:gd name="connsiteY5" fmla="*/ 240 h 2466"/>
              <a:gd name="connsiteX6" fmla="*/ 588 w 3276"/>
              <a:gd name="connsiteY6" fmla="*/ 264 h 2466"/>
              <a:gd name="connsiteX7" fmla="*/ 690 w 3276"/>
              <a:gd name="connsiteY7" fmla="*/ 282 h 2466"/>
              <a:gd name="connsiteX8" fmla="*/ 792 w 3276"/>
              <a:gd name="connsiteY8" fmla="*/ 300 h 2466"/>
              <a:gd name="connsiteX9" fmla="*/ 900 w 3276"/>
              <a:gd name="connsiteY9" fmla="*/ 318 h 2466"/>
              <a:gd name="connsiteX10" fmla="*/ 1002 w 3276"/>
              <a:gd name="connsiteY10" fmla="*/ 354 h 2466"/>
              <a:gd name="connsiteX11" fmla="*/ 1062 w 3276"/>
              <a:gd name="connsiteY11" fmla="*/ 456 h 2466"/>
              <a:gd name="connsiteX12" fmla="*/ 1164 w 3276"/>
              <a:gd name="connsiteY12" fmla="*/ 504 h 2466"/>
              <a:gd name="connsiteX13" fmla="*/ 1266 w 3276"/>
              <a:gd name="connsiteY13" fmla="*/ 564 h 2466"/>
              <a:gd name="connsiteX14" fmla="*/ 1326 w 3276"/>
              <a:gd name="connsiteY14" fmla="*/ 678 h 2466"/>
              <a:gd name="connsiteX15" fmla="*/ 1368 w 3276"/>
              <a:gd name="connsiteY15" fmla="*/ 780 h 2466"/>
              <a:gd name="connsiteX16" fmla="*/ 1458 w 3276"/>
              <a:gd name="connsiteY16" fmla="*/ 882 h 2466"/>
              <a:gd name="connsiteX17" fmla="*/ 1554 w 3276"/>
              <a:gd name="connsiteY17" fmla="*/ 984 h 2466"/>
              <a:gd name="connsiteX18" fmla="*/ 1620 w 3276"/>
              <a:gd name="connsiteY18" fmla="*/ 1086 h 2466"/>
              <a:gd name="connsiteX19" fmla="*/ 1722 w 3276"/>
              <a:gd name="connsiteY19" fmla="*/ 1164 h 2466"/>
              <a:gd name="connsiteX20" fmla="*/ 1830 w 3276"/>
              <a:gd name="connsiteY20" fmla="*/ 1230 h 2466"/>
              <a:gd name="connsiteX21" fmla="*/ 1932 w 3276"/>
              <a:gd name="connsiteY21" fmla="*/ 1326 h 2466"/>
              <a:gd name="connsiteX22" fmla="*/ 2034 w 3276"/>
              <a:gd name="connsiteY22" fmla="*/ 1392 h 2466"/>
              <a:gd name="connsiteX23" fmla="*/ 2136 w 3276"/>
              <a:gd name="connsiteY23" fmla="*/ 1458 h 2466"/>
              <a:gd name="connsiteX24" fmla="*/ 2238 w 3276"/>
              <a:gd name="connsiteY24" fmla="*/ 1530 h 2466"/>
              <a:gd name="connsiteX25" fmla="*/ 2340 w 3276"/>
              <a:gd name="connsiteY25" fmla="*/ 1560 h 2466"/>
              <a:gd name="connsiteX26" fmla="*/ 2442 w 3276"/>
              <a:gd name="connsiteY26" fmla="*/ 1608 h 2466"/>
              <a:gd name="connsiteX27" fmla="*/ 2544 w 3276"/>
              <a:gd name="connsiteY27" fmla="*/ 1638 h 2466"/>
              <a:gd name="connsiteX28" fmla="*/ 2646 w 3276"/>
              <a:gd name="connsiteY28" fmla="*/ 1680 h 2466"/>
              <a:gd name="connsiteX29" fmla="*/ 2748 w 3276"/>
              <a:gd name="connsiteY29" fmla="*/ 1728 h 2466"/>
              <a:gd name="connsiteX30" fmla="*/ 2850 w 3276"/>
              <a:gd name="connsiteY30" fmla="*/ 1776 h 2466"/>
              <a:gd name="connsiteX31" fmla="*/ 2952 w 3276"/>
              <a:gd name="connsiteY31" fmla="*/ 1830 h 2466"/>
              <a:gd name="connsiteX32" fmla="*/ 3054 w 3276"/>
              <a:gd name="connsiteY32" fmla="*/ 1896 h 2466"/>
              <a:gd name="connsiteX33" fmla="*/ 3090 w 3276"/>
              <a:gd name="connsiteY33" fmla="*/ 1998 h 2466"/>
              <a:gd name="connsiteX34" fmla="*/ 3108 w 3276"/>
              <a:gd name="connsiteY34" fmla="*/ 2100 h 2466"/>
              <a:gd name="connsiteX35" fmla="*/ 3144 w 3276"/>
              <a:gd name="connsiteY35" fmla="*/ 2202 h 2466"/>
              <a:gd name="connsiteX36" fmla="*/ 3174 w 3276"/>
              <a:gd name="connsiteY36" fmla="*/ 2304 h 2466"/>
              <a:gd name="connsiteX37" fmla="*/ 3276 w 3276"/>
              <a:gd name="connsiteY37" fmla="*/ 2466 h 2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276" h="2466">
                <a:moveTo>
                  <a:pt x="0" y="0"/>
                </a:moveTo>
                <a:cubicBezTo>
                  <a:pt x="19" y="5"/>
                  <a:pt x="66" y="8"/>
                  <a:pt x="102" y="36"/>
                </a:cubicBezTo>
                <a:cubicBezTo>
                  <a:pt x="138" y="64"/>
                  <a:pt x="144" y="107"/>
                  <a:pt x="180" y="138"/>
                </a:cubicBezTo>
                <a:cubicBezTo>
                  <a:pt x="216" y="169"/>
                  <a:pt x="241" y="179"/>
                  <a:pt x="282" y="192"/>
                </a:cubicBezTo>
                <a:cubicBezTo>
                  <a:pt x="323" y="205"/>
                  <a:pt x="343" y="194"/>
                  <a:pt x="384" y="204"/>
                </a:cubicBezTo>
                <a:cubicBezTo>
                  <a:pt x="425" y="214"/>
                  <a:pt x="445" y="228"/>
                  <a:pt x="486" y="240"/>
                </a:cubicBezTo>
                <a:cubicBezTo>
                  <a:pt x="527" y="252"/>
                  <a:pt x="547" y="256"/>
                  <a:pt x="588" y="264"/>
                </a:cubicBezTo>
                <a:cubicBezTo>
                  <a:pt x="629" y="272"/>
                  <a:pt x="649" y="275"/>
                  <a:pt x="690" y="282"/>
                </a:cubicBezTo>
                <a:cubicBezTo>
                  <a:pt x="731" y="289"/>
                  <a:pt x="750" y="293"/>
                  <a:pt x="792" y="300"/>
                </a:cubicBezTo>
                <a:cubicBezTo>
                  <a:pt x="834" y="307"/>
                  <a:pt x="858" y="307"/>
                  <a:pt x="900" y="318"/>
                </a:cubicBezTo>
                <a:cubicBezTo>
                  <a:pt x="942" y="329"/>
                  <a:pt x="970" y="326"/>
                  <a:pt x="1002" y="354"/>
                </a:cubicBezTo>
                <a:cubicBezTo>
                  <a:pt x="1034" y="382"/>
                  <a:pt x="1030" y="426"/>
                  <a:pt x="1062" y="456"/>
                </a:cubicBezTo>
                <a:cubicBezTo>
                  <a:pt x="1094" y="486"/>
                  <a:pt x="1123" y="482"/>
                  <a:pt x="1164" y="504"/>
                </a:cubicBezTo>
                <a:cubicBezTo>
                  <a:pt x="1205" y="526"/>
                  <a:pt x="1234" y="529"/>
                  <a:pt x="1266" y="564"/>
                </a:cubicBezTo>
                <a:cubicBezTo>
                  <a:pt x="1298" y="599"/>
                  <a:pt x="1306" y="635"/>
                  <a:pt x="1326" y="678"/>
                </a:cubicBezTo>
                <a:cubicBezTo>
                  <a:pt x="1346" y="721"/>
                  <a:pt x="1342" y="739"/>
                  <a:pt x="1368" y="780"/>
                </a:cubicBezTo>
                <a:cubicBezTo>
                  <a:pt x="1394" y="821"/>
                  <a:pt x="1421" y="841"/>
                  <a:pt x="1458" y="882"/>
                </a:cubicBezTo>
                <a:cubicBezTo>
                  <a:pt x="1495" y="923"/>
                  <a:pt x="1522" y="943"/>
                  <a:pt x="1554" y="984"/>
                </a:cubicBezTo>
                <a:cubicBezTo>
                  <a:pt x="1586" y="1025"/>
                  <a:pt x="1586" y="1050"/>
                  <a:pt x="1620" y="1086"/>
                </a:cubicBezTo>
                <a:cubicBezTo>
                  <a:pt x="1654" y="1122"/>
                  <a:pt x="1680" y="1135"/>
                  <a:pt x="1722" y="1164"/>
                </a:cubicBezTo>
                <a:cubicBezTo>
                  <a:pt x="1764" y="1193"/>
                  <a:pt x="1788" y="1198"/>
                  <a:pt x="1830" y="1230"/>
                </a:cubicBezTo>
                <a:cubicBezTo>
                  <a:pt x="1872" y="1262"/>
                  <a:pt x="1891" y="1294"/>
                  <a:pt x="1932" y="1326"/>
                </a:cubicBezTo>
                <a:cubicBezTo>
                  <a:pt x="1973" y="1358"/>
                  <a:pt x="1993" y="1366"/>
                  <a:pt x="2034" y="1392"/>
                </a:cubicBezTo>
                <a:cubicBezTo>
                  <a:pt x="2075" y="1418"/>
                  <a:pt x="2095" y="1430"/>
                  <a:pt x="2136" y="1458"/>
                </a:cubicBezTo>
                <a:cubicBezTo>
                  <a:pt x="2177" y="1486"/>
                  <a:pt x="2197" y="1510"/>
                  <a:pt x="2238" y="1530"/>
                </a:cubicBezTo>
                <a:cubicBezTo>
                  <a:pt x="2279" y="1550"/>
                  <a:pt x="2299" y="1544"/>
                  <a:pt x="2340" y="1560"/>
                </a:cubicBezTo>
                <a:cubicBezTo>
                  <a:pt x="2381" y="1576"/>
                  <a:pt x="2401" y="1592"/>
                  <a:pt x="2442" y="1608"/>
                </a:cubicBezTo>
                <a:cubicBezTo>
                  <a:pt x="2483" y="1624"/>
                  <a:pt x="2503" y="1624"/>
                  <a:pt x="2544" y="1638"/>
                </a:cubicBezTo>
                <a:cubicBezTo>
                  <a:pt x="2585" y="1652"/>
                  <a:pt x="2605" y="1662"/>
                  <a:pt x="2646" y="1680"/>
                </a:cubicBezTo>
                <a:cubicBezTo>
                  <a:pt x="2687" y="1698"/>
                  <a:pt x="2707" y="1709"/>
                  <a:pt x="2748" y="1728"/>
                </a:cubicBezTo>
                <a:cubicBezTo>
                  <a:pt x="2789" y="1747"/>
                  <a:pt x="2809" y="1756"/>
                  <a:pt x="2850" y="1776"/>
                </a:cubicBezTo>
                <a:cubicBezTo>
                  <a:pt x="2891" y="1796"/>
                  <a:pt x="2911" y="1806"/>
                  <a:pt x="2952" y="1830"/>
                </a:cubicBezTo>
                <a:cubicBezTo>
                  <a:pt x="2993" y="1854"/>
                  <a:pt x="3026" y="1862"/>
                  <a:pt x="3054" y="1896"/>
                </a:cubicBezTo>
                <a:cubicBezTo>
                  <a:pt x="3082" y="1930"/>
                  <a:pt x="3079" y="1957"/>
                  <a:pt x="3090" y="1998"/>
                </a:cubicBezTo>
                <a:cubicBezTo>
                  <a:pt x="3101" y="2039"/>
                  <a:pt x="3097" y="2059"/>
                  <a:pt x="3108" y="2100"/>
                </a:cubicBezTo>
                <a:cubicBezTo>
                  <a:pt x="3119" y="2141"/>
                  <a:pt x="3131" y="2161"/>
                  <a:pt x="3144" y="2202"/>
                </a:cubicBezTo>
                <a:cubicBezTo>
                  <a:pt x="3157" y="2243"/>
                  <a:pt x="3157" y="2263"/>
                  <a:pt x="3174" y="2304"/>
                </a:cubicBezTo>
                <a:cubicBezTo>
                  <a:pt x="3191" y="2345"/>
                  <a:pt x="3266" y="2448"/>
                  <a:pt x="3276" y="2466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824865" y="4090035"/>
            <a:ext cx="5401945" cy="2623185"/>
          </a:xfrm>
          <a:custGeom>
            <a:avLst/>
            <a:gdLst>
              <a:gd name="connisteX0" fmla="*/ 0 w 2769870"/>
              <a:gd name="connsiteY0" fmla="*/ 1344930 h 1344930"/>
              <a:gd name="connisteX1" fmla="*/ 64770 w 2769870"/>
              <a:gd name="connsiteY1" fmla="*/ 1333500 h 1344930"/>
              <a:gd name="connisteX2" fmla="*/ 129540 w 2769870"/>
              <a:gd name="connsiteY2" fmla="*/ 1310640 h 1344930"/>
              <a:gd name="connisteX3" fmla="*/ 198120 w 2769870"/>
              <a:gd name="connsiteY3" fmla="*/ 1287780 h 1344930"/>
              <a:gd name="connisteX4" fmla="*/ 255270 w 2769870"/>
              <a:gd name="connsiteY4" fmla="*/ 1223010 h 1344930"/>
              <a:gd name="connisteX5" fmla="*/ 293370 w 2769870"/>
              <a:gd name="connsiteY5" fmla="*/ 1158240 h 1344930"/>
              <a:gd name="connisteX6" fmla="*/ 358140 w 2769870"/>
              <a:gd name="connsiteY6" fmla="*/ 1120140 h 1344930"/>
              <a:gd name="connisteX7" fmla="*/ 422910 w 2769870"/>
              <a:gd name="connsiteY7" fmla="*/ 1116330 h 1344930"/>
              <a:gd name="connisteX8" fmla="*/ 487680 w 2769870"/>
              <a:gd name="connsiteY8" fmla="*/ 1169670 h 1344930"/>
              <a:gd name="connisteX9" fmla="*/ 552450 w 2769870"/>
              <a:gd name="connsiteY9" fmla="*/ 1143000 h 1344930"/>
              <a:gd name="connisteX10" fmla="*/ 617220 w 2769870"/>
              <a:gd name="connsiteY10" fmla="*/ 1089660 h 1344930"/>
              <a:gd name="connisteX11" fmla="*/ 685800 w 2769870"/>
              <a:gd name="connsiteY11" fmla="*/ 1055370 h 1344930"/>
              <a:gd name="connisteX12" fmla="*/ 750570 w 2769870"/>
              <a:gd name="connsiteY12" fmla="*/ 1028700 h 1344930"/>
              <a:gd name="connisteX13" fmla="*/ 815340 w 2769870"/>
              <a:gd name="connsiteY13" fmla="*/ 1005840 h 1344930"/>
              <a:gd name="connisteX14" fmla="*/ 880110 w 2769870"/>
              <a:gd name="connsiteY14" fmla="*/ 986790 h 1344930"/>
              <a:gd name="connisteX15" fmla="*/ 944880 w 2769870"/>
              <a:gd name="connsiteY15" fmla="*/ 967740 h 1344930"/>
              <a:gd name="connisteX16" fmla="*/ 1009650 w 2769870"/>
              <a:gd name="connsiteY16" fmla="*/ 948690 h 1344930"/>
              <a:gd name="connisteX17" fmla="*/ 1074420 w 2769870"/>
              <a:gd name="connsiteY17" fmla="*/ 929640 h 1344930"/>
              <a:gd name="connisteX18" fmla="*/ 1139190 w 2769870"/>
              <a:gd name="connsiteY18" fmla="*/ 910590 h 1344930"/>
              <a:gd name="connisteX19" fmla="*/ 1203960 w 2769870"/>
              <a:gd name="connsiteY19" fmla="*/ 861060 h 1344930"/>
              <a:gd name="connisteX20" fmla="*/ 1230630 w 2769870"/>
              <a:gd name="connsiteY20" fmla="*/ 796290 h 1344930"/>
              <a:gd name="connisteX21" fmla="*/ 1295400 w 2769870"/>
              <a:gd name="connsiteY21" fmla="*/ 746760 h 1344930"/>
              <a:gd name="connisteX22" fmla="*/ 1360170 w 2769870"/>
              <a:gd name="connsiteY22" fmla="*/ 735330 h 1344930"/>
              <a:gd name="connisteX23" fmla="*/ 1424940 w 2769870"/>
              <a:gd name="connsiteY23" fmla="*/ 769620 h 1344930"/>
              <a:gd name="connisteX24" fmla="*/ 1489710 w 2769870"/>
              <a:gd name="connsiteY24" fmla="*/ 819150 h 1344930"/>
              <a:gd name="connisteX25" fmla="*/ 1558290 w 2769870"/>
              <a:gd name="connsiteY25" fmla="*/ 822960 h 1344930"/>
              <a:gd name="connisteX26" fmla="*/ 1623060 w 2769870"/>
              <a:gd name="connsiteY26" fmla="*/ 822960 h 1344930"/>
              <a:gd name="connisteX27" fmla="*/ 1687830 w 2769870"/>
              <a:gd name="connsiteY27" fmla="*/ 822960 h 1344930"/>
              <a:gd name="connisteX28" fmla="*/ 1752600 w 2769870"/>
              <a:gd name="connsiteY28" fmla="*/ 800100 h 1344930"/>
              <a:gd name="connisteX29" fmla="*/ 1817370 w 2769870"/>
              <a:gd name="connsiteY29" fmla="*/ 769620 h 1344930"/>
              <a:gd name="connisteX30" fmla="*/ 1882140 w 2769870"/>
              <a:gd name="connsiteY30" fmla="*/ 731520 h 1344930"/>
              <a:gd name="connisteX31" fmla="*/ 1946910 w 2769870"/>
              <a:gd name="connsiteY31" fmla="*/ 693420 h 1344930"/>
              <a:gd name="connisteX32" fmla="*/ 2011680 w 2769870"/>
              <a:gd name="connsiteY32" fmla="*/ 655320 h 1344930"/>
              <a:gd name="connisteX33" fmla="*/ 2076450 w 2769870"/>
              <a:gd name="connsiteY33" fmla="*/ 617220 h 1344930"/>
              <a:gd name="connisteX34" fmla="*/ 2141220 w 2769870"/>
              <a:gd name="connsiteY34" fmla="*/ 590550 h 1344930"/>
              <a:gd name="connisteX35" fmla="*/ 2205990 w 2769870"/>
              <a:gd name="connsiteY35" fmla="*/ 567690 h 1344930"/>
              <a:gd name="connisteX36" fmla="*/ 2270760 w 2769870"/>
              <a:gd name="connsiteY36" fmla="*/ 552450 h 1344930"/>
              <a:gd name="connisteX37" fmla="*/ 2335530 w 2769870"/>
              <a:gd name="connsiteY37" fmla="*/ 525780 h 1344930"/>
              <a:gd name="connisteX38" fmla="*/ 2400300 w 2769870"/>
              <a:gd name="connsiteY38" fmla="*/ 499110 h 1344930"/>
              <a:gd name="connisteX39" fmla="*/ 2465070 w 2769870"/>
              <a:gd name="connsiteY39" fmla="*/ 468630 h 1344930"/>
              <a:gd name="connisteX40" fmla="*/ 2533650 w 2769870"/>
              <a:gd name="connsiteY40" fmla="*/ 422910 h 1344930"/>
              <a:gd name="connisteX41" fmla="*/ 2579370 w 2769870"/>
              <a:gd name="connsiteY41" fmla="*/ 358140 h 1344930"/>
              <a:gd name="connisteX42" fmla="*/ 2590800 w 2769870"/>
              <a:gd name="connsiteY42" fmla="*/ 293370 h 1344930"/>
              <a:gd name="connisteX43" fmla="*/ 2598420 w 2769870"/>
              <a:gd name="connsiteY43" fmla="*/ 224790 h 1344930"/>
              <a:gd name="connisteX44" fmla="*/ 2606040 w 2769870"/>
              <a:gd name="connsiteY44" fmla="*/ 160020 h 1344930"/>
              <a:gd name="connisteX45" fmla="*/ 2667000 w 2769870"/>
              <a:gd name="connsiteY45" fmla="*/ 95250 h 1344930"/>
              <a:gd name="connisteX46" fmla="*/ 2705100 w 2769870"/>
              <a:gd name="connsiteY46" fmla="*/ 30480 h 1344930"/>
              <a:gd name="connisteX47" fmla="*/ 2769870 w 2769870"/>
              <a:gd name="connsiteY47" fmla="*/ 0 h 13449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</a:cxnLst>
            <a:rect l="l" t="t" r="r" b="b"/>
            <a:pathLst>
              <a:path w="2769870" h="1344930">
                <a:moveTo>
                  <a:pt x="0" y="1344930"/>
                </a:moveTo>
                <a:cubicBezTo>
                  <a:pt x="11430" y="1343025"/>
                  <a:pt x="38735" y="1340485"/>
                  <a:pt x="64770" y="1333500"/>
                </a:cubicBezTo>
                <a:cubicBezTo>
                  <a:pt x="90805" y="1326515"/>
                  <a:pt x="102870" y="1319530"/>
                  <a:pt x="129540" y="1310640"/>
                </a:cubicBezTo>
                <a:cubicBezTo>
                  <a:pt x="156210" y="1301750"/>
                  <a:pt x="172720" y="1305560"/>
                  <a:pt x="198120" y="1287780"/>
                </a:cubicBezTo>
                <a:cubicBezTo>
                  <a:pt x="223520" y="1270000"/>
                  <a:pt x="236220" y="1249045"/>
                  <a:pt x="255270" y="1223010"/>
                </a:cubicBezTo>
                <a:cubicBezTo>
                  <a:pt x="274320" y="1196975"/>
                  <a:pt x="273050" y="1178560"/>
                  <a:pt x="293370" y="1158240"/>
                </a:cubicBezTo>
                <a:cubicBezTo>
                  <a:pt x="313690" y="1137920"/>
                  <a:pt x="332105" y="1128395"/>
                  <a:pt x="358140" y="1120140"/>
                </a:cubicBezTo>
                <a:cubicBezTo>
                  <a:pt x="384175" y="1111885"/>
                  <a:pt x="396875" y="1106170"/>
                  <a:pt x="422910" y="1116330"/>
                </a:cubicBezTo>
                <a:cubicBezTo>
                  <a:pt x="448945" y="1126490"/>
                  <a:pt x="461645" y="1164590"/>
                  <a:pt x="487680" y="1169670"/>
                </a:cubicBezTo>
                <a:cubicBezTo>
                  <a:pt x="513715" y="1174750"/>
                  <a:pt x="526415" y="1158875"/>
                  <a:pt x="552450" y="1143000"/>
                </a:cubicBezTo>
                <a:cubicBezTo>
                  <a:pt x="578485" y="1127125"/>
                  <a:pt x="590550" y="1107440"/>
                  <a:pt x="617220" y="1089660"/>
                </a:cubicBezTo>
                <a:cubicBezTo>
                  <a:pt x="643890" y="1071880"/>
                  <a:pt x="659130" y="1067435"/>
                  <a:pt x="685800" y="1055370"/>
                </a:cubicBezTo>
                <a:cubicBezTo>
                  <a:pt x="712470" y="1043305"/>
                  <a:pt x="724535" y="1038860"/>
                  <a:pt x="750570" y="1028700"/>
                </a:cubicBezTo>
                <a:cubicBezTo>
                  <a:pt x="776605" y="1018540"/>
                  <a:pt x="789305" y="1014095"/>
                  <a:pt x="815340" y="1005840"/>
                </a:cubicBezTo>
                <a:cubicBezTo>
                  <a:pt x="841375" y="997585"/>
                  <a:pt x="854075" y="994410"/>
                  <a:pt x="880110" y="986790"/>
                </a:cubicBezTo>
                <a:cubicBezTo>
                  <a:pt x="906145" y="979170"/>
                  <a:pt x="918845" y="975360"/>
                  <a:pt x="944880" y="967740"/>
                </a:cubicBezTo>
                <a:cubicBezTo>
                  <a:pt x="970915" y="960120"/>
                  <a:pt x="983615" y="956310"/>
                  <a:pt x="1009650" y="948690"/>
                </a:cubicBezTo>
                <a:cubicBezTo>
                  <a:pt x="1035685" y="941070"/>
                  <a:pt x="1048385" y="937260"/>
                  <a:pt x="1074420" y="929640"/>
                </a:cubicBezTo>
                <a:cubicBezTo>
                  <a:pt x="1100455" y="922020"/>
                  <a:pt x="1113155" y="924560"/>
                  <a:pt x="1139190" y="910590"/>
                </a:cubicBezTo>
                <a:cubicBezTo>
                  <a:pt x="1165225" y="896620"/>
                  <a:pt x="1185545" y="883920"/>
                  <a:pt x="1203960" y="861060"/>
                </a:cubicBezTo>
                <a:cubicBezTo>
                  <a:pt x="1222375" y="838200"/>
                  <a:pt x="1212215" y="819150"/>
                  <a:pt x="1230630" y="796290"/>
                </a:cubicBezTo>
                <a:cubicBezTo>
                  <a:pt x="1249045" y="773430"/>
                  <a:pt x="1269365" y="758825"/>
                  <a:pt x="1295400" y="746760"/>
                </a:cubicBezTo>
                <a:cubicBezTo>
                  <a:pt x="1321435" y="734695"/>
                  <a:pt x="1334135" y="730885"/>
                  <a:pt x="1360170" y="735330"/>
                </a:cubicBezTo>
                <a:cubicBezTo>
                  <a:pt x="1386205" y="739775"/>
                  <a:pt x="1398905" y="753110"/>
                  <a:pt x="1424940" y="769620"/>
                </a:cubicBezTo>
                <a:cubicBezTo>
                  <a:pt x="1450975" y="786130"/>
                  <a:pt x="1463040" y="808355"/>
                  <a:pt x="1489710" y="819150"/>
                </a:cubicBezTo>
                <a:cubicBezTo>
                  <a:pt x="1516380" y="829945"/>
                  <a:pt x="1531620" y="822325"/>
                  <a:pt x="1558290" y="822960"/>
                </a:cubicBezTo>
                <a:cubicBezTo>
                  <a:pt x="1584960" y="823595"/>
                  <a:pt x="1597025" y="822960"/>
                  <a:pt x="1623060" y="822960"/>
                </a:cubicBezTo>
                <a:cubicBezTo>
                  <a:pt x="1649095" y="822960"/>
                  <a:pt x="1661795" y="827405"/>
                  <a:pt x="1687830" y="822960"/>
                </a:cubicBezTo>
                <a:cubicBezTo>
                  <a:pt x="1713865" y="818515"/>
                  <a:pt x="1726565" y="810895"/>
                  <a:pt x="1752600" y="800100"/>
                </a:cubicBezTo>
                <a:cubicBezTo>
                  <a:pt x="1778635" y="789305"/>
                  <a:pt x="1791335" y="783590"/>
                  <a:pt x="1817370" y="769620"/>
                </a:cubicBezTo>
                <a:cubicBezTo>
                  <a:pt x="1843405" y="755650"/>
                  <a:pt x="1856105" y="746760"/>
                  <a:pt x="1882140" y="731520"/>
                </a:cubicBezTo>
                <a:cubicBezTo>
                  <a:pt x="1908175" y="716280"/>
                  <a:pt x="1920875" y="708660"/>
                  <a:pt x="1946910" y="693420"/>
                </a:cubicBezTo>
                <a:cubicBezTo>
                  <a:pt x="1972945" y="678180"/>
                  <a:pt x="1985645" y="670560"/>
                  <a:pt x="2011680" y="655320"/>
                </a:cubicBezTo>
                <a:cubicBezTo>
                  <a:pt x="2037715" y="640080"/>
                  <a:pt x="2050415" y="629920"/>
                  <a:pt x="2076450" y="617220"/>
                </a:cubicBezTo>
                <a:cubicBezTo>
                  <a:pt x="2102485" y="604520"/>
                  <a:pt x="2115185" y="600710"/>
                  <a:pt x="2141220" y="590550"/>
                </a:cubicBezTo>
                <a:cubicBezTo>
                  <a:pt x="2167255" y="580390"/>
                  <a:pt x="2179955" y="575310"/>
                  <a:pt x="2205990" y="567690"/>
                </a:cubicBezTo>
                <a:cubicBezTo>
                  <a:pt x="2232025" y="560070"/>
                  <a:pt x="2244725" y="560705"/>
                  <a:pt x="2270760" y="552450"/>
                </a:cubicBezTo>
                <a:cubicBezTo>
                  <a:pt x="2296795" y="544195"/>
                  <a:pt x="2309495" y="536575"/>
                  <a:pt x="2335530" y="525780"/>
                </a:cubicBezTo>
                <a:cubicBezTo>
                  <a:pt x="2361565" y="514985"/>
                  <a:pt x="2374265" y="510540"/>
                  <a:pt x="2400300" y="499110"/>
                </a:cubicBezTo>
                <a:cubicBezTo>
                  <a:pt x="2426335" y="487680"/>
                  <a:pt x="2438400" y="483870"/>
                  <a:pt x="2465070" y="468630"/>
                </a:cubicBezTo>
                <a:cubicBezTo>
                  <a:pt x="2491740" y="453390"/>
                  <a:pt x="2510790" y="445135"/>
                  <a:pt x="2533650" y="422910"/>
                </a:cubicBezTo>
                <a:cubicBezTo>
                  <a:pt x="2556510" y="400685"/>
                  <a:pt x="2567940" y="384175"/>
                  <a:pt x="2579370" y="358140"/>
                </a:cubicBezTo>
                <a:cubicBezTo>
                  <a:pt x="2590800" y="332105"/>
                  <a:pt x="2586990" y="320040"/>
                  <a:pt x="2590800" y="293370"/>
                </a:cubicBezTo>
                <a:cubicBezTo>
                  <a:pt x="2594610" y="266700"/>
                  <a:pt x="2595245" y="251460"/>
                  <a:pt x="2598420" y="224790"/>
                </a:cubicBezTo>
                <a:cubicBezTo>
                  <a:pt x="2601595" y="198120"/>
                  <a:pt x="2592070" y="186055"/>
                  <a:pt x="2606040" y="160020"/>
                </a:cubicBezTo>
                <a:cubicBezTo>
                  <a:pt x="2620010" y="133985"/>
                  <a:pt x="2647315" y="121285"/>
                  <a:pt x="2667000" y="95250"/>
                </a:cubicBezTo>
                <a:cubicBezTo>
                  <a:pt x="2686685" y="69215"/>
                  <a:pt x="2684780" y="49530"/>
                  <a:pt x="2705100" y="30480"/>
                </a:cubicBezTo>
                <a:cubicBezTo>
                  <a:pt x="2725420" y="11430"/>
                  <a:pt x="2757805" y="5080"/>
                  <a:pt x="276987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-2839720" y="2472055"/>
            <a:ext cx="3375660" cy="2561590"/>
          </a:xfrm>
          <a:custGeom>
            <a:avLst/>
            <a:gdLst>
              <a:gd name="connisteX0" fmla="*/ 1731151 w 1731151"/>
              <a:gd name="connsiteY0" fmla="*/ 177823 h 1313203"/>
              <a:gd name="connisteX1" fmla="*/ 1666381 w 1731151"/>
              <a:gd name="connsiteY1" fmla="*/ 162583 h 1313203"/>
              <a:gd name="connisteX2" fmla="*/ 1639711 w 1731151"/>
              <a:gd name="connsiteY2" fmla="*/ 97813 h 1313203"/>
              <a:gd name="connisteX3" fmla="*/ 1574941 w 1731151"/>
              <a:gd name="connsiteY3" fmla="*/ 48283 h 1313203"/>
              <a:gd name="connisteX4" fmla="*/ 1510171 w 1731151"/>
              <a:gd name="connsiteY4" fmla="*/ 21613 h 1313203"/>
              <a:gd name="connisteX5" fmla="*/ 1445401 w 1731151"/>
              <a:gd name="connsiteY5" fmla="*/ 21613 h 1313203"/>
              <a:gd name="connisteX6" fmla="*/ 1380631 w 1731151"/>
              <a:gd name="connsiteY6" fmla="*/ 55903 h 1313203"/>
              <a:gd name="connisteX7" fmla="*/ 1315861 w 1731151"/>
              <a:gd name="connsiteY7" fmla="*/ 82573 h 1313203"/>
              <a:gd name="connisteX8" fmla="*/ 1251091 w 1731151"/>
              <a:gd name="connsiteY8" fmla="*/ 78763 h 1313203"/>
              <a:gd name="connisteX9" fmla="*/ 1186321 w 1731151"/>
              <a:gd name="connsiteY9" fmla="*/ 67333 h 1313203"/>
              <a:gd name="connisteX10" fmla="*/ 1121551 w 1731151"/>
              <a:gd name="connsiteY10" fmla="*/ 48283 h 1313203"/>
              <a:gd name="connisteX11" fmla="*/ 1052971 w 1731151"/>
              <a:gd name="connsiteY11" fmla="*/ 21613 h 1313203"/>
              <a:gd name="connisteX12" fmla="*/ 988201 w 1731151"/>
              <a:gd name="connsiteY12" fmla="*/ 2563 h 1313203"/>
              <a:gd name="connisteX13" fmla="*/ 923431 w 1731151"/>
              <a:gd name="connsiteY13" fmla="*/ 2563 h 1313203"/>
              <a:gd name="connisteX14" fmla="*/ 858661 w 1731151"/>
              <a:gd name="connsiteY14" fmla="*/ 6373 h 1313203"/>
              <a:gd name="connisteX15" fmla="*/ 793891 w 1731151"/>
              <a:gd name="connsiteY15" fmla="*/ 63523 h 1313203"/>
              <a:gd name="connisteX16" fmla="*/ 782461 w 1731151"/>
              <a:gd name="connsiteY16" fmla="*/ 135913 h 1313203"/>
              <a:gd name="connisteX17" fmla="*/ 778651 w 1731151"/>
              <a:gd name="connsiteY17" fmla="*/ 200683 h 1313203"/>
              <a:gd name="connisteX18" fmla="*/ 736741 w 1731151"/>
              <a:gd name="connsiteY18" fmla="*/ 265453 h 1313203"/>
              <a:gd name="connisteX19" fmla="*/ 706261 w 1731151"/>
              <a:gd name="connsiteY19" fmla="*/ 330223 h 1313203"/>
              <a:gd name="connisteX20" fmla="*/ 668161 w 1731151"/>
              <a:gd name="connsiteY20" fmla="*/ 394993 h 1313203"/>
              <a:gd name="connisteX21" fmla="*/ 603391 w 1731151"/>
              <a:gd name="connsiteY21" fmla="*/ 433093 h 1313203"/>
              <a:gd name="connisteX22" fmla="*/ 538621 w 1731151"/>
              <a:gd name="connsiteY22" fmla="*/ 455953 h 1313203"/>
              <a:gd name="connisteX23" fmla="*/ 470041 w 1731151"/>
              <a:gd name="connsiteY23" fmla="*/ 459763 h 1313203"/>
              <a:gd name="connisteX24" fmla="*/ 405271 w 1731151"/>
              <a:gd name="connsiteY24" fmla="*/ 471193 h 1313203"/>
              <a:gd name="connisteX25" fmla="*/ 370981 w 1731151"/>
              <a:gd name="connsiteY25" fmla="*/ 535963 h 1313203"/>
              <a:gd name="connisteX26" fmla="*/ 321451 w 1731151"/>
              <a:gd name="connsiteY26" fmla="*/ 619783 h 1313203"/>
              <a:gd name="connisteX27" fmla="*/ 279541 w 1731151"/>
              <a:gd name="connsiteY27" fmla="*/ 684553 h 1313203"/>
              <a:gd name="connisteX28" fmla="*/ 241441 w 1731151"/>
              <a:gd name="connsiteY28" fmla="*/ 749323 h 1313203"/>
              <a:gd name="connisteX29" fmla="*/ 214771 w 1731151"/>
              <a:gd name="connsiteY29" fmla="*/ 814093 h 1313203"/>
              <a:gd name="connisteX30" fmla="*/ 203341 w 1731151"/>
              <a:gd name="connsiteY30" fmla="*/ 878863 h 1313203"/>
              <a:gd name="connisteX31" fmla="*/ 207151 w 1731151"/>
              <a:gd name="connsiteY31" fmla="*/ 943633 h 1313203"/>
              <a:gd name="connisteX32" fmla="*/ 222391 w 1731151"/>
              <a:gd name="connsiteY32" fmla="*/ 1008403 h 1313203"/>
              <a:gd name="connisteX33" fmla="*/ 150001 w 1731151"/>
              <a:gd name="connsiteY33" fmla="*/ 1061743 h 1313203"/>
              <a:gd name="connisteX34" fmla="*/ 69991 w 1731151"/>
              <a:gd name="connsiteY34" fmla="*/ 1099843 h 1313203"/>
              <a:gd name="connisteX35" fmla="*/ 5221 w 1731151"/>
              <a:gd name="connsiteY35" fmla="*/ 1149373 h 1313203"/>
              <a:gd name="connisteX36" fmla="*/ 16651 w 1731151"/>
              <a:gd name="connsiteY36" fmla="*/ 1214143 h 1313203"/>
              <a:gd name="connisteX37" fmla="*/ 81421 w 1731151"/>
              <a:gd name="connsiteY37" fmla="*/ 1248433 h 1313203"/>
              <a:gd name="connisteX38" fmla="*/ 104281 w 1731151"/>
              <a:gd name="connsiteY38" fmla="*/ 1313203 h 13132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</a:cxnLst>
            <a:rect l="l" t="t" r="r" b="b"/>
            <a:pathLst>
              <a:path w="1731151" h="1313203">
                <a:moveTo>
                  <a:pt x="1731151" y="177823"/>
                </a:moveTo>
                <a:cubicBezTo>
                  <a:pt x="1718451" y="175918"/>
                  <a:pt x="1684796" y="178458"/>
                  <a:pt x="1666381" y="162583"/>
                </a:cubicBezTo>
                <a:cubicBezTo>
                  <a:pt x="1647966" y="146708"/>
                  <a:pt x="1658126" y="120673"/>
                  <a:pt x="1639711" y="97813"/>
                </a:cubicBezTo>
                <a:cubicBezTo>
                  <a:pt x="1621296" y="74953"/>
                  <a:pt x="1600976" y="63523"/>
                  <a:pt x="1574941" y="48283"/>
                </a:cubicBezTo>
                <a:cubicBezTo>
                  <a:pt x="1548906" y="33043"/>
                  <a:pt x="1536206" y="26693"/>
                  <a:pt x="1510171" y="21613"/>
                </a:cubicBezTo>
                <a:cubicBezTo>
                  <a:pt x="1484136" y="16533"/>
                  <a:pt x="1471436" y="14628"/>
                  <a:pt x="1445401" y="21613"/>
                </a:cubicBezTo>
                <a:cubicBezTo>
                  <a:pt x="1419366" y="28598"/>
                  <a:pt x="1406666" y="43838"/>
                  <a:pt x="1380631" y="55903"/>
                </a:cubicBezTo>
                <a:cubicBezTo>
                  <a:pt x="1354596" y="67968"/>
                  <a:pt x="1341896" y="78128"/>
                  <a:pt x="1315861" y="82573"/>
                </a:cubicBezTo>
                <a:cubicBezTo>
                  <a:pt x="1289826" y="87018"/>
                  <a:pt x="1277126" y="81938"/>
                  <a:pt x="1251091" y="78763"/>
                </a:cubicBezTo>
                <a:cubicBezTo>
                  <a:pt x="1225056" y="75588"/>
                  <a:pt x="1212356" y="73683"/>
                  <a:pt x="1186321" y="67333"/>
                </a:cubicBezTo>
                <a:cubicBezTo>
                  <a:pt x="1160286" y="60983"/>
                  <a:pt x="1148221" y="57173"/>
                  <a:pt x="1121551" y="48283"/>
                </a:cubicBezTo>
                <a:cubicBezTo>
                  <a:pt x="1094881" y="39393"/>
                  <a:pt x="1079641" y="30503"/>
                  <a:pt x="1052971" y="21613"/>
                </a:cubicBezTo>
                <a:cubicBezTo>
                  <a:pt x="1026301" y="12723"/>
                  <a:pt x="1014236" y="6373"/>
                  <a:pt x="988201" y="2563"/>
                </a:cubicBezTo>
                <a:cubicBezTo>
                  <a:pt x="962166" y="-1247"/>
                  <a:pt x="949466" y="1928"/>
                  <a:pt x="923431" y="2563"/>
                </a:cubicBezTo>
                <a:cubicBezTo>
                  <a:pt x="897396" y="3198"/>
                  <a:pt x="884696" y="-5692"/>
                  <a:pt x="858661" y="6373"/>
                </a:cubicBezTo>
                <a:cubicBezTo>
                  <a:pt x="832626" y="18438"/>
                  <a:pt x="809131" y="37488"/>
                  <a:pt x="793891" y="63523"/>
                </a:cubicBezTo>
                <a:cubicBezTo>
                  <a:pt x="778651" y="89558"/>
                  <a:pt x="785636" y="108608"/>
                  <a:pt x="782461" y="135913"/>
                </a:cubicBezTo>
                <a:cubicBezTo>
                  <a:pt x="779286" y="163218"/>
                  <a:pt x="787541" y="174648"/>
                  <a:pt x="778651" y="200683"/>
                </a:cubicBezTo>
                <a:cubicBezTo>
                  <a:pt x="769761" y="226718"/>
                  <a:pt x="751346" y="239418"/>
                  <a:pt x="736741" y="265453"/>
                </a:cubicBezTo>
                <a:cubicBezTo>
                  <a:pt x="722136" y="291488"/>
                  <a:pt x="720231" y="304188"/>
                  <a:pt x="706261" y="330223"/>
                </a:cubicBezTo>
                <a:cubicBezTo>
                  <a:pt x="692291" y="356258"/>
                  <a:pt x="688481" y="374673"/>
                  <a:pt x="668161" y="394993"/>
                </a:cubicBezTo>
                <a:cubicBezTo>
                  <a:pt x="647841" y="415313"/>
                  <a:pt x="629426" y="421028"/>
                  <a:pt x="603391" y="433093"/>
                </a:cubicBezTo>
                <a:cubicBezTo>
                  <a:pt x="577356" y="445158"/>
                  <a:pt x="565291" y="450873"/>
                  <a:pt x="538621" y="455953"/>
                </a:cubicBezTo>
                <a:cubicBezTo>
                  <a:pt x="511951" y="461033"/>
                  <a:pt x="496711" y="456588"/>
                  <a:pt x="470041" y="459763"/>
                </a:cubicBezTo>
                <a:cubicBezTo>
                  <a:pt x="443371" y="462938"/>
                  <a:pt x="424956" y="455953"/>
                  <a:pt x="405271" y="471193"/>
                </a:cubicBezTo>
                <a:cubicBezTo>
                  <a:pt x="385586" y="486433"/>
                  <a:pt x="387491" y="506118"/>
                  <a:pt x="370981" y="535963"/>
                </a:cubicBezTo>
                <a:cubicBezTo>
                  <a:pt x="354471" y="565808"/>
                  <a:pt x="339866" y="589938"/>
                  <a:pt x="321451" y="619783"/>
                </a:cubicBezTo>
                <a:cubicBezTo>
                  <a:pt x="303036" y="649628"/>
                  <a:pt x="295416" y="658518"/>
                  <a:pt x="279541" y="684553"/>
                </a:cubicBezTo>
                <a:cubicBezTo>
                  <a:pt x="263666" y="710588"/>
                  <a:pt x="254141" y="723288"/>
                  <a:pt x="241441" y="749323"/>
                </a:cubicBezTo>
                <a:cubicBezTo>
                  <a:pt x="228741" y="775358"/>
                  <a:pt x="222391" y="788058"/>
                  <a:pt x="214771" y="814093"/>
                </a:cubicBezTo>
                <a:cubicBezTo>
                  <a:pt x="207151" y="840128"/>
                  <a:pt x="204611" y="852828"/>
                  <a:pt x="203341" y="878863"/>
                </a:cubicBezTo>
                <a:cubicBezTo>
                  <a:pt x="202071" y="904898"/>
                  <a:pt x="203341" y="917598"/>
                  <a:pt x="207151" y="943633"/>
                </a:cubicBezTo>
                <a:cubicBezTo>
                  <a:pt x="210961" y="969668"/>
                  <a:pt x="233821" y="984908"/>
                  <a:pt x="222391" y="1008403"/>
                </a:cubicBezTo>
                <a:cubicBezTo>
                  <a:pt x="210961" y="1031898"/>
                  <a:pt x="180481" y="1043328"/>
                  <a:pt x="150001" y="1061743"/>
                </a:cubicBezTo>
                <a:cubicBezTo>
                  <a:pt x="119521" y="1080158"/>
                  <a:pt x="99201" y="1082063"/>
                  <a:pt x="69991" y="1099843"/>
                </a:cubicBezTo>
                <a:cubicBezTo>
                  <a:pt x="40781" y="1117623"/>
                  <a:pt x="16016" y="1126513"/>
                  <a:pt x="5221" y="1149373"/>
                </a:cubicBezTo>
                <a:cubicBezTo>
                  <a:pt x="-5574" y="1172233"/>
                  <a:pt x="1411" y="1194458"/>
                  <a:pt x="16651" y="1214143"/>
                </a:cubicBezTo>
                <a:cubicBezTo>
                  <a:pt x="31891" y="1233828"/>
                  <a:pt x="63641" y="1228748"/>
                  <a:pt x="81421" y="1248433"/>
                </a:cubicBezTo>
                <a:cubicBezTo>
                  <a:pt x="99201" y="1268118"/>
                  <a:pt x="101106" y="1301138"/>
                  <a:pt x="104281" y="1313203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 rot="0">
            <a:off x="969645" y="1173480"/>
            <a:ext cx="4004310" cy="4629150"/>
            <a:chOff x="8776" y="4229"/>
            <a:chExt cx="3234" cy="3738"/>
          </a:xfrm>
          <a:solidFill>
            <a:schemeClr val="accent6"/>
          </a:solidFill>
        </p:grpSpPr>
        <p:sp>
          <p:nvSpPr>
            <p:cNvPr id="30" name="椭圆 29"/>
            <p:cNvSpPr/>
            <p:nvPr/>
          </p:nvSpPr>
          <p:spPr>
            <a:xfrm>
              <a:off x="11872" y="5813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1048" y="5861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1368" y="4229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8776" y="5674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0784" y="5861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1506" y="5861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1186" y="7829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7289165" y="71120"/>
            <a:ext cx="4862195" cy="666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latin typeface="+mn-ea"/>
              </a:rPr>
              <a:t>城市：</a:t>
            </a:r>
            <a:r>
              <a:rPr lang="en-US" altLang="en-US" sz="2800">
                <a:latin typeface="+mn-ea"/>
              </a:rPr>
              <a:t>⑯</a:t>
            </a:r>
            <a:r>
              <a:rPr lang="zh-CN" altLang="en-US" sz="2800">
                <a:latin typeface="+mn-ea"/>
              </a:rPr>
              <a:t>、</a:t>
            </a:r>
            <a:r>
              <a:rPr lang="en-US" altLang="en-US" sz="2800">
                <a:latin typeface="+mn-ea"/>
              </a:rPr>
              <a:t>⑰</a:t>
            </a:r>
            <a:r>
              <a:rPr lang="zh-CN" altLang="en-US" sz="2800">
                <a:latin typeface="+mn-ea"/>
              </a:rPr>
              <a:t>、</a:t>
            </a:r>
            <a:r>
              <a:rPr lang="en-US" altLang="en-US" sz="2800">
                <a:latin typeface="+mn-ea"/>
              </a:rPr>
              <a:t>⑱</a:t>
            </a:r>
            <a:r>
              <a:rPr lang="zh-CN" altLang="en-US" sz="2800">
                <a:latin typeface="+mn-ea"/>
              </a:rPr>
              <a:t>、</a:t>
            </a:r>
            <a:r>
              <a:rPr lang="en-US" altLang="en-US" sz="2800">
                <a:latin typeface="+mn-ea"/>
              </a:rPr>
              <a:t>⑲</a:t>
            </a:r>
            <a:r>
              <a:rPr lang="zh-CN" altLang="en-US" sz="2800">
                <a:latin typeface="+mn-ea"/>
              </a:rPr>
              <a:t>、</a:t>
            </a:r>
            <a:r>
              <a:rPr lang="en-US" altLang="en-US" sz="2800">
                <a:latin typeface="+mn-ea"/>
              </a:rPr>
              <a:t>⑳</a:t>
            </a:r>
            <a:r>
              <a:rPr lang="zh-CN" altLang="en-US" sz="2800">
                <a:latin typeface="+mn-ea"/>
              </a:rPr>
              <a:t>、㉑、㉒</a:t>
            </a:r>
            <a:r>
              <a:rPr lang="zh-CN" altLang="en-US" sz="2800">
                <a:latin typeface="+mn-ea"/>
              </a:rPr>
              <a:t>；</a:t>
            </a:r>
            <a:endParaRPr lang="zh-CN" altLang="en-US" sz="2800">
              <a:latin typeface="+mn-ea"/>
            </a:endParaRPr>
          </a:p>
          <a:p>
            <a:endParaRPr lang="en-US" altLang="zh-CN" sz="2800">
              <a:latin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359775" y="80645"/>
            <a:ext cx="5791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ym typeface="+mn-ea"/>
              </a:rPr>
              <a:t>⑯</a:t>
            </a:r>
            <a:endParaRPr lang="zh-CN" altLang="en-US" sz="2800"/>
          </a:p>
        </p:txBody>
      </p:sp>
      <p:sp>
        <p:nvSpPr>
          <p:cNvPr id="50" name="文本框 49"/>
          <p:cNvSpPr txBox="1"/>
          <p:nvPr/>
        </p:nvSpPr>
        <p:spPr>
          <a:xfrm>
            <a:off x="9187180" y="80645"/>
            <a:ext cx="767715" cy="645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ym typeface="+mn-ea"/>
              </a:rPr>
              <a:t>⑰</a:t>
            </a:r>
            <a:endParaRPr lang="zh-CN" altLang="en-US" sz="2800"/>
          </a:p>
          <a:p>
            <a:endParaRPr lang="en-US" altLang="zh-CN" sz="2800"/>
          </a:p>
        </p:txBody>
      </p:sp>
      <p:sp>
        <p:nvSpPr>
          <p:cNvPr id="51" name="文本框 50"/>
          <p:cNvSpPr txBox="1"/>
          <p:nvPr/>
        </p:nvSpPr>
        <p:spPr>
          <a:xfrm>
            <a:off x="10010140" y="86360"/>
            <a:ext cx="687070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ym typeface="+mn-ea"/>
              </a:rPr>
              <a:t>⑱</a:t>
            </a:r>
            <a:endParaRPr lang="en-US" altLang="zh-CN" sz="2800"/>
          </a:p>
        </p:txBody>
      </p:sp>
      <p:sp>
        <p:nvSpPr>
          <p:cNvPr id="52" name="文本框 51"/>
          <p:cNvSpPr txBox="1"/>
          <p:nvPr/>
        </p:nvSpPr>
        <p:spPr>
          <a:xfrm>
            <a:off x="10840085" y="81280"/>
            <a:ext cx="728980" cy="521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ym typeface="+mn-ea"/>
              </a:rPr>
              <a:t>⑲</a:t>
            </a:r>
            <a:endParaRPr lang="en-US" altLang="zh-CN" sz="2800"/>
          </a:p>
          <a:p>
            <a:endParaRPr lang="zh-CN" altLang="en-US" sz="2800"/>
          </a:p>
          <a:p>
            <a:endParaRPr lang="en-US" altLang="zh-CN" sz="2800"/>
          </a:p>
        </p:txBody>
      </p:sp>
      <p:sp>
        <p:nvSpPr>
          <p:cNvPr id="53" name="文本框 52"/>
          <p:cNvSpPr txBox="1"/>
          <p:nvPr/>
        </p:nvSpPr>
        <p:spPr>
          <a:xfrm>
            <a:off x="7291070" y="504190"/>
            <a:ext cx="74739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sym typeface="+mn-ea"/>
              </a:rPr>
              <a:t>⑳</a:t>
            </a:r>
            <a:endParaRPr lang="en-US" altLang="zh-CN" sz="2800"/>
          </a:p>
        </p:txBody>
      </p:sp>
      <p:sp>
        <p:nvSpPr>
          <p:cNvPr id="54" name="文本框 53"/>
          <p:cNvSpPr txBox="1"/>
          <p:nvPr/>
        </p:nvSpPr>
        <p:spPr>
          <a:xfrm>
            <a:off x="8120380" y="511175"/>
            <a:ext cx="641985" cy="518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ym typeface="+mn-ea"/>
              </a:rPr>
              <a:t>㉑</a:t>
            </a:r>
            <a:endParaRPr lang="zh-CN" altLang="en-US" sz="2800"/>
          </a:p>
          <a:p>
            <a:endParaRPr lang="en-US" altLang="zh-CN" sz="2800"/>
          </a:p>
        </p:txBody>
      </p:sp>
      <p:sp>
        <p:nvSpPr>
          <p:cNvPr id="55" name="文本框 54"/>
          <p:cNvSpPr txBox="1"/>
          <p:nvPr/>
        </p:nvSpPr>
        <p:spPr>
          <a:xfrm>
            <a:off x="8830945" y="499110"/>
            <a:ext cx="57213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㉒</a:t>
            </a:r>
            <a:endParaRPr lang="zh-CN" altLang="en-US" sz="2800"/>
          </a:p>
        </p:txBody>
      </p:sp>
      <p:sp>
        <p:nvSpPr>
          <p:cNvPr id="56" name="文本框 55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  <p:sp>
        <p:nvSpPr>
          <p:cNvPr id="57" name="文本框 56"/>
          <p:cNvSpPr txBox="1"/>
          <p:nvPr/>
        </p:nvSpPr>
        <p:spPr>
          <a:xfrm>
            <a:off x="10840085" y="6176645"/>
            <a:ext cx="1351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下页为答案</a:t>
            </a:r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-2499995" y="4575175"/>
            <a:ext cx="433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</a:rPr>
              <a:t>A</a:t>
            </a:r>
            <a:endParaRPr lang="zh-CN" altLang="en-US" sz="2800">
              <a:latin typeface="+mn-ea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-2698115" y="4964430"/>
            <a:ext cx="131445" cy="1327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7812 0.0614815 " pathEditMode="relative" ptsTypes="">
                                      <p:cBhvr>
                                        <p:cTn id="1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927 0.345 " pathEditMode="relative" ptsTypes="">
                                      <p:cBhvr>
                                        <p:cTn id="1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85208 0.490556 " pathEditMode="relative" ptsTypes="">
                                      <p:cBhvr>
                                        <p:cTn id="1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444444 L -0.594948 0.487685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" y="19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38385 0.765093 " pathEditMode="relative" ptsTypes="">
                                      <p:cBhvr>
                                        <p:cTn id="2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35573 0.312222 " pathEditMode="relative" rAng="0" ptsTypes="">
                                      <p:cBhvr>
                                        <p:cTn id="24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" y="14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8646 0.315 " pathEditMode="relative" ptsTypes="">
                                      <p:cBhvr>
                                        <p:cTn id="2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文本框 54"/>
          <p:cNvSpPr txBox="1"/>
          <p:nvPr/>
        </p:nvSpPr>
        <p:spPr>
          <a:xfrm>
            <a:off x="5648960" y="3237865"/>
            <a:ext cx="572135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㉒</a:t>
            </a:r>
            <a:endParaRPr lang="zh-CN" altLang="en-US" sz="2000"/>
          </a:p>
        </p:txBody>
      </p:sp>
      <p:sp>
        <p:nvSpPr>
          <p:cNvPr id="53" name="文本框 52"/>
          <p:cNvSpPr txBox="1"/>
          <p:nvPr/>
        </p:nvSpPr>
        <p:spPr>
          <a:xfrm>
            <a:off x="6519545" y="3376295"/>
            <a:ext cx="74739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sym typeface="+mn-ea"/>
              </a:rPr>
              <a:t>⑳</a:t>
            </a:r>
            <a:endParaRPr lang="en-US" altLang="zh-CN" sz="2000"/>
          </a:p>
        </p:txBody>
      </p:sp>
      <p:sp>
        <p:nvSpPr>
          <p:cNvPr id="54" name="文本框 53"/>
          <p:cNvSpPr txBox="1"/>
          <p:nvPr/>
        </p:nvSpPr>
        <p:spPr>
          <a:xfrm>
            <a:off x="7063105" y="4941570"/>
            <a:ext cx="641985" cy="518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ym typeface="+mn-ea"/>
              </a:rPr>
              <a:t>㉑</a:t>
            </a:r>
            <a:endParaRPr lang="zh-CN" altLang="en-US" sz="2000"/>
          </a:p>
          <a:p>
            <a:endParaRPr lang="en-US" altLang="zh-CN" sz="2000"/>
          </a:p>
        </p:txBody>
      </p:sp>
      <p:sp>
        <p:nvSpPr>
          <p:cNvPr id="51" name="文本框 50"/>
          <p:cNvSpPr txBox="1"/>
          <p:nvPr/>
        </p:nvSpPr>
        <p:spPr>
          <a:xfrm>
            <a:off x="7160260" y="3794760"/>
            <a:ext cx="687070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sym typeface="+mn-ea"/>
              </a:rPr>
              <a:t>⑱</a:t>
            </a:r>
            <a:endParaRPr lang="en-US" altLang="zh-CN" sz="2000"/>
          </a:p>
        </p:txBody>
      </p:sp>
      <p:sp>
        <p:nvSpPr>
          <p:cNvPr id="52" name="文本框 51"/>
          <p:cNvSpPr txBox="1"/>
          <p:nvPr/>
        </p:nvSpPr>
        <p:spPr>
          <a:xfrm>
            <a:off x="6823710" y="3794760"/>
            <a:ext cx="728980" cy="521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sym typeface="+mn-ea"/>
              </a:rPr>
              <a:t>⑲</a:t>
            </a:r>
            <a:endParaRPr lang="en-US" altLang="zh-CN" sz="2800"/>
          </a:p>
          <a:p>
            <a:endParaRPr lang="zh-CN" altLang="en-US" sz="2800"/>
          </a:p>
          <a:p>
            <a:endParaRPr lang="en-US" altLang="zh-CN" sz="2800"/>
          </a:p>
        </p:txBody>
      </p:sp>
      <p:sp>
        <p:nvSpPr>
          <p:cNvPr id="50" name="文本框 49"/>
          <p:cNvSpPr txBox="1"/>
          <p:nvPr/>
        </p:nvSpPr>
        <p:spPr>
          <a:xfrm>
            <a:off x="7527925" y="3148965"/>
            <a:ext cx="767715" cy="645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sym typeface="+mn-ea"/>
              </a:rPr>
              <a:t>⑰</a:t>
            </a:r>
            <a:endParaRPr lang="zh-CN" altLang="en-US" sz="2000"/>
          </a:p>
          <a:p>
            <a:endParaRPr lang="en-US" altLang="zh-CN" sz="2000"/>
          </a:p>
        </p:txBody>
      </p:sp>
      <p:grpSp>
        <p:nvGrpSpPr>
          <p:cNvPr id="21" name="组合 20"/>
          <p:cNvGrpSpPr/>
          <p:nvPr/>
        </p:nvGrpSpPr>
        <p:grpSpPr>
          <a:xfrm>
            <a:off x="1435100" y="250825"/>
            <a:ext cx="7736840" cy="6447155"/>
            <a:chOff x="2260" y="395"/>
            <a:chExt cx="12184" cy="101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任意多边形 10"/>
            <p:cNvSpPr/>
            <p:nvPr/>
          </p:nvSpPr>
          <p:spPr>
            <a:xfrm>
              <a:off x="4550" y="454"/>
              <a:ext cx="7224" cy="3617"/>
            </a:xfrm>
            <a:custGeom>
              <a:avLst/>
              <a:gdLst>
                <a:gd name="connsiteX0" fmla="*/ 7008 w 7224"/>
                <a:gd name="connsiteY0" fmla="*/ 0 h 3617"/>
                <a:gd name="connsiteX1" fmla="*/ 6966 w 7224"/>
                <a:gd name="connsiteY1" fmla="*/ 108 h 3617"/>
                <a:gd name="connsiteX2" fmla="*/ 6906 w 7224"/>
                <a:gd name="connsiteY2" fmla="*/ 210 h 3617"/>
                <a:gd name="connsiteX3" fmla="*/ 7014 w 7224"/>
                <a:gd name="connsiteY3" fmla="*/ 300 h 3617"/>
                <a:gd name="connsiteX4" fmla="*/ 7050 w 7224"/>
                <a:gd name="connsiteY4" fmla="*/ 402 h 3617"/>
                <a:gd name="connsiteX5" fmla="*/ 6966 w 7224"/>
                <a:gd name="connsiteY5" fmla="*/ 504 h 3617"/>
                <a:gd name="connsiteX6" fmla="*/ 6924 w 7224"/>
                <a:gd name="connsiteY6" fmla="*/ 612 h 3617"/>
                <a:gd name="connsiteX7" fmla="*/ 6924 w 7224"/>
                <a:gd name="connsiteY7" fmla="*/ 714 h 3617"/>
                <a:gd name="connsiteX8" fmla="*/ 6918 w 7224"/>
                <a:gd name="connsiteY8" fmla="*/ 816 h 3617"/>
                <a:gd name="connsiteX9" fmla="*/ 6906 w 7224"/>
                <a:gd name="connsiteY9" fmla="*/ 918 h 3617"/>
                <a:gd name="connsiteX10" fmla="*/ 6846 w 7224"/>
                <a:gd name="connsiteY10" fmla="*/ 1020 h 3617"/>
                <a:gd name="connsiteX11" fmla="*/ 6744 w 7224"/>
                <a:gd name="connsiteY11" fmla="*/ 1098 h 3617"/>
                <a:gd name="connsiteX12" fmla="*/ 6642 w 7224"/>
                <a:gd name="connsiteY12" fmla="*/ 1158 h 3617"/>
                <a:gd name="connsiteX13" fmla="*/ 6540 w 7224"/>
                <a:gd name="connsiteY13" fmla="*/ 1116 h 3617"/>
                <a:gd name="connsiteX14" fmla="*/ 6450 w 7224"/>
                <a:gd name="connsiteY14" fmla="*/ 1218 h 3617"/>
                <a:gd name="connsiteX15" fmla="*/ 6414 w 7224"/>
                <a:gd name="connsiteY15" fmla="*/ 1320 h 3617"/>
                <a:gd name="connsiteX16" fmla="*/ 6402 w 7224"/>
                <a:gd name="connsiteY16" fmla="*/ 1422 h 3617"/>
                <a:gd name="connsiteX17" fmla="*/ 6402 w 7224"/>
                <a:gd name="connsiteY17" fmla="*/ 1524 h 3617"/>
                <a:gd name="connsiteX18" fmla="*/ 6414 w 7224"/>
                <a:gd name="connsiteY18" fmla="*/ 1626 h 3617"/>
                <a:gd name="connsiteX19" fmla="*/ 6516 w 7224"/>
                <a:gd name="connsiteY19" fmla="*/ 1656 h 3617"/>
                <a:gd name="connsiteX20" fmla="*/ 6618 w 7224"/>
                <a:gd name="connsiteY20" fmla="*/ 1614 h 3617"/>
                <a:gd name="connsiteX21" fmla="*/ 6726 w 7224"/>
                <a:gd name="connsiteY21" fmla="*/ 1614 h 3617"/>
                <a:gd name="connsiteX22" fmla="*/ 6828 w 7224"/>
                <a:gd name="connsiteY22" fmla="*/ 1608 h 3617"/>
                <a:gd name="connsiteX23" fmla="*/ 6930 w 7224"/>
                <a:gd name="connsiteY23" fmla="*/ 1608 h 3617"/>
                <a:gd name="connsiteX24" fmla="*/ 7032 w 7224"/>
                <a:gd name="connsiteY24" fmla="*/ 1650 h 3617"/>
                <a:gd name="connsiteX25" fmla="*/ 7134 w 7224"/>
                <a:gd name="connsiteY25" fmla="*/ 1746 h 3617"/>
                <a:gd name="connsiteX26" fmla="*/ 7224 w 7224"/>
                <a:gd name="connsiteY26" fmla="*/ 1848 h 3617"/>
                <a:gd name="connsiteX27" fmla="*/ 7122 w 7224"/>
                <a:gd name="connsiteY27" fmla="*/ 1896 h 3617"/>
                <a:gd name="connsiteX28" fmla="*/ 7020 w 7224"/>
                <a:gd name="connsiteY28" fmla="*/ 1914 h 3617"/>
                <a:gd name="connsiteX29" fmla="*/ 6918 w 7224"/>
                <a:gd name="connsiteY29" fmla="*/ 1956 h 3617"/>
                <a:gd name="connsiteX30" fmla="*/ 6816 w 7224"/>
                <a:gd name="connsiteY30" fmla="*/ 2016 h 3617"/>
                <a:gd name="connsiteX31" fmla="*/ 6714 w 7224"/>
                <a:gd name="connsiteY31" fmla="*/ 2100 h 3617"/>
                <a:gd name="connsiteX32" fmla="*/ 6618 w 7224"/>
                <a:gd name="connsiteY32" fmla="*/ 2208 h 3617"/>
                <a:gd name="connsiteX33" fmla="*/ 6540 w 7224"/>
                <a:gd name="connsiteY33" fmla="*/ 2310 h 3617"/>
                <a:gd name="connsiteX34" fmla="*/ 6438 w 7224"/>
                <a:gd name="connsiteY34" fmla="*/ 2358 h 3617"/>
                <a:gd name="connsiteX35" fmla="*/ 6336 w 7224"/>
                <a:gd name="connsiteY35" fmla="*/ 2394 h 3617"/>
                <a:gd name="connsiteX36" fmla="*/ 6234 w 7224"/>
                <a:gd name="connsiteY36" fmla="*/ 2478 h 3617"/>
                <a:gd name="connsiteX37" fmla="*/ 6132 w 7224"/>
                <a:gd name="connsiteY37" fmla="*/ 2562 h 3617"/>
                <a:gd name="connsiteX38" fmla="*/ 6030 w 7224"/>
                <a:gd name="connsiteY38" fmla="*/ 2598 h 3617"/>
                <a:gd name="connsiteX39" fmla="*/ 5928 w 7224"/>
                <a:gd name="connsiteY39" fmla="*/ 2562 h 3617"/>
                <a:gd name="connsiteX40" fmla="*/ 5826 w 7224"/>
                <a:gd name="connsiteY40" fmla="*/ 2544 h 3617"/>
                <a:gd name="connsiteX41" fmla="*/ 5754 w 7224"/>
                <a:gd name="connsiteY41" fmla="*/ 2646 h 3617"/>
                <a:gd name="connsiteX42" fmla="*/ 5760 w 7224"/>
                <a:gd name="connsiteY42" fmla="*/ 2754 h 3617"/>
                <a:gd name="connsiteX43" fmla="*/ 5802 w 7224"/>
                <a:gd name="connsiteY43" fmla="*/ 2856 h 3617"/>
                <a:gd name="connsiteX44" fmla="*/ 5766 w 7224"/>
                <a:gd name="connsiteY44" fmla="*/ 2958 h 3617"/>
                <a:gd name="connsiteX45" fmla="*/ 5664 w 7224"/>
                <a:gd name="connsiteY45" fmla="*/ 3048 h 3617"/>
                <a:gd name="connsiteX46" fmla="*/ 5568 w 7224"/>
                <a:gd name="connsiteY46" fmla="*/ 3150 h 3617"/>
                <a:gd name="connsiteX47" fmla="*/ 5466 w 7224"/>
                <a:gd name="connsiteY47" fmla="*/ 3240 h 3617"/>
                <a:gd name="connsiteX48" fmla="*/ 5364 w 7224"/>
                <a:gd name="connsiteY48" fmla="*/ 3300 h 3617"/>
                <a:gd name="connsiteX49" fmla="*/ 5262 w 7224"/>
                <a:gd name="connsiteY49" fmla="*/ 3312 h 3617"/>
                <a:gd name="connsiteX50" fmla="*/ 5160 w 7224"/>
                <a:gd name="connsiteY50" fmla="*/ 3330 h 3617"/>
                <a:gd name="connsiteX51" fmla="*/ 5058 w 7224"/>
                <a:gd name="connsiteY51" fmla="*/ 3360 h 3617"/>
                <a:gd name="connsiteX52" fmla="*/ 4956 w 7224"/>
                <a:gd name="connsiteY52" fmla="*/ 3390 h 3617"/>
                <a:gd name="connsiteX53" fmla="*/ 4854 w 7224"/>
                <a:gd name="connsiteY53" fmla="*/ 3432 h 3617"/>
                <a:gd name="connsiteX54" fmla="*/ 4752 w 7224"/>
                <a:gd name="connsiteY54" fmla="*/ 3486 h 3617"/>
                <a:gd name="connsiteX55" fmla="*/ 4644 w 7224"/>
                <a:gd name="connsiteY55" fmla="*/ 3528 h 3617"/>
                <a:gd name="connsiteX56" fmla="*/ 4542 w 7224"/>
                <a:gd name="connsiteY56" fmla="*/ 3582 h 3617"/>
                <a:gd name="connsiteX57" fmla="*/ 4440 w 7224"/>
                <a:gd name="connsiteY57" fmla="*/ 3612 h 3617"/>
                <a:gd name="connsiteX58" fmla="*/ 4338 w 7224"/>
                <a:gd name="connsiteY58" fmla="*/ 3612 h 3617"/>
                <a:gd name="connsiteX59" fmla="*/ 4236 w 7224"/>
                <a:gd name="connsiteY59" fmla="*/ 3570 h 3617"/>
                <a:gd name="connsiteX60" fmla="*/ 4134 w 7224"/>
                <a:gd name="connsiteY60" fmla="*/ 3540 h 3617"/>
                <a:gd name="connsiteX61" fmla="*/ 4032 w 7224"/>
                <a:gd name="connsiteY61" fmla="*/ 3516 h 3617"/>
                <a:gd name="connsiteX62" fmla="*/ 3930 w 7224"/>
                <a:gd name="connsiteY62" fmla="*/ 3480 h 3617"/>
                <a:gd name="connsiteX63" fmla="*/ 3828 w 7224"/>
                <a:gd name="connsiteY63" fmla="*/ 3414 h 3617"/>
                <a:gd name="connsiteX64" fmla="*/ 3726 w 7224"/>
                <a:gd name="connsiteY64" fmla="*/ 3354 h 3617"/>
                <a:gd name="connsiteX65" fmla="*/ 3624 w 7224"/>
                <a:gd name="connsiteY65" fmla="*/ 3330 h 3617"/>
                <a:gd name="connsiteX66" fmla="*/ 3522 w 7224"/>
                <a:gd name="connsiteY66" fmla="*/ 3318 h 3617"/>
                <a:gd name="connsiteX67" fmla="*/ 3420 w 7224"/>
                <a:gd name="connsiteY67" fmla="*/ 3318 h 3617"/>
                <a:gd name="connsiteX68" fmla="*/ 3318 w 7224"/>
                <a:gd name="connsiteY68" fmla="*/ 3318 h 3617"/>
                <a:gd name="connsiteX69" fmla="*/ 3216 w 7224"/>
                <a:gd name="connsiteY69" fmla="*/ 3312 h 3617"/>
                <a:gd name="connsiteX70" fmla="*/ 3108 w 7224"/>
                <a:gd name="connsiteY70" fmla="*/ 3294 h 3617"/>
                <a:gd name="connsiteX71" fmla="*/ 3006 w 7224"/>
                <a:gd name="connsiteY71" fmla="*/ 3270 h 3617"/>
                <a:gd name="connsiteX72" fmla="*/ 2904 w 7224"/>
                <a:gd name="connsiteY72" fmla="*/ 3234 h 3617"/>
                <a:gd name="connsiteX73" fmla="*/ 2802 w 7224"/>
                <a:gd name="connsiteY73" fmla="*/ 3210 h 3617"/>
                <a:gd name="connsiteX74" fmla="*/ 2700 w 7224"/>
                <a:gd name="connsiteY74" fmla="*/ 3204 h 3617"/>
                <a:gd name="connsiteX75" fmla="*/ 2598 w 7224"/>
                <a:gd name="connsiteY75" fmla="*/ 3174 h 3617"/>
                <a:gd name="connsiteX76" fmla="*/ 2520 w 7224"/>
                <a:gd name="connsiteY76" fmla="*/ 3072 h 3617"/>
                <a:gd name="connsiteX77" fmla="*/ 2478 w 7224"/>
                <a:gd name="connsiteY77" fmla="*/ 2970 h 3617"/>
                <a:gd name="connsiteX78" fmla="*/ 2412 w 7224"/>
                <a:gd name="connsiteY78" fmla="*/ 2868 h 3617"/>
                <a:gd name="connsiteX79" fmla="*/ 2310 w 7224"/>
                <a:gd name="connsiteY79" fmla="*/ 2784 h 3617"/>
                <a:gd name="connsiteX80" fmla="*/ 2208 w 7224"/>
                <a:gd name="connsiteY80" fmla="*/ 2730 h 3617"/>
                <a:gd name="connsiteX81" fmla="*/ 2106 w 7224"/>
                <a:gd name="connsiteY81" fmla="*/ 2712 h 3617"/>
                <a:gd name="connsiteX82" fmla="*/ 2004 w 7224"/>
                <a:gd name="connsiteY82" fmla="*/ 2682 h 3617"/>
                <a:gd name="connsiteX83" fmla="*/ 1902 w 7224"/>
                <a:gd name="connsiteY83" fmla="*/ 2640 h 3617"/>
                <a:gd name="connsiteX84" fmla="*/ 1794 w 7224"/>
                <a:gd name="connsiteY84" fmla="*/ 2598 h 3617"/>
                <a:gd name="connsiteX85" fmla="*/ 1692 w 7224"/>
                <a:gd name="connsiteY85" fmla="*/ 2562 h 3617"/>
                <a:gd name="connsiteX86" fmla="*/ 1590 w 7224"/>
                <a:gd name="connsiteY86" fmla="*/ 2484 h 3617"/>
                <a:gd name="connsiteX87" fmla="*/ 1584 w 7224"/>
                <a:gd name="connsiteY87" fmla="*/ 2382 h 3617"/>
                <a:gd name="connsiteX88" fmla="*/ 1638 w 7224"/>
                <a:gd name="connsiteY88" fmla="*/ 2280 h 3617"/>
                <a:gd name="connsiteX89" fmla="*/ 1680 w 7224"/>
                <a:gd name="connsiteY89" fmla="*/ 2178 h 3617"/>
                <a:gd name="connsiteX90" fmla="*/ 1662 w 7224"/>
                <a:gd name="connsiteY90" fmla="*/ 2076 h 3617"/>
                <a:gd name="connsiteX91" fmla="*/ 1626 w 7224"/>
                <a:gd name="connsiteY91" fmla="*/ 1974 h 3617"/>
                <a:gd name="connsiteX92" fmla="*/ 1584 w 7224"/>
                <a:gd name="connsiteY92" fmla="*/ 1872 h 3617"/>
                <a:gd name="connsiteX93" fmla="*/ 1506 w 7224"/>
                <a:gd name="connsiteY93" fmla="*/ 1770 h 3617"/>
                <a:gd name="connsiteX94" fmla="*/ 1404 w 7224"/>
                <a:gd name="connsiteY94" fmla="*/ 1692 h 3617"/>
                <a:gd name="connsiteX95" fmla="*/ 1302 w 7224"/>
                <a:gd name="connsiteY95" fmla="*/ 1656 h 3617"/>
                <a:gd name="connsiteX96" fmla="*/ 1224 w 7224"/>
                <a:gd name="connsiteY96" fmla="*/ 1554 h 3617"/>
                <a:gd name="connsiteX97" fmla="*/ 1176 w 7224"/>
                <a:gd name="connsiteY97" fmla="*/ 1452 h 3617"/>
                <a:gd name="connsiteX98" fmla="*/ 1074 w 7224"/>
                <a:gd name="connsiteY98" fmla="*/ 1386 h 3617"/>
                <a:gd name="connsiteX99" fmla="*/ 966 w 7224"/>
                <a:gd name="connsiteY99" fmla="*/ 1422 h 3617"/>
                <a:gd name="connsiteX100" fmla="*/ 864 w 7224"/>
                <a:gd name="connsiteY100" fmla="*/ 1470 h 3617"/>
                <a:gd name="connsiteX101" fmla="*/ 762 w 7224"/>
                <a:gd name="connsiteY101" fmla="*/ 1542 h 3617"/>
                <a:gd name="connsiteX102" fmla="*/ 660 w 7224"/>
                <a:gd name="connsiteY102" fmla="*/ 1632 h 3617"/>
                <a:gd name="connsiteX103" fmla="*/ 618 w 7224"/>
                <a:gd name="connsiteY103" fmla="*/ 1734 h 3617"/>
                <a:gd name="connsiteX104" fmla="*/ 582 w 7224"/>
                <a:gd name="connsiteY104" fmla="*/ 1836 h 3617"/>
                <a:gd name="connsiteX105" fmla="*/ 480 w 7224"/>
                <a:gd name="connsiteY105" fmla="*/ 1908 h 3617"/>
                <a:gd name="connsiteX106" fmla="*/ 378 w 7224"/>
                <a:gd name="connsiteY106" fmla="*/ 1896 h 3617"/>
                <a:gd name="connsiteX107" fmla="*/ 276 w 7224"/>
                <a:gd name="connsiteY107" fmla="*/ 1818 h 3617"/>
                <a:gd name="connsiteX108" fmla="*/ 174 w 7224"/>
                <a:gd name="connsiteY108" fmla="*/ 1800 h 3617"/>
                <a:gd name="connsiteX109" fmla="*/ 36 w 7224"/>
                <a:gd name="connsiteY109" fmla="*/ 1916 h 3617"/>
                <a:gd name="connsiteX110" fmla="*/ 0 w 7224"/>
                <a:gd name="connsiteY110" fmla="*/ 2054 h 3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7224" h="3617">
                  <a:moveTo>
                    <a:pt x="7008" y="0"/>
                  </a:moveTo>
                  <a:cubicBezTo>
                    <a:pt x="7001" y="20"/>
                    <a:pt x="6986" y="66"/>
                    <a:pt x="6966" y="108"/>
                  </a:cubicBezTo>
                  <a:cubicBezTo>
                    <a:pt x="6946" y="150"/>
                    <a:pt x="6896" y="172"/>
                    <a:pt x="6906" y="210"/>
                  </a:cubicBezTo>
                  <a:cubicBezTo>
                    <a:pt x="6916" y="248"/>
                    <a:pt x="6985" y="262"/>
                    <a:pt x="7014" y="300"/>
                  </a:cubicBezTo>
                  <a:cubicBezTo>
                    <a:pt x="7043" y="338"/>
                    <a:pt x="7060" y="361"/>
                    <a:pt x="7050" y="402"/>
                  </a:cubicBezTo>
                  <a:cubicBezTo>
                    <a:pt x="7040" y="443"/>
                    <a:pt x="6991" y="462"/>
                    <a:pt x="6966" y="504"/>
                  </a:cubicBezTo>
                  <a:cubicBezTo>
                    <a:pt x="6941" y="546"/>
                    <a:pt x="6932" y="570"/>
                    <a:pt x="6924" y="612"/>
                  </a:cubicBezTo>
                  <a:cubicBezTo>
                    <a:pt x="6916" y="654"/>
                    <a:pt x="6925" y="673"/>
                    <a:pt x="6924" y="714"/>
                  </a:cubicBezTo>
                  <a:cubicBezTo>
                    <a:pt x="6923" y="755"/>
                    <a:pt x="6922" y="775"/>
                    <a:pt x="6918" y="816"/>
                  </a:cubicBezTo>
                  <a:cubicBezTo>
                    <a:pt x="6914" y="857"/>
                    <a:pt x="6920" y="877"/>
                    <a:pt x="6906" y="918"/>
                  </a:cubicBezTo>
                  <a:cubicBezTo>
                    <a:pt x="6892" y="959"/>
                    <a:pt x="6878" y="984"/>
                    <a:pt x="6846" y="1020"/>
                  </a:cubicBezTo>
                  <a:cubicBezTo>
                    <a:pt x="6814" y="1056"/>
                    <a:pt x="6785" y="1070"/>
                    <a:pt x="6744" y="1098"/>
                  </a:cubicBezTo>
                  <a:cubicBezTo>
                    <a:pt x="6703" y="1126"/>
                    <a:pt x="6683" y="1154"/>
                    <a:pt x="6642" y="1158"/>
                  </a:cubicBezTo>
                  <a:cubicBezTo>
                    <a:pt x="6601" y="1162"/>
                    <a:pt x="6578" y="1104"/>
                    <a:pt x="6540" y="1116"/>
                  </a:cubicBezTo>
                  <a:cubicBezTo>
                    <a:pt x="6502" y="1128"/>
                    <a:pt x="6475" y="1177"/>
                    <a:pt x="6450" y="1218"/>
                  </a:cubicBezTo>
                  <a:cubicBezTo>
                    <a:pt x="6425" y="1259"/>
                    <a:pt x="6424" y="1279"/>
                    <a:pt x="6414" y="1320"/>
                  </a:cubicBezTo>
                  <a:cubicBezTo>
                    <a:pt x="6404" y="1361"/>
                    <a:pt x="6404" y="1381"/>
                    <a:pt x="6402" y="1422"/>
                  </a:cubicBezTo>
                  <a:cubicBezTo>
                    <a:pt x="6400" y="1463"/>
                    <a:pt x="6400" y="1483"/>
                    <a:pt x="6402" y="1524"/>
                  </a:cubicBezTo>
                  <a:cubicBezTo>
                    <a:pt x="6404" y="1565"/>
                    <a:pt x="6391" y="1600"/>
                    <a:pt x="6414" y="1626"/>
                  </a:cubicBezTo>
                  <a:cubicBezTo>
                    <a:pt x="6437" y="1652"/>
                    <a:pt x="6475" y="1658"/>
                    <a:pt x="6516" y="1656"/>
                  </a:cubicBezTo>
                  <a:cubicBezTo>
                    <a:pt x="6557" y="1654"/>
                    <a:pt x="6576" y="1622"/>
                    <a:pt x="6618" y="1614"/>
                  </a:cubicBezTo>
                  <a:cubicBezTo>
                    <a:pt x="6660" y="1606"/>
                    <a:pt x="6684" y="1615"/>
                    <a:pt x="6726" y="1614"/>
                  </a:cubicBezTo>
                  <a:cubicBezTo>
                    <a:pt x="6768" y="1613"/>
                    <a:pt x="6787" y="1609"/>
                    <a:pt x="6828" y="1608"/>
                  </a:cubicBezTo>
                  <a:cubicBezTo>
                    <a:pt x="6869" y="1607"/>
                    <a:pt x="6889" y="1600"/>
                    <a:pt x="6930" y="1608"/>
                  </a:cubicBezTo>
                  <a:cubicBezTo>
                    <a:pt x="6971" y="1616"/>
                    <a:pt x="6991" y="1622"/>
                    <a:pt x="7032" y="1650"/>
                  </a:cubicBezTo>
                  <a:cubicBezTo>
                    <a:pt x="7073" y="1678"/>
                    <a:pt x="7096" y="1706"/>
                    <a:pt x="7134" y="1746"/>
                  </a:cubicBezTo>
                  <a:cubicBezTo>
                    <a:pt x="7172" y="1786"/>
                    <a:pt x="7226" y="1818"/>
                    <a:pt x="7224" y="1848"/>
                  </a:cubicBezTo>
                  <a:cubicBezTo>
                    <a:pt x="7222" y="1878"/>
                    <a:pt x="7163" y="1883"/>
                    <a:pt x="7122" y="1896"/>
                  </a:cubicBezTo>
                  <a:cubicBezTo>
                    <a:pt x="7081" y="1909"/>
                    <a:pt x="7061" y="1902"/>
                    <a:pt x="7020" y="1914"/>
                  </a:cubicBezTo>
                  <a:cubicBezTo>
                    <a:pt x="6979" y="1926"/>
                    <a:pt x="6959" y="1936"/>
                    <a:pt x="6918" y="1956"/>
                  </a:cubicBezTo>
                  <a:cubicBezTo>
                    <a:pt x="6877" y="1976"/>
                    <a:pt x="6857" y="1987"/>
                    <a:pt x="6816" y="2016"/>
                  </a:cubicBezTo>
                  <a:cubicBezTo>
                    <a:pt x="6775" y="2045"/>
                    <a:pt x="6754" y="2062"/>
                    <a:pt x="6714" y="2100"/>
                  </a:cubicBezTo>
                  <a:cubicBezTo>
                    <a:pt x="6674" y="2138"/>
                    <a:pt x="6653" y="2166"/>
                    <a:pt x="6618" y="2208"/>
                  </a:cubicBezTo>
                  <a:cubicBezTo>
                    <a:pt x="6583" y="2250"/>
                    <a:pt x="6576" y="2280"/>
                    <a:pt x="6540" y="2310"/>
                  </a:cubicBezTo>
                  <a:cubicBezTo>
                    <a:pt x="6504" y="2340"/>
                    <a:pt x="6479" y="2341"/>
                    <a:pt x="6438" y="2358"/>
                  </a:cubicBezTo>
                  <a:cubicBezTo>
                    <a:pt x="6397" y="2375"/>
                    <a:pt x="6377" y="2370"/>
                    <a:pt x="6336" y="2394"/>
                  </a:cubicBezTo>
                  <a:cubicBezTo>
                    <a:pt x="6295" y="2418"/>
                    <a:pt x="6275" y="2444"/>
                    <a:pt x="6234" y="2478"/>
                  </a:cubicBezTo>
                  <a:cubicBezTo>
                    <a:pt x="6193" y="2512"/>
                    <a:pt x="6173" y="2538"/>
                    <a:pt x="6132" y="2562"/>
                  </a:cubicBezTo>
                  <a:cubicBezTo>
                    <a:pt x="6091" y="2586"/>
                    <a:pt x="6071" y="2598"/>
                    <a:pt x="6030" y="2598"/>
                  </a:cubicBezTo>
                  <a:cubicBezTo>
                    <a:pt x="5989" y="2598"/>
                    <a:pt x="5969" y="2573"/>
                    <a:pt x="5928" y="2562"/>
                  </a:cubicBezTo>
                  <a:cubicBezTo>
                    <a:pt x="5887" y="2551"/>
                    <a:pt x="5861" y="2527"/>
                    <a:pt x="5826" y="2544"/>
                  </a:cubicBezTo>
                  <a:cubicBezTo>
                    <a:pt x="5791" y="2561"/>
                    <a:pt x="5767" y="2604"/>
                    <a:pt x="5754" y="2646"/>
                  </a:cubicBezTo>
                  <a:cubicBezTo>
                    <a:pt x="5741" y="2688"/>
                    <a:pt x="5750" y="2712"/>
                    <a:pt x="5760" y="2754"/>
                  </a:cubicBezTo>
                  <a:cubicBezTo>
                    <a:pt x="5770" y="2796"/>
                    <a:pt x="5801" y="2815"/>
                    <a:pt x="5802" y="2856"/>
                  </a:cubicBezTo>
                  <a:cubicBezTo>
                    <a:pt x="5803" y="2897"/>
                    <a:pt x="5794" y="2920"/>
                    <a:pt x="5766" y="2958"/>
                  </a:cubicBezTo>
                  <a:cubicBezTo>
                    <a:pt x="5738" y="2996"/>
                    <a:pt x="5704" y="3010"/>
                    <a:pt x="5664" y="3048"/>
                  </a:cubicBezTo>
                  <a:cubicBezTo>
                    <a:pt x="5624" y="3086"/>
                    <a:pt x="5608" y="3112"/>
                    <a:pt x="5568" y="3150"/>
                  </a:cubicBezTo>
                  <a:cubicBezTo>
                    <a:pt x="5528" y="3188"/>
                    <a:pt x="5507" y="3210"/>
                    <a:pt x="5466" y="3240"/>
                  </a:cubicBezTo>
                  <a:cubicBezTo>
                    <a:pt x="5425" y="3270"/>
                    <a:pt x="5405" y="3286"/>
                    <a:pt x="5364" y="3300"/>
                  </a:cubicBezTo>
                  <a:cubicBezTo>
                    <a:pt x="5323" y="3314"/>
                    <a:pt x="5303" y="3306"/>
                    <a:pt x="5262" y="3312"/>
                  </a:cubicBezTo>
                  <a:cubicBezTo>
                    <a:pt x="5221" y="3318"/>
                    <a:pt x="5201" y="3320"/>
                    <a:pt x="5160" y="3330"/>
                  </a:cubicBezTo>
                  <a:cubicBezTo>
                    <a:pt x="5119" y="3340"/>
                    <a:pt x="5099" y="3348"/>
                    <a:pt x="5058" y="3360"/>
                  </a:cubicBezTo>
                  <a:cubicBezTo>
                    <a:pt x="5017" y="3372"/>
                    <a:pt x="4997" y="3376"/>
                    <a:pt x="4956" y="3390"/>
                  </a:cubicBezTo>
                  <a:cubicBezTo>
                    <a:pt x="4915" y="3404"/>
                    <a:pt x="4895" y="3413"/>
                    <a:pt x="4854" y="3432"/>
                  </a:cubicBezTo>
                  <a:cubicBezTo>
                    <a:pt x="4813" y="3451"/>
                    <a:pt x="4794" y="3467"/>
                    <a:pt x="4752" y="3486"/>
                  </a:cubicBezTo>
                  <a:cubicBezTo>
                    <a:pt x="4710" y="3505"/>
                    <a:pt x="4686" y="3509"/>
                    <a:pt x="4644" y="3528"/>
                  </a:cubicBezTo>
                  <a:cubicBezTo>
                    <a:pt x="4602" y="3547"/>
                    <a:pt x="4583" y="3565"/>
                    <a:pt x="4542" y="3582"/>
                  </a:cubicBezTo>
                  <a:cubicBezTo>
                    <a:pt x="4501" y="3599"/>
                    <a:pt x="4481" y="3606"/>
                    <a:pt x="4440" y="3612"/>
                  </a:cubicBezTo>
                  <a:cubicBezTo>
                    <a:pt x="4399" y="3618"/>
                    <a:pt x="4379" y="3620"/>
                    <a:pt x="4338" y="3612"/>
                  </a:cubicBezTo>
                  <a:cubicBezTo>
                    <a:pt x="4297" y="3604"/>
                    <a:pt x="4277" y="3584"/>
                    <a:pt x="4236" y="3570"/>
                  </a:cubicBezTo>
                  <a:cubicBezTo>
                    <a:pt x="4195" y="3556"/>
                    <a:pt x="4175" y="3551"/>
                    <a:pt x="4134" y="3540"/>
                  </a:cubicBezTo>
                  <a:cubicBezTo>
                    <a:pt x="4093" y="3529"/>
                    <a:pt x="4073" y="3528"/>
                    <a:pt x="4032" y="3516"/>
                  </a:cubicBezTo>
                  <a:cubicBezTo>
                    <a:pt x="3991" y="3504"/>
                    <a:pt x="3971" y="3500"/>
                    <a:pt x="3930" y="3480"/>
                  </a:cubicBezTo>
                  <a:cubicBezTo>
                    <a:pt x="3889" y="3460"/>
                    <a:pt x="3869" y="3439"/>
                    <a:pt x="3828" y="3414"/>
                  </a:cubicBezTo>
                  <a:cubicBezTo>
                    <a:pt x="3787" y="3389"/>
                    <a:pt x="3767" y="3371"/>
                    <a:pt x="3726" y="3354"/>
                  </a:cubicBezTo>
                  <a:cubicBezTo>
                    <a:pt x="3685" y="3337"/>
                    <a:pt x="3665" y="3337"/>
                    <a:pt x="3624" y="3330"/>
                  </a:cubicBezTo>
                  <a:cubicBezTo>
                    <a:pt x="3583" y="3323"/>
                    <a:pt x="3563" y="3320"/>
                    <a:pt x="3522" y="3318"/>
                  </a:cubicBezTo>
                  <a:cubicBezTo>
                    <a:pt x="3481" y="3316"/>
                    <a:pt x="3461" y="3318"/>
                    <a:pt x="3420" y="3318"/>
                  </a:cubicBezTo>
                  <a:cubicBezTo>
                    <a:pt x="3379" y="3318"/>
                    <a:pt x="3359" y="3319"/>
                    <a:pt x="3318" y="3318"/>
                  </a:cubicBezTo>
                  <a:cubicBezTo>
                    <a:pt x="3277" y="3317"/>
                    <a:pt x="3258" y="3317"/>
                    <a:pt x="3216" y="3312"/>
                  </a:cubicBezTo>
                  <a:cubicBezTo>
                    <a:pt x="3174" y="3307"/>
                    <a:pt x="3150" y="3302"/>
                    <a:pt x="3108" y="3294"/>
                  </a:cubicBezTo>
                  <a:cubicBezTo>
                    <a:pt x="3066" y="3286"/>
                    <a:pt x="3047" y="3282"/>
                    <a:pt x="3006" y="3270"/>
                  </a:cubicBezTo>
                  <a:cubicBezTo>
                    <a:pt x="2965" y="3258"/>
                    <a:pt x="2945" y="3246"/>
                    <a:pt x="2904" y="3234"/>
                  </a:cubicBezTo>
                  <a:cubicBezTo>
                    <a:pt x="2863" y="3222"/>
                    <a:pt x="2843" y="3216"/>
                    <a:pt x="2802" y="3210"/>
                  </a:cubicBezTo>
                  <a:cubicBezTo>
                    <a:pt x="2761" y="3204"/>
                    <a:pt x="2741" y="3211"/>
                    <a:pt x="2700" y="3204"/>
                  </a:cubicBezTo>
                  <a:cubicBezTo>
                    <a:pt x="2659" y="3197"/>
                    <a:pt x="2634" y="3200"/>
                    <a:pt x="2598" y="3174"/>
                  </a:cubicBezTo>
                  <a:cubicBezTo>
                    <a:pt x="2562" y="3148"/>
                    <a:pt x="2544" y="3113"/>
                    <a:pt x="2520" y="3072"/>
                  </a:cubicBezTo>
                  <a:cubicBezTo>
                    <a:pt x="2496" y="3031"/>
                    <a:pt x="2500" y="3011"/>
                    <a:pt x="2478" y="2970"/>
                  </a:cubicBezTo>
                  <a:cubicBezTo>
                    <a:pt x="2456" y="2929"/>
                    <a:pt x="2446" y="2905"/>
                    <a:pt x="2412" y="2868"/>
                  </a:cubicBezTo>
                  <a:cubicBezTo>
                    <a:pt x="2378" y="2831"/>
                    <a:pt x="2351" y="2812"/>
                    <a:pt x="2310" y="2784"/>
                  </a:cubicBezTo>
                  <a:cubicBezTo>
                    <a:pt x="2269" y="2756"/>
                    <a:pt x="2249" y="2744"/>
                    <a:pt x="2208" y="2730"/>
                  </a:cubicBezTo>
                  <a:cubicBezTo>
                    <a:pt x="2167" y="2716"/>
                    <a:pt x="2147" y="2722"/>
                    <a:pt x="2106" y="2712"/>
                  </a:cubicBezTo>
                  <a:cubicBezTo>
                    <a:pt x="2065" y="2702"/>
                    <a:pt x="2045" y="2696"/>
                    <a:pt x="2004" y="2682"/>
                  </a:cubicBezTo>
                  <a:cubicBezTo>
                    <a:pt x="1963" y="2668"/>
                    <a:pt x="1944" y="2657"/>
                    <a:pt x="1902" y="2640"/>
                  </a:cubicBezTo>
                  <a:cubicBezTo>
                    <a:pt x="1860" y="2623"/>
                    <a:pt x="1836" y="2614"/>
                    <a:pt x="1794" y="2598"/>
                  </a:cubicBezTo>
                  <a:cubicBezTo>
                    <a:pt x="1752" y="2582"/>
                    <a:pt x="1733" y="2585"/>
                    <a:pt x="1692" y="2562"/>
                  </a:cubicBezTo>
                  <a:cubicBezTo>
                    <a:pt x="1651" y="2539"/>
                    <a:pt x="1612" y="2520"/>
                    <a:pt x="1590" y="2484"/>
                  </a:cubicBezTo>
                  <a:cubicBezTo>
                    <a:pt x="1568" y="2448"/>
                    <a:pt x="1574" y="2423"/>
                    <a:pt x="1584" y="2382"/>
                  </a:cubicBezTo>
                  <a:cubicBezTo>
                    <a:pt x="1594" y="2341"/>
                    <a:pt x="1619" y="2321"/>
                    <a:pt x="1638" y="2280"/>
                  </a:cubicBezTo>
                  <a:cubicBezTo>
                    <a:pt x="1657" y="2239"/>
                    <a:pt x="1675" y="2219"/>
                    <a:pt x="1680" y="2178"/>
                  </a:cubicBezTo>
                  <a:cubicBezTo>
                    <a:pt x="1685" y="2137"/>
                    <a:pt x="1673" y="2117"/>
                    <a:pt x="1662" y="2076"/>
                  </a:cubicBezTo>
                  <a:cubicBezTo>
                    <a:pt x="1651" y="2035"/>
                    <a:pt x="1642" y="2015"/>
                    <a:pt x="1626" y="1974"/>
                  </a:cubicBezTo>
                  <a:cubicBezTo>
                    <a:pt x="1610" y="1933"/>
                    <a:pt x="1608" y="1913"/>
                    <a:pt x="1584" y="1872"/>
                  </a:cubicBezTo>
                  <a:cubicBezTo>
                    <a:pt x="1560" y="1831"/>
                    <a:pt x="1542" y="1806"/>
                    <a:pt x="1506" y="1770"/>
                  </a:cubicBezTo>
                  <a:cubicBezTo>
                    <a:pt x="1470" y="1734"/>
                    <a:pt x="1445" y="1715"/>
                    <a:pt x="1404" y="1692"/>
                  </a:cubicBezTo>
                  <a:cubicBezTo>
                    <a:pt x="1363" y="1669"/>
                    <a:pt x="1338" y="1684"/>
                    <a:pt x="1302" y="1656"/>
                  </a:cubicBezTo>
                  <a:cubicBezTo>
                    <a:pt x="1266" y="1628"/>
                    <a:pt x="1249" y="1595"/>
                    <a:pt x="1224" y="1554"/>
                  </a:cubicBezTo>
                  <a:cubicBezTo>
                    <a:pt x="1199" y="1513"/>
                    <a:pt x="1206" y="1486"/>
                    <a:pt x="1176" y="1452"/>
                  </a:cubicBezTo>
                  <a:cubicBezTo>
                    <a:pt x="1146" y="1418"/>
                    <a:pt x="1116" y="1392"/>
                    <a:pt x="1074" y="1386"/>
                  </a:cubicBezTo>
                  <a:cubicBezTo>
                    <a:pt x="1032" y="1380"/>
                    <a:pt x="1008" y="1405"/>
                    <a:pt x="966" y="1422"/>
                  </a:cubicBezTo>
                  <a:cubicBezTo>
                    <a:pt x="924" y="1439"/>
                    <a:pt x="905" y="1446"/>
                    <a:pt x="864" y="1470"/>
                  </a:cubicBezTo>
                  <a:cubicBezTo>
                    <a:pt x="823" y="1494"/>
                    <a:pt x="803" y="1510"/>
                    <a:pt x="762" y="1542"/>
                  </a:cubicBezTo>
                  <a:cubicBezTo>
                    <a:pt x="721" y="1574"/>
                    <a:pt x="689" y="1594"/>
                    <a:pt x="660" y="1632"/>
                  </a:cubicBezTo>
                  <a:cubicBezTo>
                    <a:pt x="631" y="1670"/>
                    <a:pt x="634" y="1693"/>
                    <a:pt x="618" y="1734"/>
                  </a:cubicBezTo>
                  <a:cubicBezTo>
                    <a:pt x="602" y="1775"/>
                    <a:pt x="610" y="1801"/>
                    <a:pt x="582" y="1836"/>
                  </a:cubicBezTo>
                  <a:cubicBezTo>
                    <a:pt x="554" y="1871"/>
                    <a:pt x="521" y="1896"/>
                    <a:pt x="480" y="1908"/>
                  </a:cubicBezTo>
                  <a:cubicBezTo>
                    <a:pt x="439" y="1920"/>
                    <a:pt x="419" y="1914"/>
                    <a:pt x="378" y="1896"/>
                  </a:cubicBezTo>
                  <a:cubicBezTo>
                    <a:pt x="337" y="1878"/>
                    <a:pt x="317" y="1837"/>
                    <a:pt x="276" y="1818"/>
                  </a:cubicBezTo>
                  <a:cubicBezTo>
                    <a:pt x="235" y="1799"/>
                    <a:pt x="205" y="1782"/>
                    <a:pt x="174" y="1800"/>
                  </a:cubicBezTo>
                  <a:cubicBezTo>
                    <a:pt x="143" y="1818"/>
                    <a:pt x="50" y="1870"/>
                    <a:pt x="36" y="1916"/>
                  </a:cubicBezTo>
                  <a:cubicBezTo>
                    <a:pt x="22" y="1962"/>
                    <a:pt x="3" y="2032"/>
                    <a:pt x="0" y="20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2260" y="2501"/>
              <a:ext cx="2288" cy="2526"/>
            </a:xfrm>
            <a:custGeom>
              <a:avLst/>
              <a:gdLst>
                <a:gd name="connisteX0" fmla="*/ 1452597 w 1452597"/>
                <a:gd name="connsiteY0" fmla="*/ 0 h 1604010"/>
                <a:gd name="connisteX1" fmla="*/ 1403067 w 1452597"/>
                <a:gd name="connsiteY1" fmla="*/ 64770 h 1604010"/>
                <a:gd name="connisteX2" fmla="*/ 1387827 w 1452597"/>
                <a:gd name="connsiteY2" fmla="*/ 129540 h 1604010"/>
                <a:gd name="connisteX3" fmla="*/ 1323057 w 1452597"/>
                <a:gd name="connsiteY3" fmla="*/ 175260 h 1604010"/>
                <a:gd name="connisteX4" fmla="*/ 1258287 w 1452597"/>
                <a:gd name="connsiteY4" fmla="*/ 160020 h 1604010"/>
                <a:gd name="connisteX5" fmla="*/ 1193517 w 1452597"/>
                <a:gd name="connsiteY5" fmla="*/ 152400 h 1604010"/>
                <a:gd name="connisteX6" fmla="*/ 1124937 w 1452597"/>
                <a:gd name="connsiteY6" fmla="*/ 144780 h 1604010"/>
                <a:gd name="connisteX7" fmla="*/ 1071597 w 1452597"/>
                <a:gd name="connsiteY7" fmla="*/ 213360 h 1604010"/>
                <a:gd name="connisteX8" fmla="*/ 1094457 w 1452597"/>
                <a:gd name="connsiteY8" fmla="*/ 278130 h 1604010"/>
                <a:gd name="connisteX9" fmla="*/ 1105887 w 1452597"/>
                <a:gd name="connsiteY9" fmla="*/ 342900 h 1604010"/>
                <a:gd name="connisteX10" fmla="*/ 1098267 w 1452597"/>
                <a:gd name="connsiteY10" fmla="*/ 407670 h 1604010"/>
                <a:gd name="connisteX11" fmla="*/ 1056357 w 1452597"/>
                <a:gd name="connsiteY11" fmla="*/ 472440 h 1604010"/>
                <a:gd name="connisteX12" fmla="*/ 1018257 w 1452597"/>
                <a:gd name="connsiteY12" fmla="*/ 537210 h 1604010"/>
                <a:gd name="connisteX13" fmla="*/ 980157 w 1452597"/>
                <a:gd name="connsiteY13" fmla="*/ 601980 h 1604010"/>
                <a:gd name="connisteX14" fmla="*/ 919197 w 1452597"/>
                <a:gd name="connsiteY14" fmla="*/ 666750 h 1604010"/>
                <a:gd name="connisteX15" fmla="*/ 854427 w 1452597"/>
                <a:gd name="connsiteY15" fmla="*/ 693420 h 1604010"/>
                <a:gd name="connisteX16" fmla="*/ 789657 w 1452597"/>
                <a:gd name="connsiteY16" fmla="*/ 708660 h 1604010"/>
                <a:gd name="connisteX17" fmla="*/ 724887 w 1452597"/>
                <a:gd name="connsiteY17" fmla="*/ 739140 h 1604010"/>
                <a:gd name="connisteX18" fmla="*/ 660117 w 1452597"/>
                <a:gd name="connsiteY18" fmla="*/ 754380 h 1604010"/>
                <a:gd name="connisteX19" fmla="*/ 595347 w 1452597"/>
                <a:gd name="connsiteY19" fmla="*/ 769620 h 1604010"/>
                <a:gd name="connisteX20" fmla="*/ 530577 w 1452597"/>
                <a:gd name="connsiteY20" fmla="*/ 784860 h 1604010"/>
                <a:gd name="connisteX21" fmla="*/ 465807 w 1452597"/>
                <a:gd name="connsiteY21" fmla="*/ 792480 h 1604010"/>
                <a:gd name="connisteX22" fmla="*/ 401037 w 1452597"/>
                <a:gd name="connsiteY22" fmla="*/ 830580 h 1604010"/>
                <a:gd name="connisteX23" fmla="*/ 336267 w 1452597"/>
                <a:gd name="connsiteY23" fmla="*/ 834390 h 1604010"/>
                <a:gd name="connisteX24" fmla="*/ 271497 w 1452597"/>
                <a:gd name="connsiteY24" fmla="*/ 788670 h 1604010"/>
                <a:gd name="connisteX25" fmla="*/ 206727 w 1452597"/>
                <a:gd name="connsiteY25" fmla="*/ 784860 h 1604010"/>
                <a:gd name="connisteX26" fmla="*/ 141957 w 1452597"/>
                <a:gd name="connsiteY26" fmla="*/ 819150 h 1604010"/>
                <a:gd name="connisteX27" fmla="*/ 77187 w 1452597"/>
                <a:gd name="connsiteY27" fmla="*/ 834390 h 1604010"/>
                <a:gd name="connisteX28" fmla="*/ 54327 w 1452597"/>
                <a:gd name="connsiteY28" fmla="*/ 899160 h 1604010"/>
                <a:gd name="connisteX29" fmla="*/ 20037 w 1452597"/>
                <a:gd name="connsiteY29" fmla="*/ 963930 h 1604010"/>
                <a:gd name="connisteX30" fmla="*/ 987 w 1452597"/>
                <a:gd name="connsiteY30" fmla="*/ 1028700 h 1604010"/>
                <a:gd name="connisteX31" fmla="*/ 12417 w 1452597"/>
                <a:gd name="connsiteY31" fmla="*/ 1093470 h 1604010"/>
                <a:gd name="connisteX32" fmla="*/ 77187 w 1452597"/>
                <a:gd name="connsiteY32" fmla="*/ 1123950 h 1604010"/>
                <a:gd name="connisteX33" fmla="*/ 141957 w 1452597"/>
                <a:gd name="connsiteY33" fmla="*/ 1177290 h 1604010"/>
                <a:gd name="connisteX34" fmla="*/ 145767 w 1452597"/>
                <a:gd name="connsiteY34" fmla="*/ 1242060 h 1604010"/>
                <a:gd name="connisteX35" fmla="*/ 141957 w 1452597"/>
                <a:gd name="connsiteY35" fmla="*/ 1306830 h 1604010"/>
                <a:gd name="connisteX36" fmla="*/ 77187 w 1452597"/>
                <a:gd name="connsiteY36" fmla="*/ 1348740 h 1604010"/>
                <a:gd name="connisteX37" fmla="*/ 50517 w 1452597"/>
                <a:gd name="connsiteY37" fmla="*/ 1413510 h 1604010"/>
                <a:gd name="connisteX38" fmla="*/ 115287 w 1452597"/>
                <a:gd name="connsiteY38" fmla="*/ 1451610 h 1604010"/>
                <a:gd name="connisteX39" fmla="*/ 180057 w 1452597"/>
                <a:gd name="connsiteY39" fmla="*/ 1497330 h 1604010"/>
                <a:gd name="connisteX40" fmla="*/ 206727 w 1452597"/>
                <a:gd name="connsiteY40" fmla="*/ 1562100 h 1604010"/>
                <a:gd name="connisteX41" fmla="*/ 218157 w 1452597"/>
                <a:gd name="connsiteY41" fmla="*/ 1604010 h 16040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</a:cxnLst>
              <a:rect l="l" t="t" r="r" b="b"/>
              <a:pathLst>
                <a:path w="1452598" h="1604010">
                  <a:moveTo>
                    <a:pt x="1452598" y="0"/>
                  </a:moveTo>
                  <a:cubicBezTo>
                    <a:pt x="1443073" y="11430"/>
                    <a:pt x="1415768" y="38735"/>
                    <a:pt x="1403068" y="64770"/>
                  </a:cubicBezTo>
                  <a:cubicBezTo>
                    <a:pt x="1390368" y="90805"/>
                    <a:pt x="1403703" y="107315"/>
                    <a:pt x="1387828" y="129540"/>
                  </a:cubicBezTo>
                  <a:cubicBezTo>
                    <a:pt x="1371953" y="151765"/>
                    <a:pt x="1349093" y="168910"/>
                    <a:pt x="1323058" y="175260"/>
                  </a:cubicBezTo>
                  <a:cubicBezTo>
                    <a:pt x="1297023" y="181610"/>
                    <a:pt x="1284323" y="164465"/>
                    <a:pt x="1258288" y="160020"/>
                  </a:cubicBezTo>
                  <a:cubicBezTo>
                    <a:pt x="1232253" y="155575"/>
                    <a:pt x="1220188" y="155575"/>
                    <a:pt x="1193518" y="152400"/>
                  </a:cubicBezTo>
                  <a:cubicBezTo>
                    <a:pt x="1166848" y="149225"/>
                    <a:pt x="1149068" y="132715"/>
                    <a:pt x="1124938" y="144780"/>
                  </a:cubicBezTo>
                  <a:cubicBezTo>
                    <a:pt x="1100808" y="156845"/>
                    <a:pt x="1077948" y="186690"/>
                    <a:pt x="1071598" y="213360"/>
                  </a:cubicBezTo>
                  <a:cubicBezTo>
                    <a:pt x="1065248" y="240030"/>
                    <a:pt x="1087473" y="252095"/>
                    <a:pt x="1094458" y="278130"/>
                  </a:cubicBezTo>
                  <a:cubicBezTo>
                    <a:pt x="1101443" y="304165"/>
                    <a:pt x="1105253" y="316865"/>
                    <a:pt x="1105888" y="342900"/>
                  </a:cubicBezTo>
                  <a:cubicBezTo>
                    <a:pt x="1106523" y="368935"/>
                    <a:pt x="1108428" y="381635"/>
                    <a:pt x="1098268" y="407670"/>
                  </a:cubicBezTo>
                  <a:cubicBezTo>
                    <a:pt x="1088108" y="433705"/>
                    <a:pt x="1072233" y="446405"/>
                    <a:pt x="1056358" y="472440"/>
                  </a:cubicBezTo>
                  <a:cubicBezTo>
                    <a:pt x="1040483" y="498475"/>
                    <a:pt x="1033498" y="511175"/>
                    <a:pt x="1018258" y="537210"/>
                  </a:cubicBezTo>
                  <a:cubicBezTo>
                    <a:pt x="1003018" y="563245"/>
                    <a:pt x="999843" y="575945"/>
                    <a:pt x="980158" y="601980"/>
                  </a:cubicBezTo>
                  <a:cubicBezTo>
                    <a:pt x="960473" y="628015"/>
                    <a:pt x="944598" y="648335"/>
                    <a:pt x="919198" y="666750"/>
                  </a:cubicBezTo>
                  <a:cubicBezTo>
                    <a:pt x="893798" y="685165"/>
                    <a:pt x="880463" y="685165"/>
                    <a:pt x="854428" y="693420"/>
                  </a:cubicBezTo>
                  <a:cubicBezTo>
                    <a:pt x="828393" y="701675"/>
                    <a:pt x="815693" y="699770"/>
                    <a:pt x="789658" y="708660"/>
                  </a:cubicBezTo>
                  <a:cubicBezTo>
                    <a:pt x="763623" y="717550"/>
                    <a:pt x="750923" y="730250"/>
                    <a:pt x="724888" y="739140"/>
                  </a:cubicBezTo>
                  <a:cubicBezTo>
                    <a:pt x="698853" y="748030"/>
                    <a:pt x="686153" y="748030"/>
                    <a:pt x="660118" y="754380"/>
                  </a:cubicBezTo>
                  <a:cubicBezTo>
                    <a:pt x="634083" y="760730"/>
                    <a:pt x="621383" y="763270"/>
                    <a:pt x="595348" y="769620"/>
                  </a:cubicBezTo>
                  <a:cubicBezTo>
                    <a:pt x="569313" y="775970"/>
                    <a:pt x="556613" y="780415"/>
                    <a:pt x="530578" y="784860"/>
                  </a:cubicBezTo>
                  <a:cubicBezTo>
                    <a:pt x="504543" y="789305"/>
                    <a:pt x="491843" y="783590"/>
                    <a:pt x="465808" y="792480"/>
                  </a:cubicBezTo>
                  <a:cubicBezTo>
                    <a:pt x="439773" y="801370"/>
                    <a:pt x="427073" y="822325"/>
                    <a:pt x="401038" y="830580"/>
                  </a:cubicBezTo>
                  <a:cubicBezTo>
                    <a:pt x="375003" y="838835"/>
                    <a:pt x="362303" y="842645"/>
                    <a:pt x="336268" y="834390"/>
                  </a:cubicBezTo>
                  <a:cubicBezTo>
                    <a:pt x="310233" y="826135"/>
                    <a:pt x="297533" y="798830"/>
                    <a:pt x="271498" y="788670"/>
                  </a:cubicBezTo>
                  <a:cubicBezTo>
                    <a:pt x="245463" y="778510"/>
                    <a:pt x="232763" y="778510"/>
                    <a:pt x="206728" y="784860"/>
                  </a:cubicBezTo>
                  <a:cubicBezTo>
                    <a:pt x="180693" y="791210"/>
                    <a:pt x="167993" y="808990"/>
                    <a:pt x="141958" y="819150"/>
                  </a:cubicBezTo>
                  <a:cubicBezTo>
                    <a:pt x="115923" y="829310"/>
                    <a:pt x="94968" y="818515"/>
                    <a:pt x="77188" y="834390"/>
                  </a:cubicBezTo>
                  <a:cubicBezTo>
                    <a:pt x="59408" y="850265"/>
                    <a:pt x="65758" y="873125"/>
                    <a:pt x="54328" y="899160"/>
                  </a:cubicBezTo>
                  <a:cubicBezTo>
                    <a:pt x="42898" y="925195"/>
                    <a:pt x="30833" y="937895"/>
                    <a:pt x="20038" y="963930"/>
                  </a:cubicBezTo>
                  <a:cubicBezTo>
                    <a:pt x="9243" y="989965"/>
                    <a:pt x="2258" y="1002665"/>
                    <a:pt x="988" y="1028700"/>
                  </a:cubicBezTo>
                  <a:cubicBezTo>
                    <a:pt x="-282" y="1054735"/>
                    <a:pt x="-2822" y="1074420"/>
                    <a:pt x="12418" y="1093470"/>
                  </a:cubicBezTo>
                  <a:cubicBezTo>
                    <a:pt x="27658" y="1112520"/>
                    <a:pt x="51153" y="1107440"/>
                    <a:pt x="77188" y="1123950"/>
                  </a:cubicBezTo>
                  <a:cubicBezTo>
                    <a:pt x="103223" y="1140460"/>
                    <a:pt x="127988" y="1153795"/>
                    <a:pt x="141958" y="1177290"/>
                  </a:cubicBezTo>
                  <a:cubicBezTo>
                    <a:pt x="155928" y="1200785"/>
                    <a:pt x="145768" y="1216025"/>
                    <a:pt x="145768" y="1242060"/>
                  </a:cubicBezTo>
                  <a:cubicBezTo>
                    <a:pt x="145768" y="1268095"/>
                    <a:pt x="155928" y="1285240"/>
                    <a:pt x="141958" y="1306830"/>
                  </a:cubicBezTo>
                  <a:cubicBezTo>
                    <a:pt x="127988" y="1328420"/>
                    <a:pt x="95603" y="1327150"/>
                    <a:pt x="77188" y="1348740"/>
                  </a:cubicBezTo>
                  <a:cubicBezTo>
                    <a:pt x="58773" y="1370330"/>
                    <a:pt x="42898" y="1393190"/>
                    <a:pt x="50518" y="1413510"/>
                  </a:cubicBezTo>
                  <a:cubicBezTo>
                    <a:pt x="58138" y="1433830"/>
                    <a:pt x="89253" y="1435100"/>
                    <a:pt x="115288" y="1451610"/>
                  </a:cubicBezTo>
                  <a:cubicBezTo>
                    <a:pt x="141323" y="1468120"/>
                    <a:pt x="161643" y="1475105"/>
                    <a:pt x="180058" y="1497330"/>
                  </a:cubicBezTo>
                  <a:cubicBezTo>
                    <a:pt x="198473" y="1519555"/>
                    <a:pt x="199108" y="1540510"/>
                    <a:pt x="206728" y="1562100"/>
                  </a:cubicBezTo>
                  <a:cubicBezTo>
                    <a:pt x="214348" y="1583690"/>
                    <a:pt x="216253" y="1597025"/>
                    <a:pt x="218158" y="160401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2592" y="5008"/>
              <a:ext cx="3732" cy="3174"/>
            </a:xfrm>
            <a:custGeom>
              <a:avLst/>
              <a:gdLst>
                <a:gd name="connisteX0" fmla="*/ 0 w 2369820"/>
                <a:gd name="connsiteY0" fmla="*/ 0 h 2015509"/>
                <a:gd name="connisteX1" fmla="*/ 15240 w 2369820"/>
                <a:gd name="connsiteY1" fmla="*/ 64770 h 2015509"/>
                <a:gd name="connisteX2" fmla="*/ 72390 w 2369820"/>
                <a:gd name="connsiteY2" fmla="*/ 129540 h 2015509"/>
                <a:gd name="connisteX3" fmla="*/ 137160 w 2369820"/>
                <a:gd name="connsiteY3" fmla="*/ 167640 h 2015509"/>
                <a:gd name="connisteX4" fmla="*/ 201930 w 2369820"/>
                <a:gd name="connsiteY4" fmla="*/ 205740 h 2015509"/>
                <a:gd name="connisteX5" fmla="*/ 247650 w 2369820"/>
                <a:gd name="connsiteY5" fmla="*/ 270510 h 2015509"/>
                <a:gd name="connisteX6" fmla="*/ 262890 w 2369820"/>
                <a:gd name="connsiteY6" fmla="*/ 335280 h 2015509"/>
                <a:gd name="connisteX7" fmla="*/ 300990 w 2369820"/>
                <a:gd name="connsiteY7" fmla="*/ 400050 h 2015509"/>
                <a:gd name="connisteX8" fmla="*/ 316230 w 2369820"/>
                <a:gd name="connsiteY8" fmla="*/ 464820 h 2015509"/>
                <a:gd name="connisteX9" fmla="*/ 281940 w 2369820"/>
                <a:gd name="connsiteY9" fmla="*/ 529590 h 2015509"/>
                <a:gd name="connisteX10" fmla="*/ 278130 w 2369820"/>
                <a:gd name="connsiteY10" fmla="*/ 594360 h 2015509"/>
                <a:gd name="connisteX11" fmla="*/ 300990 w 2369820"/>
                <a:gd name="connsiteY11" fmla="*/ 659130 h 2015509"/>
                <a:gd name="connisteX12" fmla="*/ 304800 w 2369820"/>
                <a:gd name="connsiteY12" fmla="*/ 723900 h 2015509"/>
                <a:gd name="connisteX13" fmla="*/ 240030 w 2369820"/>
                <a:gd name="connsiteY13" fmla="*/ 769620 h 2015509"/>
                <a:gd name="connisteX14" fmla="*/ 182880 w 2369820"/>
                <a:gd name="connsiteY14" fmla="*/ 834390 h 2015509"/>
                <a:gd name="connisteX15" fmla="*/ 198120 w 2369820"/>
                <a:gd name="connsiteY15" fmla="*/ 899160 h 2015509"/>
                <a:gd name="connisteX16" fmla="*/ 198120 w 2369820"/>
                <a:gd name="connsiteY16" fmla="*/ 963930 h 2015509"/>
                <a:gd name="connisteX17" fmla="*/ 262890 w 2369820"/>
                <a:gd name="connsiteY17" fmla="*/ 1017270 h 2015509"/>
                <a:gd name="connisteX18" fmla="*/ 327660 w 2369820"/>
                <a:gd name="connsiteY18" fmla="*/ 1078230 h 2015509"/>
                <a:gd name="connisteX19" fmla="*/ 392430 w 2369820"/>
                <a:gd name="connsiteY19" fmla="*/ 1131570 h 2015509"/>
                <a:gd name="connisteX20" fmla="*/ 438150 w 2369820"/>
                <a:gd name="connsiteY20" fmla="*/ 1196340 h 2015509"/>
                <a:gd name="connisteX21" fmla="*/ 502920 w 2369820"/>
                <a:gd name="connsiteY21" fmla="*/ 1257300 h 2015509"/>
                <a:gd name="connisteX22" fmla="*/ 567690 w 2369820"/>
                <a:gd name="connsiteY22" fmla="*/ 1249680 h 2015509"/>
                <a:gd name="connisteX23" fmla="*/ 632460 w 2369820"/>
                <a:gd name="connsiteY23" fmla="*/ 1234440 h 2015509"/>
                <a:gd name="connisteX24" fmla="*/ 697230 w 2369820"/>
                <a:gd name="connsiteY24" fmla="*/ 1295400 h 2015509"/>
                <a:gd name="connisteX25" fmla="*/ 750570 w 2369820"/>
                <a:gd name="connsiteY25" fmla="*/ 1360170 h 2015509"/>
                <a:gd name="connisteX26" fmla="*/ 815340 w 2369820"/>
                <a:gd name="connsiteY26" fmla="*/ 1405890 h 2015509"/>
                <a:gd name="connisteX27" fmla="*/ 880110 w 2369820"/>
                <a:gd name="connsiteY27" fmla="*/ 1455420 h 2015509"/>
                <a:gd name="connisteX28" fmla="*/ 944880 w 2369820"/>
                <a:gd name="connsiteY28" fmla="*/ 1501140 h 2015509"/>
                <a:gd name="connisteX29" fmla="*/ 1009650 w 2369820"/>
                <a:gd name="connsiteY29" fmla="*/ 1554480 h 2015509"/>
                <a:gd name="connisteX30" fmla="*/ 1074420 w 2369820"/>
                <a:gd name="connsiteY30" fmla="*/ 1607820 h 2015509"/>
                <a:gd name="connisteX31" fmla="*/ 1143000 w 2369820"/>
                <a:gd name="connsiteY31" fmla="*/ 1645920 h 2015509"/>
                <a:gd name="connisteX32" fmla="*/ 1207770 w 2369820"/>
                <a:gd name="connsiteY32" fmla="*/ 1672590 h 2015509"/>
                <a:gd name="connisteX33" fmla="*/ 1272540 w 2369820"/>
                <a:gd name="connsiteY33" fmla="*/ 1687830 h 2015509"/>
                <a:gd name="connisteX34" fmla="*/ 1337310 w 2369820"/>
                <a:gd name="connsiteY34" fmla="*/ 1744980 h 2015509"/>
                <a:gd name="connisteX35" fmla="*/ 1402080 w 2369820"/>
                <a:gd name="connsiteY35" fmla="*/ 1771650 h 2015509"/>
                <a:gd name="connisteX36" fmla="*/ 1466850 w 2369820"/>
                <a:gd name="connsiteY36" fmla="*/ 1775460 h 2015509"/>
                <a:gd name="connisteX37" fmla="*/ 1531620 w 2369820"/>
                <a:gd name="connsiteY37" fmla="*/ 1783080 h 2015509"/>
                <a:gd name="connisteX38" fmla="*/ 1596390 w 2369820"/>
                <a:gd name="connsiteY38" fmla="*/ 1786890 h 2015509"/>
                <a:gd name="connisteX39" fmla="*/ 1657350 w 2369820"/>
                <a:gd name="connsiteY39" fmla="*/ 1851660 h 2015509"/>
                <a:gd name="connisteX40" fmla="*/ 1657350 w 2369820"/>
                <a:gd name="connsiteY40" fmla="*/ 1916430 h 2015509"/>
                <a:gd name="connisteX41" fmla="*/ 1722120 w 2369820"/>
                <a:gd name="connsiteY41" fmla="*/ 1905000 h 2015509"/>
                <a:gd name="connisteX42" fmla="*/ 1722120 w 2369820"/>
                <a:gd name="connsiteY42" fmla="*/ 1840230 h 2015509"/>
                <a:gd name="connisteX43" fmla="*/ 1786890 w 2369820"/>
                <a:gd name="connsiteY43" fmla="*/ 1786890 h 2015509"/>
                <a:gd name="connisteX44" fmla="*/ 1851660 w 2369820"/>
                <a:gd name="connsiteY44" fmla="*/ 1786890 h 2015509"/>
                <a:gd name="connisteX45" fmla="*/ 1916430 w 2369820"/>
                <a:gd name="connsiteY45" fmla="*/ 1790700 h 2015509"/>
                <a:gd name="connisteX46" fmla="*/ 1981200 w 2369820"/>
                <a:gd name="connsiteY46" fmla="*/ 1840230 h 2015509"/>
                <a:gd name="connisteX47" fmla="*/ 2045970 w 2369820"/>
                <a:gd name="connsiteY47" fmla="*/ 1885950 h 2015509"/>
                <a:gd name="connisteX48" fmla="*/ 2110740 w 2369820"/>
                <a:gd name="connsiteY48" fmla="*/ 1931670 h 2015509"/>
                <a:gd name="connisteX49" fmla="*/ 2175510 w 2369820"/>
                <a:gd name="connsiteY49" fmla="*/ 1992630 h 2015509"/>
                <a:gd name="connisteX50" fmla="*/ 2240280 w 2369820"/>
                <a:gd name="connsiteY50" fmla="*/ 1996440 h 2015509"/>
                <a:gd name="connisteX51" fmla="*/ 2305050 w 2369820"/>
                <a:gd name="connsiteY51" fmla="*/ 2015490 h 2015509"/>
                <a:gd name="connisteX52" fmla="*/ 2369820 w 2369820"/>
                <a:gd name="connsiteY52" fmla="*/ 1992630 h 2015509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</a:cxnLst>
              <a:rect l="l" t="t" r="r" b="b"/>
              <a:pathLst>
                <a:path w="2369820" h="2015509">
                  <a:moveTo>
                    <a:pt x="0" y="0"/>
                  </a:moveTo>
                  <a:cubicBezTo>
                    <a:pt x="1905" y="11430"/>
                    <a:pt x="635" y="38735"/>
                    <a:pt x="15240" y="64770"/>
                  </a:cubicBezTo>
                  <a:cubicBezTo>
                    <a:pt x="29845" y="90805"/>
                    <a:pt x="48260" y="109220"/>
                    <a:pt x="72390" y="129540"/>
                  </a:cubicBezTo>
                  <a:cubicBezTo>
                    <a:pt x="96520" y="149860"/>
                    <a:pt x="111125" y="152400"/>
                    <a:pt x="137160" y="167640"/>
                  </a:cubicBezTo>
                  <a:cubicBezTo>
                    <a:pt x="163195" y="182880"/>
                    <a:pt x="179705" y="185420"/>
                    <a:pt x="201930" y="205740"/>
                  </a:cubicBezTo>
                  <a:cubicBezTo>
                    <a:pt x="224155" y="226060"/>
                    <a:pt x="235585" y="244475"/>
                    <a:pt x="247650" y="270510"/>
                  </a:cubicBezTo>
                  <a:cubicBezTo>
                    <a:pt x="259715" y="296545"/>
                    <a:pt x="252095" y="309245"/>
                    <a:pt x="262890" y="335280"/>
                  </a:cubicBezTo>
                  <a:cubicBezTo>
                    <a:pt x="273685" y="361315"/>
                    <a:pt x="290195" y="374015"/>
                    <a:pt x="300990" y="400050"/>
                  </a:cubicBezTo>
                  <a:cubicBezTo>
                    <a:pt x="311785" y="426085"/>
                    <a:pt x="320040" y="438785"/>
                    <a:pt x="316230" y="464820"/>
                  </a:cubicBezTo>
                  <a:cubicBezTo>
                    <a:pt x="312420" y="490855"/>
                    <a:pt x="289560" y="503555"/>
                    <a:pt x="281940" y="529590"/>
                  </a:cubicBezTo>
                  <a:cubicBezTo>
                    <a:pt x="274320" y="555625"/>
                    <a:pt x="274320" y="568325"/>
                    <a:pt x="278130" y="594360"/>
                  </a:cubicBezTo>
                  <a:cubicBezTo>
                    <a:pt x="281940" y="620395"/>
                    <a:pt x="295910" y="633095"/>
                    <a:pt x="300990" y="659130"/>
                  </a:cubicBezTo>
                  <a:cubicBezTo>
                    <a:pt x="306070" y="685165"/>
                    <a:pt x="316865" y="701675"/>
                    <a:pt x="304800" y="723900"/>
                  </a:cubicBezTo>
                  <a:cubicBezTo>
                    <a:pt x="292735" y="746125"/>
                    <a:pt x="264160" y="747395"/>
                    <a:pt x="240030" y="769620"/>
                  </a:cubicBezTo>
                  <a:cubicBezTo>
                    <a:pt x="215900" y="791845"/>
                    <a:pt x="191135" y="808355"/>
                    <a:pt x="182880" y="834390"/>
                  </a:cubicBezTo>
                  <a:cubicBezTo>
                    <a:pt x="174625" y="860425"/>
                    <a:pt x="194945" y="873125"/>
                    <a:pt x="198120" y="899160"/>
                  </a:cubicBezTo>
                  <a:cubicBezTo>
                    <a:pt x="201295" y="925195"/>
                    <a:pt x="185420" y="940435"/>
                    <a:pt x="198120" y="963930"/>
                  </a:cubicBezTo>
                  <a:cubicBezTo>
                    <a:pt x="210820" y="987425"/>
                    <a:pt x="236855" y="994410"/>
                    <a:pt x="262890" y="1017270"/>
                  </a:cubicBezTo>
                  <a:cubicBezTo>
                    <a:pt x="288925" y="1040130"/>
                    <a:pt x="301625" y="1055370"/>
                    <a:pt x="327660" y="1078230"/>
                  </a:cubicBezTo>
                  <a:cubicBezTo>
                    <a:pt x="353695" y="1101090"/>
                    <a:pt x="370205" y="1108075"/>
                    <a:pt x="392430" y="1131570"/>
                  </a:cubicBezTo>
                  <a:cubicBezTo>
                    <a:pt x="414655" y="1155065"/>
                    <a:pt x="415925" y="1170940"/>
                    <a:pt x="438150" y="1196340"/>
                  </a:cubicBezTo>
                  <a:cubicBezTo>
                    <a:pt x="460375" y="1221740"/>
                    <a:pt x="476885" y="1246505"/>
                    <a:pt x="502920" y="1257300"/>
                  </a:cubicBezTo>
                  <a:cubicBezTo>
                    <a:pt x="528955" y="1268095"/>
                    <a:pt x="541655" y="1254125"/>
                    <a:pt x="567690" y="1249680"/>
                  </a:cubicBezTo>
                  <a:cubicBezTo>
                    <a:pt x="593725" y="1245235"/>
                    <a:pt x="606425" y="1225550"/>
                    <a:pt x="632460" y="1234440"/>
                  </a:cubicBezTo>
                  <a:cubicBezTo>
                    <a:pt x="658495" y="1243330"/>
                    <a:pt x="673735" y="1270000"/>
                    <a:pt x="697230" y="1295400"/>
                  </a:cubicBezTo>
                  <a:cubicBezTo>
                    <a:pt x="720725" y="1320800"/>
                    <a:pt x="727075" y="1337945"/>
                    <a:pt x="750570" y="1360170"/>
                  </a:cubicBezTo>
                  <a:cubicBezTo>
                    <a:pt x="774065" y="1382395"/>
                    <a:pt x="789305" y="1386840"/>
                    <a:pt x="815340" y="1405890"/>
                  </a:cubicBezTo>
                  <a:cubicBezTo>
                    <a:pt x="841375" y="1424940"/>
                    <a:pt x="854075" y="1436370"/>
                    <a:pt x="880110" y="1455420"/>
                  </a:cubicBezTo>
                  <a:cubicBezTo>
                    <a:pt x="906145" y="1474470"/>
                    <a:pt x="918845" y="1481455"/>
                    <a:pt x="944880" y="1501140"/>
                  </a:cubicBezTo>
                  <a:cubicBezTo>
                    <a:pt x="970915" y="1520825"/>
                    <a:pt x="983615" y="1532890"/>
                    <a:pt x="1009650" y="1554480"/>
                  </a:cubicBezTo>
                  <a:cubicBezTo>
                    <a:pt x="1035685" y="1576070"/>
                    <a:pt x="1047750" y="1589405"/>
                    <a:pt x="1074420" y="1607820"/>
                  </a:cubicBezTo>
                  <a:cubicBezTo>
                    <a:pt x="1101090" y="1626235"/>
                    <a:pt x="1116330" y="1633220"/>
                    <a:pt x="1143000" y="1645920"/>
                  </a:cubicBezTo>
                  <a:cubicBezTo>
                    <a:pt x="1169670" y="1658620"/>
                    <a:pt x="1181735" y="1664335"/>
                    <a:pt x="1207770" y="1672590"/>
                  </a:cubicBezTo>
                  <a:cubicBezTo>
                    <a:pt x="1233805" y="1680845"/>
                    <a:pt x="1246505" y="1673225"/>
                    <a:pt x="1272540" y="1687830"/>
                  </a:cubicBezTo>
                  <a:cubicBezTo>
                    <a:pt x="1298575" y="1702435"/>
                    <a:pt x="1311275" y="1728470"/>
                    <a:pt x="1337310" y="1744980"/>
                  </a:cubicBezTo>
                  <a:cubicBezTo>
                    <a:pt x="1363345" y="1761490"/>
                    <a:pt x="1376045" y="1765300"/>
                    <a:pt x="1402080" y="1771650"/>
                  </a:cubicBezTo>
                  <a:cubicBezTo>
                    <a:pt x="1428115" y="1778000"/>
                    <a:pt x="1440815" y="1772920"/>
                    <a:pt x="1466850" y="1775460"/>
                  </a:cubicBezTo>
                  <a:cubicBezTo>
                    <a:pt x="1492885" y="1778000"/>
                    <a:pt x="1505585" y="1780540"/>
                    <a:pt x="1531620" y="1783080"/>
                  </a:cubicBezTo>
                  <a:cubicBezTo>
                    <a:pt x="1557655" y="1785620"/>
                    <a:pt x="1570990" y="1772920"/>
                    <a:pt x="1596390" y="1786890"/>
                  </a:cubicBezTo>
                  <a:cubicBezTo>
                    <a:pt x="1621790" y="1800860"/>
                    <a:pt x="1645285" y="1825625"/>
                    <a:pt x="1657350" y="1851660"/>
                  </a:cubicBezTo>
                  <a:cubicBezTo>
                    <a:pt x="1669415" y="1877695"/>
                    <a:pt x="1644650" y="1905635"/>
                    <a:pt x="1657350" y="1916430"/>
                  </a:cubicBezTo>
                  <a:cubicBezTo>
                    <a:pt x="1670050" y="1927225"/>
                    <a:pt x="1709420" y="1920240"/>
                    <a:pt x="1722120" y="1905000"/>
                  </a:cubicBezTo>
                  <a:cubicBezTo>
                    <a:pt x="1734820" y="1889760"/>
                    <a:pt x="1709420" y="1863725"/>
                    <a:pt x="1722120" y="1840230"/>
                  </a:cubicBezTo>
                  <a:cubicBezTo>
                    <a:pt x="1734820" y="1816735"/>
                    <a:pt x="1760855" y="1797685"/>
                    <a:pt x="1786890" y="1786890"/>
                  </a:cubicBezTo>
                  <a:cubicBezTo>
                    <a:pt x="1812925" y="1776095"/>
                    <a:pt x="1825625" y="1786255"/>
                    <a:pt x="1851660" y="1786890"/>
                  </a:cubicBezTo>
                  <a:cubicBezTo>
                    <a:pt x="1877695" y="1787525"/>
                    <a:pt x="1890395" y="1779905"/>
                    <a:pt x="1916430" y="1790700"/>
                  </a:cubicBezTo>
                  <a:cubicBezTo>
                    <a:pt x="1942465" y="1801495"/>
                    <a:pt x="1955165" y="1821180"/>
                    <a:pt x="1981200" y="1840230"/>
                  </a:cubicBezTo>
                  <a:cubicBezTo>
                    <a:pt x="2007235" y="1859280"/>
                    <a:pt x="2019935" y="1867535"/>
                    <a:pt x="2045970" y="1885950"/>
                  </a:cubicBezTo>
                  <a:cubicBezTo>
                    <a:pt x="2072005" y="1904365"/>
                    <a:pt x="2084705" y="1910080"/>
                    <a:pt x="2110740" y="1931670"/>
                  </a:cubicBezTo>
                  <a:cubicBezTo>
                    <a:pt x="2136775" y="1953260"/>
                    <a:pt x="2149475" y="1979930"/>
                    <a:pt x="2175510" y="1992630"/>
                  </a:cubicBezTo>
                  <a:cubicBezTo>
                    <a:pt x="2201545" y="2005330"/>
                    <a:pt x="2214245" y="1991995"/>
                    <a:pt x="2240280" y="1996440"/>
                  </a:cubicBezTo>
                  <a:cubicBezTo>
                    <a:pt x="2266315" y="2000885"/>
                    <a:pt x="2279015" y="2016125"/>
                    <a:pt x="2305050" y="2015490"/>
                  </a:cubicBezTo>
                  <a:cubicBezTo>
                    <a:pt x="2331085" y="2014855"/>
                    <a:pt x="2358390" y="1997710"/>
                    <a:pt x="2369820" y="199263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6285" y="7782"/>
              <a:ext cx="4932" cy="2188"/>
            </a:xfrm>
            <a:custGeom>
              <a:avLst/>
              <a:gdLst>
                <a:gd name="connisteX0" fmla="*/ 0 w 3131820"/>
                <a:gd name="connsiteY0" fmla="*/ 242600 h 1389525"/>
                <a:gd name="connisteX1" fmla="*/ 64770 w 3131820"/>
                <a:gd name="connsiteY1" fmla="*/ 219740 h 1389525"/>
                <a:gd name="connisteX2" fmla="*/ 129540 w 3131820"/>
                <a:gd name="connsiteY2" fmla="*/ 193070 h 1389525"/>
                <a:gd name="connisteX3" fmla="*/ 194310 w 3131820"/>
                <a:gd name="connsiteY3" fmla="*/ 154970 h 1389525"/>
                <a:gd name="connisteX4" fmla="*/ 262890 w 3131820"/>
                <a:gd name="connsiteY4" fmla="*/ 97820 h 1389525"/>
                <a:gd name="connisteX5" fmla="*/ 327660 w 3131820"/>
                <a:gd name="connsiteY5" fmla="*/ 59720 h 1389525"/>
                <a:gd name="connisteX6" fmla="*/ 392430 w 3131820"/>
                <a:gd name="connsiteY6" fmla="*/ 29240 h 1389525"/>
                <a:gd name="connisteX7" fmla="*/ 457200 w 3131820"/>
                <a:gd name="connsiteY7" fmla="*/ 29240 h 1389525"/>
                <a:gd name="connisteX8" fmla="*/ 521970 w 3131820"/>
                <a:gd name="connsiteY8" fmla="*/ 44480 h 1389525"/>
                <a:gd name="connisteX9" fmla="*/ 586740 w 3131820"/>
                <a:gd name="connsiteY9" fmla="*/ 97820 h 1389525"/>
                <a:gd name="connisteX10" fmla="*/ 651510 w 3131820"/>
                <a:gd name="connsiteY10" fmla="*/ 67340 h 1389525"/>
                <a:gd name="connisteX11" fmla="*/ 689610 w 3131820"/>
                <a:gd name="connsiteY11" fmla="*/ 2570 h 1389525"/>
                <a:gd name="connisteX12" fmla="*/ 754380 w 3131820"/>
                <a:gd name="connsiteY12" fmla="*/ 25430 h 1389525"/>
                <a:gd name="connisteX13" fmla="*/ 781050 w 3131820"/>
                <a:gd name="connsiteY13" fmla="*/ 94010 h 1389525"/>
                <a:gd name="connisteX14" fmla="*/ 792480 w 3131820"/>
                <a:gd name="connsiteY14" fmla="*/ 158780 h 1389525"/>
                <a:gd name="connisteX15" fmla="*/ 830580 w 3131820"/>
                <a:gd name="connsiteY15" fmla="*/ 223550 h 1389525"/>
                <a:gd name="connisteX16" fmla="*/ 845820 w 3131820"/>
                <a:gd name="connsiteY16" fmla="*/ 288320 h 1389525"/>
                <a:gd name="connisteX17" fmla="*/ 853440 w 3131820"/>
                <a:gd name="connsiteY17" fmla="*/ 353090 h 1389525"/>
                <a:gd name="connisteX18" fmla="*/ 826770 w 3131820"/>
                <a:gd name="connsiteY18" fmla="*/ 417860 h 1389525"/>
                <a:gd name="connisteX19" fmla="*/ 800100 w 3131820"/>
                <a:gd name="connsiteY19" fmla="*/ 482630 h 1389525"/>
                <a:gd name="connisteX20" fmla="*/ 742950 w 3131820"/>
                <a:gd name="connsiteY20" fmla="*/ 547400 h 1389525"/>
                <a:gd name="connisteX21" fmla="*/ 678180 w 3131820"/>
                <a:gd name="connsiteY21" fmla="*/ 596930 h 1389525"/>
                <a:gd name="connisteX22" fmla="*/ 659130 w 3131820"/>
                <a:gd name="connsiteY22" fmla="*/ 661700 h 1389525"/>
                <a:gd name="connisteX23" fmla="*/ 659130 w 3131820"/>
                <a:gd name="connsiteY23" fmla="*/ 726470 h 1389525"/>
                <a:gd name="connisteX24" fmla="*/ 727710 w 3131820"/>
                <a:gd name="connsiteY24" fmla="*/ 768380 h 1389525"/>
                <a:gd name="connisteX25" fmla="*/ 792480 w 3131820"/>
                <a:gd name="connsiteY25" fmla="*/ 768380 h 1389525"/>
                <a:gd name="connisteX26" fmla="*/ 845820 w 3131820"/>
                <a:gd name="connsiteY26" fmla="*/ 833150 h 1389525"/>
                <a:gd name="connisteX27" fmla="*/ 861060 w 3131820"/>
                <a:gd name="connsiteY27" fmla="*/ 897920 h 1389525"/>
                <a:gd name="connisteX28" fmla="*/ 906780 w 3131820"/>
                <a:gd name="connsiteY28" fmla="*/ 962690 h 1389525"/>
                <a:gd name="connisteX29" fmla="*/ 971550 w 3131820"/>
                <a:gd name="connsiteY29" fmla="*/ 962690 h 1389525"/>
                <a:gd name="connisteX30" fmla="*/ 982980 w 3131820"/>
                <a:gd name="connsiteY30" fmla="*/ 1031270 h 1389525"/>
                <a:gd name="connisteX31" fmla="*/ 941070 w 3131820"/>
                <a:gd name="connsiteY31" fmla="*/ 1096040 h 1389525"/>
                <a:gd name="connisteX32" fmla="*/ 998220 w 3131820"/>
                <a:gd name="connsiteY32" fmla="*/ 1160810 h 1389525"/>
                <a:gd name="connisteX33" fmla="*/ 1062990 w 3131820"/>
                <a:gd name="connsiteY33" fmla="*/ 1176050 h 1389525"/>
                <a:gd name="connisteX34" fmla="*/ 1127760 w 3131820"/>
                <a:gd name="connsiteY34" fmla="*/ 1217960 h 1389525"/>
                <a:gd name="connisteX35" fmla="*/ 1192530 w 3131820"/>
                <a:gd name="connsiteY35" fmla="*/ 1256060 h 1389525"/>
                <a:gd name="connisteX36" fmla="*/ 1257300 w 3131820"/>
                <a:gd name="connsiteY36" fmla="*/ 1256060 h 1389525"/>
                <a:gd name="connisteX37" fmla="*/ 1322070 w 3131820"/>
                <a:gd name="connsiteY37" fmla="*/ 1275110 h 1389525"/>
                <a:gd name="connisteX38" fmla="*/ 1356360 w 3131820"/>
                <a:gd name="connsiteY38" fmla="*/ 1210340 h 1389525"/>
                <a:gd name="connisteX39" fmla="*/ 1356360 w 3131820"/>
                <a:gd name="connsiteY39" fmla="*/ 1145570 h 1389525"/>
                <a:gd name="connisteX40" fmla="*/ 1341120 w 3131820"/>
                <a:gd name="connsiteY40" fmla="*/ 1080800 h 1389525"/>
                <a:gd name="connisteX41" fmla="*/ 1405890 w 3131820"/>
                <a:gd name="connsiteY41" fmla="*/ 1073180 h 1389525"/>
                <a:gd name="connisteX42" fmla="*/ 1470660 w 3131820"/>
                <a:gd name="connsiteY42" fmla="*/ 1061750 h 1389525"/>
                <a:gd name="connisteX43" fmla="*/ 1535430 w 3131820"/>
                <a:gd name="connsiteY43" fmla="*/ 1027460 h 1389525"/>
                <a:gd name="connisteX44" fmla="*/ 1600200 w 3131820"/>
                <a:gd name="connsiteY44" fmla="*/ 1038890 h 1389525"/>
                <a:gd name="connisteX45" fmla="*/ 1664970 w 3131820"/>
                <a:gd name="connsiteY45" fmla="*/ 1069370 h 1389525"/>
                <a:gd name="connisteX46" fmla="*/ 1729740 w 3131820"/>
                <a:gd name="connsiteY46" fmla="*/ 1076990 h 1389525"/>
                <a:gd name="connisteX47" fmla="*/ 1794510 w 3131820"/>
                <a:gd name="connsiteY47" fmla="*/ 1035080 h 1389525"/>
                <a:gd name="connisteX48" fmla="*/ 1859280 w 3131820"/>
                <a:gd name="connsiteY48" fmla="*/ 974120 h 1389525"/>
                <a:gd name="connisteX49" fmla="*/ 1924050 w 3131820"/>
                <a:gd name="connsiteY49" fmla="*/ 939830 h 1389525"/>
                <a:gd name="connisteX50" fmla="*/ 1988820 w 3131820"/>
                <a:gd name="connsiteY50" fmla="*/ 958880 h 1389525"/>
                <a:gd name="connisteX51" fmla="*/ 2053590 w 3131820"/>
                <a:gd name="connsiteY51" fmla="*/ 974120 h 1389525"/>
                <a:gd name="connisteX52" fmla="*/ 2118360 w 3131820"/>
                <a:gd name="connsiteY52" fmla="*/ 985550 h 1389525"/>
                <a:gd name="connisteX53" fmla="*/ 2183130 w 3131820"/>
                <a:gd name="connsiteY53" fmla="*/ 1046510 h 1389525"/>
                <a:gd name="connisteX54" fmla="*/ 2194560 w 3131820"/>
                <a:gd name="connsiteY54" fmla="*/ 1111280 h 1389525"/>
                <a:gd name="connisteX55" fmla="*/ 2232660 w 3131820"/>
                <a:gd name="connsiteY55" fmla="*/ 1176050 h 1389525"/>
                <a:gd name="connisteX56" fmla="*/ 2297430 w 3131820"/>
                <a:gd name="connsiteY56" fmla="*/ 1179860 h 1389525"/>
                <a:gd name="connisteX57" fmla="*/ 2362200 w 3131820"/>
                <a:gd name="connsiteY57" fmla="*/ 1187480 h 1389525"/>
                <a:gd name="connisteX58" fmla="*/ 2426970 w 3131820"/>
                <a:gd name="connsiteY58" fmla="*/ 1198910 h 1389525"/>
                <a:gd name="connisteX59" fmla="*/ 2491740 w 3131820"/>
                <a:gd name="connsiteY59" fmla="*/ 1195100 h 1389525"/>
                <a:gd name="connisteX60" fmla="*/ 2560320 w 3131820"/>
                <a:gd name="connsiteY60" fmla="*/ 1202720 h 1389525"/>
                <a:gd name="connisteX61" fmla="*/ 2625090 w 3131820"/>
                <a:gd name="connsiteY61" fmla="*/ 1214150 h 1389525"/>
                <a:gd name="connisteX62" fmla="*/ 2682240 w 3131820"/>
                <a:gd name="connsiteY62" fmla="*/ 1278920 h 1389525"/>
                <a:gd name="connisteX63" fmla="*/ 2674620 w 3131820"/>
                <a:gd name="connsiteY63" fmla="*/ 1343690 h 1389525"/>
                <a:gd name="connisteX64" fmla="*/ 2743200 w 3131820"/>
                <a:gd name="connsiteY64" fmla="*/ 1381790 h 1389525"/>
                <a:gd name="connisteX65" fmla="*/ 2807970 w 3131820"/>
                <a:gd name="connsiteY65" fmla="*/ 1381790 h 1389525"/>
                <a:gd name="connisteX66" fmla="*/ 2807970 w 3131820"/>
                <a:gd name="connsiteY66" fmla="*/ 1317020 h 1389525"/>
                <a:gd name="connisteX67" fmla="*/ 2807970 w 3131820"/>
                <a:gd name="connsiteY67" fmla="*/ 1248440 h 1389525"/>
                <a:gd name="connisteX68" fmla="*/ 2872740 w 3131820"/>
                <a:gd name="connsiteY68" fmla="*/ 1244630 h 1389525"/>
                <a:gd name="connisteX69" fmla="*/ 2937510 w 3131820"/>
                <a:gd name="connsiteY69" fmla="*/ 1210340 h 1389525"/>
                <a:gd name="connisteX70" fmla="*/ 3002280 w 3131820"/>
                <a:gd name="connsiteY70" fmla="*/ 1164620 h 1389525"/>
                <a:gd name="connisteX71" fmla="*/ 3067050 w 3131820"/>
                <a:gd name="connsiteY71" fmla="*/ 1137950 h 1389525"/>
                <a:gd name="connisteX72" fmla="*/ 3131820 w 3131820"/>
                <a:gd name="connsiteY72" fmla="*/ 1126520 h 1389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  <a:cxn ang="0">
                  <a:pos x="connisteX62" y="connsiteY62"/>
                </a:cxn>
                <a:cxn ang="0">
                  <a:pos x="connisteX63" y="connsiteY63"/>
                </a:cxn>
                <a:cxn ang="0">
                  <a:pos x="connisteX64" y="connsiteY64"/>
                </a:cxn>
                <a:cxn ang="0">
                  <a:pos x="connisteX65" y="connsiteY65"/>
                </a:cxn>
                <a:cxn ang="0">
                  <a:pos x="connisteX66" y="connsiteY66"/>
                </a:cxn>
                <a:cxn ang="0">
                  <a:pos x="connisteX67" y="connsiteY67"/>
                </a:cxn>
                <a:cxn ang="0">
                  <a:pos x="connisteX68" y="connsiteY68"/>
                </a:cxn>
                <a:cxn ang="0">
                  <a:pos x="connisteX69" y="connsiteY69"/>
                </a:cxn>
                <a:cxn ang="0">
                  <a:pos x="connisteX70" y="connsiteY70"/>
                </a:cxn>
                <a:cxn ang="0">
                  <a:pos x="connisteX71" y="connsiteY71"/>
                </a:cxn>
                <a:cxn ang="0">
                  <a:pos x="connisteX72" y="connsiteY72"/>
                </a:cxn>
              </a:cxnLst>
              <a:rect l="l" t="t" r="r" b="b"/>
              <a:pathLst>
                <a:path w="3131820" h="1389526">
                  <a:moveTo>
                    <a:pt x="0" y="242600"/>
                  </a:moveTo>
                  <a:cubicBezTo>
                    <a:pt x="11430" y="238790"/>
                    <a:pt x="38735" y="229900"/>
                    <a:pt x="64770" y="219740"/>
                  </a:cubicBezTo>
                  <a:cubicBezTo>
                    <a:pt x="90805" y="209580"/>
                    <a:pt x="103505" y="205770"/>
                    <a:pt x="129540" y="193070"/>
                  </a:cubicBezTo>
                  <a:cubicBezTo>
                    <a:pt x="155575" y="180370"/>
                    <a:pt x="167640" y="174020"/>
                    <a:pt x="194310" y="154970"/>
                  </a:cubicBezTo>
                  <a:cubicBezTo>
                    <a:pt x="220980" y="135920"/>
                    <a:pt x="236220" y="116870"/>
                    <a:pt x="262890" y="97820"/>
                  </a:cubicBezTo>
                  <a:cubicBezTo>
                    <a:pt x="289560" y="78770"/>
                    <a:pt x="301625" y="73690"/>
                    <a:pt x="327660" y="59720"/>
                  </a:cubicBezTo>
                  <a:cubicBezTo>
                    <a:pt x="353695" y="45750"/>
                    <a:pt x="366395" y="35590"/>
                    <a:pt x="392430" y="29240"/>
                  </a:cubicBezTo>
                  <a:cubicBezTo>
                    <a:pt x="418465" y="22890"/>
                    <a:pt x="431165" y="26065"/>
                    <a:pt x="457200" y="29240"/>
                  </a:cubicBezTo>
                  <a:cubicBezTo>
                    <a:pt x="483235" y="32415"/>
                    <a:pt x="495935" y="30510"/>
                    <a:pt x="521970" y="44480"/>
                  </a:cubicBezTo>
                  <a:cubicBezTo>
                    <a:pt x="548005" y="58450"/>
                    <a:pt x="560705" y="93375"/>
                    <a:pt x="586740" y="97820"/>
                  </a:cubicBezTo>
                  <a:cubicBezTo>
                    <a:pt x="612775" y="102265"/>
                    <a:pt x="631190" y="86390"/>
                    <a:pt x="651510" y="67340"/>
                  </a:cubicBezTo>
                  <a:cubicBezTo>
                    <a:pt x="671830" y="48290"/>
                    <a:pt x="669290" y="10825"/>
                    <a:pt x="689610" y="2570"/>
                  </a:cubicBezTo>
                  <a:cubicBezTo>
                    <a:pt x="709930" y="-5685"/>
                    <a:pt x="735965" y="7015"/>
                    <a:pt x="754380" y="25430"/>
                  </a:cubicBezTo>
                  <a:cubicBezTo>
                    <a:pt x="772795" y="43845"/>
                    <a:pt x="773430" y="67340"/>
                    <a:pt x="781050" y="94010"/>
                  </a:cubicBezTo>
                  <a:cubicBezTo>
                    <a:pt x="788670" y="120680"/>
                    <a:pt x="782320" y="132745"/>
                    <a:pt x="792480" y="158780"/>
                  </a:cubicBezTo>
                  <a:cubicBezTo>
                    <a:pt x="802640" y="184815"/>
                    <a:pt x="819785" y="197515"/>
                    <a:pt x="830580" y="223550"/>
                  </a:cubicBezTo>
                  <a:cubicBezTo>
                    <a:pt x="841375" y="249585"/>
                    <a:pt x="841375" y="262285"/>
                    <a:pt x="845820" y="288320"/>
                  </a:cubicBezTo>
                  <a:cubicBezTo>
                    <a:pt x="850265" y="314355"/>
                    <a:pt x="857250" y="327055"/>
                    <a:pt x="853440" y="353090"/>
                  </a:cubicBezTo>
                  <a:cubicBezTo>
                    <a:pt x="849630" y="379125"/>
                    <a:pt x="837565" y="391825"/>
                    <a:pt x="826770" y="417860"/>
                  </a:cubicBezTo>
                  <a:cubicBezTo>
                    <a:pt x="815975" y="443895"/>
                    <a:pt x="816610" y="456595"/>
                    <a:pt x="800100" y="482630"/>
                  </a:cubicBezTo>
                  <a:cubicBezTo>
                    <a:pt x="783590" y="508665"/>
                    <a:pt x="767080" y="524540"/>
                    <a:pt x="742950" y="547400"/>
                  </a:cubicBezTo>
                  <a:cubicBezTo>
                    <a:pt x="718820" y="570260"/>
                    <a:pt x="694690" y="574070"/>
                    <a:pt x="678180" y="596930"/>
                  </a:cubicBezTo>
                  <a:cubicBezTo>
                    <a:pt x="661670" y="619790"/>
                    <a:pt x="662940" y="635665"/>
                    <a:pt x="659130" y="661700"/>
                  </a:cubicBezTo>
                  <a:cubicBezTo>
                    <a:pt x="655320" y="687735"/>
                    <a:pt x="645160" y="704880"/>
                    <a:pt x="659130" y="726470"/>
                  </a:cubicBezTo>
                  <a:cubicBezTo>
                    <a:pt x="673100" y="748060"/>
                    <a:pt x="701040" y="760125"/>
                    <a:pt x="727710" y="768380"/>
                  </a:cubicBezTo>
                  <a:cubicBezTo>
                    <a:pt x="754380" y="776635"/>
                    <a:pt x="768985" y="755680"/>
                    <a:pt x="792480" y="768380"/>
                  </a:cubicBezTo>
                  <a:cubicBezTo>
                    <a:pt x="815975" y="781080"/>
                    <a:pt x="831850" y="807115"/>
                    <a:pt x="845820" y="833150"/>
                  </a:cubicBezTo>
                  <a:cubicBezTo>
                    <a:pt x="859790" y="859185"/>
                    <a:pt x="848995" y="871885"/>
                    <a:pt x="861060" y="897920"/>
                  </a:cubicBezTo>
                  <a:cubicBezTo>
                    <a:pt x="873125" y="923955"/>
                    <a:pt x="884555" y="949990"/>
                    <a:pt x="906780" y="962690"/>
                  </a:cubicBezTo>
                  <a:cubicBezTo>
                    <a:pt x="929005" y="975390"/>
                    <a:pt x="956310" y="948720"/>
                    <a:pt x="971550" y="962690"/>
                  </a:cubicBezTo>
                  <a:cubicBezTo>
                    <a:pt x="986790" y="976660"/>
                    <a:pt x="989330" y="1004600"/>
                    <a:pt x="982980" y="1031270"/>
                  </a:cubicBezTo>
                  <a:cubicBezTo>
                    <a:pt x="976630" y="1057940"/>
                    <a:pt x="937895" y="1070005"/>
                    <a:pt x="941070" y="1096040"/>
                  </a:cubicBezTo>
                  <a:cubicBezTo>
                    <a:pt x="944245" y="1122075"/>
                    <a:pt x="974090" y="1144935"/>
                    <a:pt x="998220" y="1160810"/>
                  </a:cubicBezTo>
                  <a:cubicBezTo>
                    <a:pt x="1022350" y="1176685"/>
                    <a:pt x="1036955" y="1164620"/>
                    <a:pt x="1062990" y="1176050"/>
                  </a:cubicBezTo>
                  <a:cubicBezTo>
                    <a:pt x="1089025" y="1187480"/>
                    <a:pt x="1101725" y="1202085"/>
                    <a:pt x="1127760" y="1217960"/>
                  </a:cubicBezTo>
                  <a:cubicBezTo>
                    <a:pt x="1153795" y="1233835"/>
                    <a:pt x="1166495" y="1248440"/>
                    <a:pt x="1192530" y="1256060"/>
                  </a:cubicBezTo>
                  <a:cubicBezTo>
                    <a:pt x="1218565" y="1263680"/>
                    <a:pt x="1231265" y="1252250"/>
                    <a:pt x="1257300" y="1256060"/>
                  </a:cubicBezTo>
                  <a:cubicBezTo>
                    <a:pt x="1283335" y="1259870"/>
                    <a:pt x="1302385" y="1284000"/>
                    <a:pt x="1322070" y="1275110"/>
                  </a:cubicBezTo>
                  <a:cubicBezTo>
                    <a:pt x="1341755" y="1266220"/>
                    <a:pt x="1349375" y="1236375"/>
                    <a:pt x="1356360" y="1210340"/>
                  </a:cubicBezTo>
                  <a:cubicBezTo>
                    <a:pt x="1363345" y="1184305"/>
                    <a:pt x="1359535" y="1171605"/>
                    <a:pt x="1356360" y="1145570"/>
                  </a:cubicBezTo>
                  <a:cubicBezTo>
                    <a:pt x="1353185" y="1119535"/>
                    <a:pt x="1330960" y="1095405"/>
                    <a:pt x="1341120" y="1080800"/>
                  </a:cubicBezTo>
                  <a:cubicBezTo>
                    <a:pt x="1351280" y="1066195"/>
                    <a:pt x="1379855" y="1076990"/>
                    <a:pt x="1405890" y="1073180"/>
                  </a:cubicBezTo>
                  <a:cubicBezTo>
                    <a:pt x="1431925" y="1069370"/>
                    <a:pt x="1444625" y="1070640"/>
                    <a:pt x="1470660" y="1061750"/>
                  </a:cubicBezTo>
                  <a:cubicBezTo>
                    <a:pt x="1496695" y="1052860"/>
                    <a:pt x="1509395" y="1031905"/>
                    <a:pt x="1535430" y="1027460"/>
                  </a:cubicBezTo>
                  <a:cubicBezTo>
                    <a:pt x="1561465" y="1023015"/>
                    <a:pt x="1574165" y="1030635"/>
                    <a:pt x="1600200" y="1038890"/>
                  </a:cubicBezTo>
                  <a:cubicBezTo>
                    <a:pt x="1626235" y="1047145"/>
                    <a:pt x="1638935" y="1061750"/>
                    <a:pt x="1664970" y="1069370"/>
                  </a:cubicBezTo>
                  <a:cubicBezTo>
                    <a:pt x="1691005" y="1076990"/>
                    <a:pt x="1703705" y="1083975"/>
                    <a:pt x="1729740" y="1076990"/>
                  </a:cubicBezTo>
                  <a:cubicBezTo>
                    <a:pt x="1755775" y="1070005"/>
                    <a:pt x="1768475" y="1055400"/>
                    <a:pt x="1794510" y="1035080"/>
                  </a:cubicBezTo>
                  <a:cubicBezTo>
                    <a:pt x="1820545" y="1014760"/>
                    <a:pt x="1833245" y="993170"/>
                    <a:pt x="1859280" y="974120"/>
                  </a:cubicBezTo>
                  <a:cubicBezTo>
                    <a:pt x="1885315" y="955070"/>
                    <a:pt x="1898015" y="943005"/>
                    <a:pt x="1924050" y="939830"/>
                  </a:cubicBezTo>
                  <a:cubicBezTo>
                    <a:pt x="1950085" y="936655"/>
                    <a:pt x="1962785" y="951895"/>
                    <a:pt x="1988820" y="958880"/>
                  </a:cubicBezTo>
                  <a:cubicBezTo>
                    <a:pt x="2014855" y="965865"/>
                    <a:pt x="2027555" y="969040"/>
                    <a:pt x="2053590" y="974120"/>
                  </a:cubicBezTo>
                  <a:cubicBezTo>
                    <a:pt x="2079625" y="979200"/>
                    <a:pt x="2092325" y="970945"/>
                    <a:pt x="2118360" y="985550"/>
                  </a:cubicBezTo>
                  <a:cubicBezTo>
                    <a:pt x="2144395" y="1000155"/>
                    <a:pt x="2167890" y="1021110"/>
                    <a:pt x="2183130" y="1046510"/>
                  </a:cubicBezTo>
                  <a:cubicBezTo>
                    <a:pt x="2198370" y="1071910"/>
                    <a:pt x="2184400" y="1085245"/>
                    <a:pt x="2194560" y="1111280"/>
                  </a:cubicBezTo>
                  <a:cubicBezTo>
                    <a:pt x="2204720" y="1137315"/>
                    <a:pt x="2212340" y="1162080"/>
                    <a:pt x="2232660" y="1176050"/>
                  </a:cubicBezTo>
                  <a:cubicBezTo>
                    <a:pt x="2252980" y="1190020"/>
                    <a:pt x="2271395" y="1177320"/>
                    <a:pt x="2297430" y="1179860"/>
                  </a:cubicBezTo>
                  <a:cubicBezTo>
                    <a:pt x="2323465" y="1182400"/>
                    <a:pt x="2336165" y="1183670"/>
                    <a:pt x="2362200" y="1187480"/>
                  </a:cubicBezTo>
                  <a:cubicBezTo>
                    <a:pt x="2388235" y="1191290"/>
                    <a:pt x="2400935" y="1197640"/>
                    <a:pt x="2426970" y="1198910"/>
                  </a:cubicBezTo>
                  <a:cubicBezTo>
                    <a:pt x="2453005" y="1200180"/>
                    <a:pt x="2465070" y="1194465"/>
                    <a:pt x="2491740" y="1195100"/>
                  </a:cubicBezTo>
                  <a:cubicBezTo>
                    <a:pt x="2518410" y="1195735"/>
                    <a:pt x="2533650" y="1198910"/>
                    <a:pt x="2560320" y="1202720"/>
                  </a:cubicBezTo>
                  <a:cubicBezTo>
                    <a:pt x="2586990" y="1206530"/>
                    <a:pt x="2600960" y="1198910"/>
                    <a:pt x="2625090" y="1214150"/>
                  </a:cubicBezTo>
                  <a:cubicBezTo>
                    <a:pt x="2649220" y="1229390"/>
                    <a:pt x="2672080" y="1252885"/>
                    <a:pt x="2682240" y="1278920"/>
                  </a:cubicBezTo>
                  <a:cubicBezTo>
                    <a:pt x="2692400" y="1304955"/>
                    <a:pt x="2662555" y="1323370"/>
                    <a:pt x="2674620" y="1343690"/>
                  </a:cubicBezTo>
                  <a:cubicBezTo>
                    <a:pt x="2686685" y="1364010"/>
                    <a:pt x="2716530" y="1374170"/>
                    <a:pt x="2743200" y="1381790"/>
                  </a:cubicBezTo>
                  <a:cubicBezTo>
                    <a:pt x="2769870" y="1389410"/>
                    <a:pt x="2795270" y="1394490"/>
                    <a:pt x="2807970" y="1381790"/>
                  </a:cubicBezTo>
                  <a:cubicBezTo>
                    <a:pt x="2820670" y="1369090"/>
                    <a:pt x="2807970" y="1343690"/>
                    <a:pt x="2807970" y="1317020"/>
                  </a:cubicBezTo>
                  <a:cubicBezTo>
                    <a:pt x="2807970" y="1290350"/>
                    <a:pt x="2795270" y="1263045"/>
                    <a:pt x="2807970" y="1248440"/>
                  </a:cubicBezTo>
                  <a:cubicBezTo>
                    <a:pt x="2820670" y="1233835"/>
                    <a:pt x="2846705" y="1252250"/>
                    <a:pt x="2872740" y="1244630"/>
                  </a:cubicBezTo>
                  <a:cubicBezTo>
                    <a:pt x="2898775" y="1237010"/>
                    <a:pt x="2911475" y="1226215"/>
                    <a:pt x="2937510" y="1210340"/>
                  </a:cubicBezTo>
                  <a:cubicBezTo>
                    <a:pt x="2963545" y="1194465"/>
                    <a:pt x="2976245" y="1179225"/>
                    <a:pt x="3002280" y="1164620"/>
                  </a:cubicBezTo>
                  <a:cubicBezTo>
                    <a:pt x="3028315" y="1150015"/>
                    <a:pt x="3041015" y="1145570"/>
                    <a:pt x="3067050" y="1137950"/>
                  </a:cubicBezTo>
                  <a:cubicBezTo>
                    <a:pt x="3093085" y="1130330"/>
                    <a:pt x="3120390" y="1128425"/>
                    <a:pt x="3131820" y="112652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10310" y="10036"/>
              <a:ext cx="576" cy="513"/>
            </a:xfrm>
            <a:custGeom>
              <a:avLst/>
              <a:gdLst>
                <a:gd name="connisteX0" fmla="*/ 289436 w 365643"/>
                <a:gd name="connsiteY0" fmla="*/ 141 h 325825"/>
                <a:gd name="connisteX1" fmla="*/ 224666 w 365643"/>
                <a:gd name="connsiteY1" fmla="*/ 7761 h 325825"/>
                <a:gd name="connisteX2" fmla="*/ 159896 w 365643"/>
                <a:gd name="connsiteY2" fmla="*/ 26811 h 325825"/>
                <a:gd name="connisteX3" fmla="*/ 95126 w 365643"/>
                <a:gd name="connsiteY3" fmla="*/ 61101 h 325825"/>
                <a:gd name="connisteX4" fmla="*/ 41786 w 365643"/>
                <a:gd name="connsiteY4" fmla="*/ 125871 h 325825"/>
                <a:gd name="connisteX5" fmla="*/ 3686 w 365643"/>
                <a:gd name="connsiteY5" fmla="*/ 190641 h 325825"/>
                <a:gd name="connisteX6" fmla="*/ 3686 w 365643"/>
                <a:gd name="connsiteY6" fmla="*/ 255411 h 325825"/>
                <a:gd name="connisteX7" fmla="*/ 11306 w 365643"/>
                <a:gd name="connsiteY7" fmla="*/ 320181 h 325825"/>
                <a:gd name="connisteX8" fmla="*/ 76076 w 365643"/>
                <a:gd name="connsiteY8" fmla="*/ 320181 h 325825"/>
                <a:gd name="connisteX9" fmla="*/ 140846 w 365643"/>
                <a:gd name="connsiteY9" fmla="*/ 320181 h 325825"/>
                <a:gd name="connisteX10" fmla="*/ 205616 w 365643"/>
                <a:gd name="connsiteY10" fmla="*/ 320181 h 325825"/>
                <a:gd name="connisteX11" fmla="*/ 262766 w 365643"/>
                <a:gd name="connsiteY11" fmla="*/ 255411 h 325825"/>
                <a:gd name="connisteX12" fmla="*/ 274196 w 365643"/>
                <a:gd name="connsiteY12" fmla="*/ 186831 h 325825"/>
                <a:gd name="connisteX13" fmla="*/ 300866 w 365643"/>
                <a:gd name="connsiteY13" fmla="*/ 122061 h 325825"/>
                <a:gd name="connisteX14" fmla="*/ 365636 w 365643"/>
                <a:gd name="connsiteY14" fmla="*/ 76341 h 325825"/>
                <a:gd name="connisteX15" fmla="*/ 304676 w 365643"/>
                <a:gd name="connsiteY15" fmla="*/ 11571 h 325825"/>
                <a:gd name="connisteX16" fmla="*/ 289436 w 365643"/>
                <a:gd name="connsiteY16" fmla="*/ 141 h 3258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</a:cxnLst>
              <a:rect l="l" t="t" r="r" b="b"/>
              <a:pathLst>
                <a:path w="365643" h="325826">
                  <a:moveTo>
                    <a:pt x="289437" y="141"/>
                  </a:moveTo>
                  <a:cubicBezTo>
                    <a:pt x="273562" y="-494"/>
                    <a:pt x="250702" y="2681"/>
                    <a:pt x="224667" y="7761"/>
                  </a:cubicBezTo>
                  <a:cubicBezTo>
                    <a:pt x="198632" y="12841"/>
                    <a:pt x="185932" y="16016"/>
                    <a:pt x="159897" y="26811"/>
                  </a:cubicBezTo>
                  <a:cubicBezTo>
                    <a:pt x="133862" y="37606"/>
                    <a:pt x="118622" y="41416"/>
                    <a:pt x="95127" y="61101"/>
                  </a:cubicBezTo>
                  <a:cubicBezTo>
                    <a:pt x="71632" y="80786"/>
                    <a:pt x="60202" y="99836"/>
                    <a:pt x="41787" y="125871"/>
                  </a:cubicBezTo>
                  <a:cubicBezTo>
                    <a:pt x="23372" y="151906"/>
                    <a:pt x="11307" y="164606"/>
                    <a:pt x="3687" y="190641"/>
                  </a:cubicBezTo>
                  <a:cubicBezTo>
                    <a:pt x="-3933" y="216676"/>
                    <a:pt x="2417" y="229376"/>
                    <a:pt x="3687" y="255411"/>
                  </a:cubicBezTo>
                  <a:cubicBezTo>
                    <a:pt x="4957" y="281446"/>
                    <a:pt x="-3298" y="307481"/>
                    <a:pt x="11307" y="320181"/>
                  </a:cubicBezTo>
                  <a:cubicBezTo>
                    <a:pt x="25912" y="332881"/>
                    <a:pt x="50042" y="320181"/>
                    <a:pt x="76077" y="320181"/>
                  </a:cubicBezTo>
                  <a:cubicBezTo>
                    <a:pt x="102112" y="320181"/>
                    <a:pt x="114812" y="320181"/>
                    <a:pt x="140847" y="320181"/>
                  </a:cubicBezTo>
                  <a:cubicBezTo>
                    <a:pt x="166882" y="320181"/>
                    <a:pt x="181487" y="332881"/>
                    <a:pt x="205617" y="320181"/>
                  </a:cubicBezTo>
                  <a:cubicBezTo>
                    <a:pt x="229747" y="307481"/>
                    <a:pt x="248797" y="282081"/>
                    <a:pt x="262767" y="255411"/>
                  </a:cubicBezTo>
                  <a:cubicBezTo>
                    <a:pt x="276737" y="228741"/>
                    <a:pt x="266577" y="213501"/>
                    <a:pt x="274197" y="186831"/>
                  </a:cubicBezTo>
                  <a:cubicBezTo>
                    <a:pt x="281817" y="160161"/>
                    <a:pt x="282452" y="144286"/>
                    <a:pt x="300867" y="122061"/>
                  </a:cubicBezTo>
                  <a:cubicBezTo>
                    <a:pt x="319282" y="99836"/>
                    <a:pt x="365002" y="98566"/>
                    <a:pt x="365637" y="76341"/>
                  </a:cubicBezTo>
                  <a:cubicBezTo>
                    <a:pt x="366272" y="54116"/>
                    <a:pt x="319917" y="26811"/>
                    <a:pt x="304677" y="11571"/>
                  </a:cubicBezTo>
                  <a:cubicBezTo>
                    <a:pt x="289437" y="-3669"/>
                    <a:pt x="305312" y="776"/>
                    <a:pt x="289437" y="141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13093" y="8146"/>
              <a:ext cx="412" cy="1068"/>
            </a:xfrm>
            <a:custGeom>
              <a:avLst/>
              <a:gdLst>
                <a:gd name="connisteX0" fmla="*/ 202327 w 261392"/>
                <a:gd name="connsiteY0" fmla="*/ 7620 h 678186"/>
                <a:gd name="connisteX1" fmla="*/ 137557 w 261392"/>
                <a:gd name="connsiteY1" fmla="*/ 60960 h 678186"/>
                <a:gd name="connisteX2" fmla="*/ 84217 w 261392"/>
                <a:gd name="connsiteY2" fmla="*/ 125730 h 678186"/>
                <a:gd name="connisteX3" fmla="*/ 57547 w 261392"/>
                <a:gd name="connsiteY3" fmla="*/ 190500 h 678186"/>
                <a:gd name="connisteX4" fmla="*/ 38497 w 261392"/>
                <a:gd name="connsiteY4" fmla="*/ 255270 h 678186"/>
                <a:gd name="connisteX5" fmla="*/ 11827 w 261392"/>
                <a:gd name="connsiteY5" fmla="*/ 320040 h 678186"/>
                <a:gd name="connisteX6" fmla="*/ 397 w 261392"/>
                <a:gd name="connsiteY6" fmla="*/ 384810 h 678186"/>
                <a:gd name="connisteX7" fmla="*/ 4207 w 261392"/>
                <a:gd name="connsiteY7" fmla="*/ 449580 h 678186"/>
                <a:gd name="connisteX8" fmla="*/ 15637 w 261392"/>
                <a:gd name="connsiteY8" fmla="*/ 514350 h 678186"/>
                <a:gd name="connisteX9" fmla="*/ 53737 w 261392"/>
                <a:gd name="connsiteY9" fmla="*/ 579120 h 678186"/>
                <a:gd name="connisteX10" fmla="*/ 118507 w 261392"/>
                <a:gd name="connsiteY10" fmla="*/ 613410 h 678186"/>
                <a:gd name="connisteX11" fmla="*/ 137557 w 261392"/>
                <a:gd name="connsiteY11" fmla="*/ 678180 h 678186"/>
                <a:gd name="connisteX12" fmla="*/ 198517 w 261392"/>
                <a:gd name="connsiteY12" fmla="*/ 609600 h 678186"/>
                <a:gd name="connisteX13" fmla="*/ 198517 w 261392"/>
                <a:gd name="connsiteY13" fmla="*/ 544830 h 678186"/>
                <a:gd name="connisteX14" fmla="*/ 202327 w 261392"/>
                <a:gd name="connsiteY14" fmla="*/ 480060 h 678186"/>
                <a:gd name="connisteX15" fmla="*/ 221377 w 261392"/>
                <a:gd name="connsiteY15" fmla="*/ 415290 h 678186"/>
                <a:gd name="connisteX16" fmla="*/ 236617 w 261392"/>
                <a:gd name="connsiteY16" fmla="*/ 350520 h 678186"/>
                <a:gd name="connisteX17" fmla="*/ 248047 w 261392"/>
                <a:gd name="connsiteY17" fmla="*/ 285750 h 678186"/>
                <a:gd name="connisteX18" fmla="*/ 248047 w 261392"/>
                <a:gd name="connsiteY18" fmla="*/ 220980 h 678186"/>
                <a:gd name="connisteX19" fmla="*/ 248047 w 261392"/>
                <a:gd name="connsiteY19" fmla="*/ 156210 h 678186"/>
                <a:gd name="connisteX20" fmla="*/ 259477 w 261392"/>
                <a:gd name="connsiteY20" fmla="*/ 91440 h 678186"/>
                <a:gd name="connisteX21" fmla="*/ 251857 w 261392"/>
                <a:gd name="connsiteY21" fmla="*/ 26670 h 678186"/>
                <a:gd name="connisteX22" fmla="*/ 187087 w 261392"/>
                <a:gd name="connsiteY22" fmla="*/ 3810 h 678186"/>
                <a:gd name="connisteX23" fmla="*/ 202327 w 261392"/>
                <a:gd name="connsiteY23" fmla="*/ 7620 h 67818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</a:cxnLst>
              <a:rect l="l" t="t" r="r" b="b"/>
              <a:pathLst>
                <a:path w="261393" h="678187">
                  <a:moveTo>
                    <a:pt x="202328" y="7620"/>
                  </a:moveTo>
                  <a:cubicBezTo>
                    <a:pt x="192168" y="19050"/>
                    <a:pt x="161053" y="37465"/>
                    <a:pt x="137558" y="60960"/>
                  </a:cubicBezTo>
                  <a:cubicBezTo>
                    <a:pt x="114063" y="84455"/>
                    <a:pt x="100093" y="99695"/>
                    <a:pt x="84218" y="125730"/>
                  </a:cubicBezTo>
                  <a:cubicBezTo>
                    <a:pt x="68343" y="151765"/>
                    <a:pt x="66438" y="164465"/>
                    <a:pt x="57548" y="190500"/>
                  </a:cubicBezTo>
                  <a:cubicBezTo>
                    <a:pt x="48658" y="216535"/>
                    <a:pt x="47388" y="229235"/>
                    <a:pt x="38498" y="255270"/>
                  </a:cubicBezTo>
                  <a:cubicBezTo>
                    <a:pt x="29608" y="281305"/>
                    <a:pt x="19448" y="294005"/>
                    <a:pt x="11828" y="320040"/>
                  </a:cubicBezTo>
                  <a:cubicBezTo>
                    <a:pt x="4208" y="346075"/>
                    <a:pt x="1668" y="358775"/>
                    <a:pt x="398" y="384810"/>
                  </a:cubicBezTo>
                  <a:cubicBezTo>
                    <a:pt x="-872" y="410845"/>
                    <a:pt x="1033" y="423545"/>
                    <a:pt x="4208" y="449580"/>
                  </a:cubicBezTo>
                  <a:cubicBezTo>
                    <a:pt x="7383" y="475615"/>
                    <a:pt x="5478" y="488315"/>
                    <a:pt x="15638" y="514350"/>
                  </a:cubicBezTo>
                  <a:cubicBezTo>
                    <a:pt x="25798" y="540385"/>
                    <a:pt x="33418" y="559435"/>
                    <a:pt x="53738" y="579120"/>
                  </a:cubicBezTo>
                  <a:cubicBezTo>
                    <a:pt x="74058" y="598805"/>
                    <a:pt x="101998" y="593725"/>
                    <a:pt x="118508" y="613410"/>
                  </a:cubicBezTo>
                  <a:cubicBezTo>
                    <a:pt x="135018" y="633095"/>
                    <a:pt x="121683" y="678815"/>
                    <a:pt x="137558" y="678180"/>
                  </a:cubicBezTo>
                  <a:cubicBezTo>
                    <a:pt x="153433" y="677545"/>
                    <a:pt x="186453" y="636270"/>
                    <a:pt x="198518" y="609600"/>
                  </a:cubicBezTo>
                  <a:cubicBezTo>
                    <a:pt x="210583" y="582930"/>
                    <a:pt x="197883" y="570865"/>
                    <a:pt x="198518" y="544830"/>
                  </a:cubicBezTo>
                  <a:cubicBezTo>
                    <a:pt x="199153" y="518795"/>
                    <a:pt x="197883" y="506095"/>
                    <a:pt x="202328" y="480060"/>
                  </a:cubicBezTo>
                  <a:cubicBezTo>
                    <a:pt x="206773" y="454025"/>
                    <a:pt x="214393" y="441325"/>
                    <a:pt x="221378" y="415290"/>
                  </a:cubicBezTo>
                  <a:cubicBezTo>
                    <a:pt x="228363" y="389255"/>
                    <a:pt x="231538" y="376555"/>
                    <a:pt x="236618" y="350520"/>
                  </a:cubicBezTo>
                  <a:cubicBezTo>
                    <a:pt x="241698" y="324485"/>
                    <a:pt x="245508" y="311785"/>
                    <a:pt x="248048" y="285750"/>
                  </a:cubicBezTo>
                  <a:cubicBezTo>
                    <a:pt x="250588" y="259715"/>
                    <a:pt x="248048" y="247015"/>
                    <a:pt x="248048" y="220980"/>
                  </a:cubicBezTo>
                  <a:cubicBezTo>
                    <a:pt x="248048" y="194945"/>
                    <a:pt x="245508" y="182245"/>
                    <a:pt x="248048" y="156210"/>
                  </a:cubicBezTo>
                  <a:cubicBezTo>
                    <a:pt x="250588" y="130175"/>
                    <a:pt x="258843" y="117475"/>
                    <a:pt x="259478" y="91440"/>
                  </a:cubicBezTo>
                  <a:cubicBezTo>
                    <a:pt x="260113" y="65405"/>
                    <a:pt x="266463" y="44450"/>
                    <a:pt x="251858" y="26670"/>
                  </a:cubicBezTo>
                  <a:cubicBezTo>
                    <a:pt x="237253" y="8890"/>
                    <a:pt x="197248" y="7620"/>
                    <a:pt x="187088" y="3810"/>
                  </a:cubicBezTo>
                  <a:cubicBezTo>
                    <a:pt x="176928" y="0"/>
                    <a:pt x="212488" y="-3810"/>
                    <a:pt x="202328" y="762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11192" y="5883"/>
              <a:ext cx="2052" cy="3678"/>
            </a:xfrm>
            <a:custGeom>
              <a:avLst/>
              <a:gdLst>
                <a:gd name="connisteX0" fmla="*/ 0 w 1303068"/>
                <a:gd name="connsiteY0" fmla="*/ 2335530 h 2335530"/>
                <a:gd name="connisteX1" fmla="*/ 64770 w 1303068"/>
                <a:gd name="connsiteY1" fmla="*/ 2308860 h 2335530"/>
                <a:gd name="connisteX2" fmla="*/ 129540 w 1303068"/>
                <a:gd name="connsiteY2" fmla="*/ 2240280 h 2335530"/>
                <a:gd name="connisteX3" fmla="*/ 194310 w 1303068"/>
                <a:gd name="connsiteY3" fmla="*/ 2205990 h 2335530"/>
                <a:gd name="connisteX4" fmla="*/ 259080 w 1303068"/>
                <a:gd name="connsiteY4" fmla="*/ 2171700 h 2335530"/>
                <a:gd name="connisteX5" fmla="*/ 323850 w 1303068"/>
                <a:gd name="connsiteY5" fmla="*/ 2145030 h 2335530"/>
                <a:gd name="connisteX6" fmla="*/ 388620 w 1303068"/>
                <a:gd name="connsiteY6" fmla="*/ 2095500 h 2335530"/>
                <a:gd name="connisteX7" fmla="*/ 453390 w 1303068"/>
                <a:gd name="connsiteY7" fmla="*/ 2072640 h 2335530"/>
                <a:gd name="connisteX8" fmla="*/ 518160 w 1303068"/>
                <a:gd name="connsiteY8" fmla="*/ 2053590 h 2335530"/>
                <a:gd name="connisteX9" fmla="*/ 582930 w 1303068"/>
                <a:gd name="connsiteY9" fmla="*/ 2034540 h 2335530"/>
                <a:gd name="connisteX10" fmla="*/ 647700 w 1303068"/>
                <a:gd name="connsiteY10" fmla="*/ 2019300 h 2335530"/>
                <a:gd name="connisteX11" fmla="*/ 712470 w 1303068"/>
                <a:gd name="connsiteY11" fmla="*/ 1969770 h 2335530"/>
                <a:gd name="connisteX12" fmla="*/ 758190 w 1303068"/>
                <a:gd name="connsiteY12" fmla="*/ 1905000 h 2335530"/>
                <a:gd name="connisteX13" fmla="*/ 803910 w 1303068"/>
                <a:gd name="connsiteY13" fmla="*/ 1840230 h 2335530"/>
                <a:gd name="connisteX14" fmla="*/ 864870 w 1303068"/>
                <a:gd name="connsiteY14" fmla="*/ 1775460 h 2335530"/>
                <a:gd name="connisteX15" fmla="*/ 902970 w 1303068"/>
                <a:gd name="connsiteY15" fmla="*/ 1710690 h 2335530"/>
                <a:gd name="connisteX16" fmla="*/ 929640 w 1303068"/>
                <a:gd name="connsiteY16" fmla="*/ 1645920 h 2335530"/>
                <a:gd name="connisteX17" fmla="*/ 956310 w 1303068"/>
                <a:gd name="connsiteY17" fmla="*/ 1581150 h 2335530"/>
                <a:gd name="connisteX18" fmla="*/ 971550 w 1303068"/>
                <a:gd name="connsiteY18" fmla="*/ 1516380 h 2335530"/>
                <a:gd name="connisteX19" fmla="*/ 1005840 w 1303068"/>
                <a:gd name="connsiteY19" fmla="*/ 1451610 h 2335530"/>
                <a:gd name="connisteX20" fmla="*/ 1055370 w 1303068"/>
                <a:gd name="connsiteY20" fmla="*/ 1386840 h 2335530"/>
                <a:gd name="connisteX21" fmla="*/ 1085850 w 1303068"/>
                <a:gd name="connsiteY21" fmla="*/ 1322070 h 2335530"/>
                <a:gd name="connisteX22" fmla="*/ 1131570 w 1303068"/>
                <a:gd name="connsiteY22" fmla="*/ 1257300 h 2335530"/>
                <a:gd name="connisteX23" fmla="*/ 1169670 w 1303068"/>
                <a:gd name="connsiteY23" fmla="*/ 1192530 h 2335530"/>
                <a:gd name="connisteX24" fmla="*/ 1188720 w 1303068"/>
                <a:gd name="connsiteY24" fmla="*/ 1123950 h 2335530"/>
                <a:gd name="connisteX25" fmla="*/ 1188720 w 1303068"/>
                <a:gd name="connsiteY25" fmla="*/ 1059180 h 2335530"/>
                <a:gd name="connisteX26" fmla="*/ 1200150 w 1303068"/>
                <a:gd name="connsiteY26" fmla="*/ 994410 h 2335530"/>
                <a:gd name="connisteX27" fmla="*/ 1249680 w 1303068"/>
                <a:gd name="connsiteY27" fmla="*/ 929640 h 2335530"/>
                <a:gd name="connisteX28" fmla="*/ 1291590 w 1303068"/>
                <a:gd name="connsiteY28" fmla="*/ 864870 h 2335530"/>
                <a:gd name="connisteX29" fmla="*/ 1303020 w 1303068"/>
                <a:gd name="connsiteY29" fmla="*/ 800100 h 2335530"/>
                <a:gd name="connisteX30" fmla="*/ 1295400 w 1303068"/>
                <a:gd name="connsiteY30" fmla="*/ 735330 h 2335530"/>
                <a:gd name="connisteX31" fmla="*/ 1291590 w 1303068"/>
                <a:gd name="connsiteY31" fmla="*/ 670560 h 2335530"/>
                <a:gd name="connisteX32" fmla="*/ 1226820 w 1303068"/>
                <a:gd name="connsiteY32" fmla="*/ 628650 h 2335530"/>
                <a:gd name="connisteX33" fmla="*/ 1162050 w 1303068"/>
                <a:gd name="connsiteY33" fmla="*/ 628650 h 2335530"/>
                <a:gd name="connisteX34" fmla="*/ 1097280 w 1303068"/>
                <a:gd name="connsiteY34" fmla="*/ 628650 h 2335530"/>
                <a:gd name="connisteX35" fmla="*/ 1059180 w 1303068"/>
                <a:gd name="connsiteY35" fmla="*/ 563880 h 2335530"/>
                <a:gd name="connisteX36" fmla="*/ 1120140 w 1303068"/>
                <a:gd name="connsiteY36" fmla="*/ 495300 h 2335530"/>
                <a:gd name="connisteX37" fmla="*/ 1158240 w 1303068"/>
                <a:gd name="connsiteY37" fmla="*/ 430530 h 2335530"/>
                <a:gd name="connisteX38" fmla="*/ 1173480 w 1303068"/>
                <a:gd name="connsiteY38" fmla="*/ 365760 h 2335530"/>
                <a:gd name="connisteX39" fmla="*/ 1165860 w 1303068"/>
                <a:gd name="connsiteY39" fmla="*/ 300990 h 2335530"/>
                <a:gd name="connisteX40" fmla="*/ 1101090 w 1303068"/>
                <a:gd name="connsiteY40" fmla="*/ 259080 h 2335530"/>
                <a:gd name="connisteX41" fmla="*/ 1047750 w 1303068"/>
                <a:gd name="connsiteY41" fmla="*/ 194310 h 2335530"/>
                <a:gd name="connisteX42" fmla="*/ 1005840 w 1303068"/>
                <a:gd name="connsiteY42" fmla="*/ 129540 h 2335530"/>
                <a:gd name="connisteX43" fmla="*/ 975360 w 1303068"/>
                <a:gd name="connsiteY43" fmla="*/ 64770 h 2335530"/>
                <a:gd name="connisteX44" fmla="*/ 929640 w 1303068"/>
                <a:gd name="connsiteY44" fmla="*/ 0 h 23355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</a:cxnLst>
              <a:rect l="l" t="t" r="r" b="b"/>
              <a:pathLst>
                <a:path w="1303069" h="2335530">
                  <a:moveTo>
                    <a:pt x="0" y="2335530"/>
                  </a:moveTo>
                  <a:cubicBezTo>
                    <a:pt x="11430" y="2331720"/>
                    <a:pt x="38735" y="2327910"/>
                    <a:pt x="64770" y="2308860"/>
                  </a:cubicBezTo>
                  <a:cubicBezTo>
                    <a:pt x="90805" y="2289810"/>
                    <a:pt x="103505" y="2260600"/>
                    <a:pt x="129540" y="2240280"/>
                  </a:cubicBezTo>
                  <a:cubicBezTo>
                    <a:pt x="155575" y="2219960"/>
                    <a:pt x="168275" y="2219960"/>
                    <a:pt x="194310" y="2205990"/>
                  </a:cubicBezTo>
                  <a:cubicBezTo>
                    <a:pt x="220345" y="2192020"/>
                    <a:pt x="233045" y="2183765"/>
                    <a:pt x="259080" y="2171700"/>
                  </a:cubicBezTo>
                  <a:cubicBezTo>
                    <a:pt x="285115" y="2159635"/>
                    <a:pt x="297815" y="2160270"/>
                    <a:pt x="323850" y="2145030"/>
                  </a:cubicBezTo>
                  <a:cubicBezTo>
                    <a:pt x="349885" y="2129790"/>
                    <a:pt x="362585" y="2110105"/>
                    <a:pt x="388620" y="2095500"/>
                  </a:cubicBezTo>
                  <a:cubicBezTo>
                    <a:pt x="414655" y="2080895"/>
                    <a:pt x="427355" y="2080895"/>
                    <a:pt x="453390" y="2072640"/>
                  </a:cubicBezTo>
                  <a:cubicBezTo>
                    <a:pt x="479425" y="2064385"/>
                    <a:pt x="492125" y="2061210"/>
                    <a:pt x="518160" y="2053590"/>
                  </a:cubicBezTo>
                  <a:cubicBezTo>
                    <a:pt x="544195" y="2045970"/>
                    <a:pt x="556895" y="2041525"/>
                    <a:pt x="582930" y="2034540"/>
                  </a:cubicBezTo>
                  <a:cubicBezTo>
                    <a:pt x="608965" y="2027555"/>
                    <a:pt x="621665" y="2032000"/>
                    <a:pt x="647700" y="2019300"/>
                  </a:cubicBezTo>
                  <a:cubicBezTo>
                    <a:pt x="673735" y="2006600"/>
                    <a:pt x="690245" y="1992630"/>
                    <a:pt x="712470" y="1969770"/>
                  </a:cubicBezTo>
                  <a:cubicBezTo>
                    <a:pt x="734695" y="1946910"/>
                    <a:pt x="739775" y="1931035"/>
                    <a:pt x="758190" y="1905000"/>
                  </a:cubicBezTo>
                  <a:cubicBezTo>
                    <a:pt x="776605" y="1878965"/>
                    <a:pt x="782320" y="1866265"/>
                    <a:pt x="803910" y="1840230"/>
                  </a:cubicBezTo>
                  <a:cubicBezTo>
                    <a:pt x="825500" y="1814195"/>
                    <a:pt x="845185" y="1801495"/>
                    <a:pt x="864870" y="1775460"/>
                  </a:cubicBezTo>
                  <a:cubicBezTo>
                    <a:pt x="884555" y="1749425"/>
                    <a:pt x="890270" y="1736725"/>
                    <a:pt x="902970" y="1710690"/>
                  </a:cubicBezTo>
                  <a:cubicBezTo>
                    <a:pt x="915670" y="1684655"/>
                    <a:pt x="918845" y="1671955"/>
                    <a:pt x="929640" y="1645920"/>
                  </a:cubicBezTo>
                  <a:cubicBezTo>
                    <a:pt x="940435" y="1619885"/>
                    <a:pt x="948055" y="1607185"/>
                    <a:pt x="956310" y="1581150"/>
                  </a:cubicBezTo>
                  <a:cubicBezTo>
                    <a:pt x="964565" y="1555115"/>
                    <a:pt x="961390" y="1542415"/>
                    <a:pt x="971550" y="1516380"/>
                  </a:cubicBezTo>
                  <a:cubicBezTo>
                    <a:pt x="981710" y="1490345"/>
                    <a:pt x="989330" y="1477645"/>
                    <a:pt x="1005840" y="1451610"/>
                  </a:cubicBezTo>
                  <a:cubicBezTo>
                    <a:pt x="1022350" y="1425575"/>
                    <a:pt x="1039495" y="1412875"/>
                    <a:pt x="1055370" y="1386840"/>
                  </a:cubicBezTo>
                  <a:cubicBezTo>
                    <a:pt x="1071245" y="1360805"/>
                    <a:pt x="1070610" y="1348105"/>
                    <a:pt x="1085850" y="1322070"/>
                  </a:cubicBezTo>
                  <a:cubicBezTo>
                    <a:pt x="1101090" y="1296035"/>
                    <a:pt x="1115060" y="1283335"/>
                    <a:pt x="1131570" y="1257300"/>
                  </a:cubicBezTo>
                  <a:cubicBezTo>
                    <a:pt x="1148080" y="1231265"/>
                    <a:pt x="1158240" y="1219200"/>
                    <a:pt x="1169670" y="1192530"/>
                  </a:cubicBezTo>
                  <a:cubicBezTo>
                    <a:pt x="1181100" y="1165860"/>
                    <a:pt x="1184910" y="1150620"/>
                    <a:pt x="1188720" y="1123950"/>
                  </a:cubicBezTo>
                  <a:cubicBezTo>
                    <a:pt x="1192530" y="1097280"/>
                    <a:pt x="1186180" y="1085215"/>
                    <a:pt x="1188720" y="1059180"/>
                  </a:cubicBezTo>
                  <a:cubicBezTo>
                    <a:pt x="1191260" y="1033145"/>
                    <a:pt x="1188085" y="1020445"/>
                    <a:pt x="1200150" y="994410"/>
                  </a:cubicBezTo>
                  <a:cubicBezTo>
                    <a:pt x="1212215" y="968375"/>
                    <a:pt x="1231265" y="955675"/>
                    <a:pt x="1249680" y="929640"/>
                  </a:cubicBezTo>
                  <a:cubicBezTo>
                    <a:pt x="1268095" y="903605"/>
                    <a:pt x="1280795" y="890905"/>
                    <a:pt x="1291590" y="864870"/>
                  </a:cubicBezTo>
                  <a:cubicBezTo>
                    <a:pt x="1302385" y="838835"/>
                    <a:pt x="1302385" y="826135"/>
                    <a:pt x="1303020" y="800100"/>
                  </a:cubicBezTo>
                  <a:cubicBezTo>
                    <a:pt x="1303655" y="774065"/>
                    <a:pt x="1297940" y="761365"/>
                    <a:pt x="1295400" y="735330"/>
                  </a:cubicBezTo>
                  <a:cubicBezTo>
                    <a:pt x="1292860" y="709295"/>
                    <a:pt x="1305560" y="692150"/>
                    <a:pt x="1291590" y="670560"/>
                  </a:cubicBezTo>
                  <a:cubicBezTo>
                    <a:pt x="1277620" y="648970"/>
                    <a:pt x="1252855" y="636905"/>
                    <a:pt x="1226820" y="628650"/>
                  </a:cubicBezTo>
                  <a:cubicBezTo>
                    <a:pt x="1200785" y="620395"/>
                    <a:pt x="1188085" y="628650"/>
                    <a:pt x="1162050" y="628650"/>
                  </a:cubicBezTo>
                  <a:cubicBezTo>
                    <a:pt x="1136015" y="628650"/>
                    <a:pt x="1117600" y="641350"/>
                    <a:pt x="1097280" y="628650"/>
                  </a:cubicBezTo>
                  <a:cubicBezTo>
                    <a:pt x="1076960" y="615950"/>
                    <a:pt x="1054735" y="590550"/>
                    <a:pt x="1059180" y="563880"/>
                  </a:cubicBezTo>
                  <a:cubicBezTo>
                    <a:pt x="1063625" y="537210"/>
                    <a:pt x="1100455" y="521970"/>
                    <a:pt x="1120140" y="495300"/>
                  </a:cubicBezTo>
                  <a:cubicBezTo>
                    <a:pt x="1139825" y="468630"/>
                    <a:pt x="1147445" y="456565"/>
                    <a:pt x="1158240" y="430530"/>
                  </a:cubicBezTo>
                  <a:cubicBezTo>
                    <a:pt x="1169035" y="404495"/>
                    <a:pt x="1172210" y="391795"/>
                    <a:pt x="1173480" y="365760"/>
                  </a:cubicBezTo>
                  <a:cubicBezTo>
                    <a:pt x="1174750" y="339725"/>
                    <a:pt x="1180465" y="322580"/>
                    <a:pt x="1165860" y="300990"/>
                  </a:cubicBezTo>
                  <a:cubicBezTo>
                    <a:pt x="1151255" y="279400"/>
                    <a:pt x="1124585" y="280670"/>
                    <a:pt x="1101090" y="259080"/>
                  </a:cubicBezTo>
                  <a:cubicBezTo>
                    <a:pt x="1077595" y="237490"/>
                    <a:pt x="1066800" y="220345"/>
                    <a:pt x="1047750" y="194310"/>
                  </a:cubicBezTo>
                  <a:cubicBezTo>
                    <a:pt x="1028700" y="168275"/>
                    <a:pt x="1020445" y="155575"/>
                    <a:pt x="1005840" y="129540"/>
                  </a:cubicBezTo>
                  <a:cubicBezTo>
                    <a:pt x="991235" y="103505"/>
                    <a:pt x="990600" y="90805"/>
                    <a:pt x="975360" y="64770"/>
                  </a:cubicBezTo>
                  <a:cubicBezTo>
                    <a:pt x="960120" y="38735"/>
                    <a:pt x="937895" y="11430"/>
                    <a:pt x="92964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11746" y="2928"/>
              <a:ext cx="2404" cy="2958"/>
            </a:xfrm>
            <a:custGeom>
              <a:avLst/>
              <a:gdLst>
                <a:gd name="connisteX0" fmla="*/ 581375 w 1526255"/>
                <a:gd name="connsiteY0" fmla="*/ 1878330 h 1878330"/>
                <a:gd name="connisteX1" fmla="*/ 516605 w 1526255"/>
                <a:gd name="connsiteY1" fmla="*/ 1840230 h 1878330"/>
                <a:gd name="connisteX2" fmla="*/ 451835 w 1526255"/>
                <a:gd name="connsiteY2" fmla="*/ 1798320 h 1878330"/>
                <a:gd name="connisteX3" fmla="*/ 387065 w 1526255"/>
                <a:gd name="connsiteY3" fmla="*/ 1748790 h 1878330"/>
                <a:gd name="connisteX4" fmla="*/ 352775 w 1526255"/>
                <a:gd name="connsiteY4" fmla="*/ 1684020 h 1878330"/>
                <a:gd name="connisteX5" fmla="*/ 360395 w 1526255"/>
                <a:gd name="connsiteY5" fmla="*/ 1619250 h 1878330"/>
                <a:gd name="connisteX6" fmla="*/ 425165 w 1526255"/>
                <a:gd name="connsiteY6" fmla="*/ 1558290 h 1878330"/>
                <a:gd name="connisteX7" fmla="*/ 486125 w 1526255"/>
                <a:gd name="connsiteY7" fmla="*/ 1493520 h 1878330"/>
                <a:gd name="connisteX8" fmla="*/ 550895 w 1526255"/>
                <a:gd name="connsiteY8" fmla="*/ 1432560 h 1878330"/>
                <a:gd name="connisteX9" fmla="*/ 604235 w 1526255"/>
                <a:gd name="connsiteY9" fmla="*/ 1367790 h 1878330"/>
                <a:gd name="connisteX10" fmla="*/ 669005 w 1526255"/>
                <a:gd name="connsiteY10" fmla="*/ 1310640 h 1878330"/>
                <a:gd name="connisteX11" fmla="*/ 733775 w 1526255"/>
                <a:gd name="connsiteY11" fmla="*/ 1264920 h 1878330"/>
                <a:gd name="connisteX12" fmla="*/ 790925 w 1526255"/>
                <a:gd name="connsiteY12" fmla="*/ 1200150 h 1878330"/>
                <a:gd name="connisteX13" fmla="*/ 722345 w 1526255"/>
                <a:gd name="connsiteY13" fmla="*/ 1143000 h 1878330"/>
                <a:gd name="connisteX14" fmla="*/ 657575 w 1526255"/>
                <a:gd name="connsiteY14" fmla="*/ 1135380 h 1878330"/>
                <a:gd name="connisteX15" fmla="*/ 592805 w 1526255"/>
                <a:gd name="connsiteY15" fmla="*/ 1131570 h 1878330"/>
                <a:gd name="connisteX16" fmla="*/ 528035 w 1526255"/>
                <a:gd name="connsiteY16" fmla="*/ 1139190 h 1878330"/>
                <a:gd name="connisteX17" fmla="*/ 463265 w 1526255"/>
                <a:gd name="connsiteY17" fmla="*/ 1154430 h 1878330"/>
                <a:gd name="connisteX18" fmla="*/ 398495 w 1526255"/>
                <a:gd name="connsiteY18" fmla="*/ 1181100 h 1878330"/>
                <a:gd name="connisteX19" fmla="*/ 360395 w 1526255"/>
                <a:gd name="connsiteY19" fmla="*/ 1245870 h 1878330"/>
                <a:gd name="connisteX20" fmla="*/ 295625 w 1526255"/>
                <a:gd name="connsiteY20" fmla="*/ 1287780 h 1878330"/>
                <a:gd name="connisteX21" fmla="*/ 242285 w 1526255"/>
                <a:gd name="connsiteY21" fmla="*/ 1223010 h 1878330"/>
                <a:gd name="connisteX22" fmla="*/ 257525 w 1526255"/>
                <a:gd name="connsiteY22" fmla="*/ 1158240 h 1878330"/>
                <a:gd name="connisteX23" fmla="*/ 192755 w 1526255"/>
                <a:gd name="connsiteY23" fmla="*/ 1135380 h 1878330"/>
                <a:gd name="connisteX24" fmla="*/ 127985 w 1526255"/>
                <a:gd name="connsiteY24" fmla="*/ 1139190 h 1878330"/>
                <a:gd name="connisteX25" fmla="*/ 63215 w 1526255"/>
                <a:gd name="connsiteY25" fmla="*/ 1123950 h 1878330"/>
                <a:gd name="connisteX26" fmla="*/ 2255 w 1526255"/>
                <a:gd name="connsiteY26" fmla="*/ 1059180 h 1878330"/>
                <a:gd name="connisteX27" fmla="*/ 25115 w 1526255"/>
                <a:gd name="connsiteY27" fmla="*/ 994410 h 1878330"/>
                <a:gd name="connisteX28" fmla="*/ 89885 w 1526255"/>
                <a:gd name="connsiteY28" fmla="*/ 967740 h 1878330"/>
                <a:gd name="connisteX29" fmla="*/ 154655 w 1526255"/>
                <a:gd name="connsiteY29" fmla="*/ 944880 h 1878330"/>
                <a:gd name="connisteX30" fmla="*/ 219425 w 1526255"/>
                <a:gd name="connsiteY30" fmla="*/ 899160 h 1878330"/>
                <a:gd name="connisteX31" fmla="*/ 272765 w 1526255"/>
                <a:gd name="connsiteY31" fmla="*/ 834390 h 1878330"/>
                <a:gd name="connisteX32" fmla="*/ 310865 w 1526255"/>
                <a:gd name="connsiteY32" fmla="*/ 765810 h 1878330"/>
                <a:gd name="connisteX33" fmla="*/ 333725 w 1526255"/>
                <a:gd name="connsiteY33" fmla="*/ 701040 h 1878330"/>
                <a:gd name="connisteX34" fmla="*/ 371825 w 1526255"/>
                <a:gd name="connsiteY34" fmla="*/ 636270 h 1878330"/>
                <a:gd name="connisteX35" fmla="*/ 436595 w 1526255"/>
                <a:gd name="connsiteY35" fmla="*/ 605790 h 1878330"/>
                <a:gd name="connisteX36" fmla="*/ 501365 w 1526255"/>
                <a:gd name="connsiteY36" fmla="*/ 590550 h 1878330"/>
                <a:gd name="connisteX37" fmla="*/ 566135 w 1526255"/>
                <a:gd name="connsiteY37" fmla="*/ 640080 h 1878330"/>
                <a:gd name="connisteX38" fmla="*/ 550895 w 1526255"/>
                <a:gd name="connsiteY38" fmla="*/ 704850 h 1878330"/>
                <a:gd name="connisteX39" fmla="*/ 516605 w 1526255"/>
                <a:gd name="connsiteY39" fmla="*/ 769620 h 1878330"/>
                <a:gd name="connisteX40" fmla="*/ 493745 w 1526255"/>
                <a:gd name="connsiteY40" fmla="*/ 834390 h 1878330"/>
                <a:gd name="connisteX41" fmla="*/ 489935 w 1526255"/>
                <a:gd name="connsiteY41" fmla="*/ 899160 h 1878330"/>
                <a:gd name="connisteX42" fmla="*/ 554705 w 1526255"/>
                <a:gd name="connsiteY42" fmla="*/ 929640 h 1878330"/>
                <a:gd name="connisteX43" fmla="*/ 611855 w 1526255"/>
                <a:gd name="connsiteY43" fmla="*/ 864870 h 1878330"/>
                <a:gd name="connisteX44" fmla="*/ 653765 w 1526255"/>
                <a:gd name="connsiteY44" fmla="*/ 800100 h 1878330"/>
                <a:gd name="connisteX45" fmla="*/ 718535 w 1526255"/>
                <a:gd name="connsiteY45" fmla="*/ 746760 h 1878330"/>
                <a:gd name="connisteX46" fmla="*/ 783305 w 1526255"/>
                <a:gd name="connsiteY46" fmla="*/ 712470 h 1878330"/>
                <a:gd name="connisteX47" fmla="*/ 848075 w 1526255"/>
                <a:gd name="connsiteY47" fmla="*/ 674370 h 1878330"/>
                <a:gd name="connisteX48" fmla="*/ 912845 w 1526255"/>
                <a:gd name="connsiteY48" fmla="*/ 643890 h 1878330"/>
                <a:gd name="connisteX49" fmla="*/ 977615 w 1526255"/>
                <a:gd name="connsiteY49" fmla="*/ 598170 h 1878330"/>
                <a:gd name="connisteX50" fmla="*/ 1042385 w 1526255"/>
                <a:gd name="connsiteY50" fmla="*/ 544830 h 1878330"/>
                <a:gd name="connisteX51" fmla="*/ 1072865 w 1526255"/>
                <a:gd name="connsiteY51" fmla="*/ 480060 h 1878330"/>
                <a:gd name="connisteX52" fmla="*/ 1076675 w 1526255"/>
                <a:gd name="connsiteY52" fmla="*/ 415290 h 1878330"/>
                <a:gd name="connisteX53" fmla="*/ 1076675 w 1526255"/>
                <a:gd name="connsiteY53" fmla="*/ 350520 h 1878330"/>
                <a:gd name="connisteX54" fmla="*/ 1141445 w 1526255"/>
                <a:gd name="connsiteY54" fmla="*/ 297180 h 1878330"/>
                <a:gd name="connisteX55" fmla="*/ 1206215 w 1526255"/>
                <a:gd name="connsiteY55" fmla="*/ 297180 h 1878330"/>
                <a:gd name="connisteX56" fmla="*/ 1270985 w 1526255"/>
                <a:gd name="connsiteY56" fmla="*/ 297180 h 1878330"/>
                <a:gd name="connisteX57" fmla="*/ 1331945 w 1526255"/>
                <a:gd name="connsiteY57" fmla="*/ 232410 h 1878330"/>
                <a:gd name="connisteX58" fmla="*/ 1331945 w 1526255"/>
                <a:gd name="connsiteY58" fmla="*/ 167640 h 1878330"/>
                <a:gd name="connisteX59" fmla="*/ 1396715 w 1526255"/>
                <a:gd name="connsiteY59" fmla="*/ 110490 h 1878330"/>
                <a:gd name="connisteX60" fmla="*/ 1461485 w 1526255"/>
                <a:gd name="connsiteY60" fmla="*/ 53340 h 1878330"/>
                <a:gd name="connisteX61" fmla="*/ 1526255 w 1526255"/>
                <a:gd name="connsiteY61" fmla="*/ 0 h 18783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  <a:cxn ang="0">
                  <a:pos x="connisteX51" y="connsiteY51"/>
                </a:cxn>
                <a:cxn ang="0">
                  <a:pos x="connisteX52" y="connsiteY52"/>
                </a:cxn>
                <a:cxn ang="0">
                  <a:pos x="connisteX53" y="connsiteY53"/>
                </a:cxn>
                <a:cxn ang="0">
                  <a:pos x="connisteX54" y="connsiteY54"/>
                </a:cxn>
                <a:cxn ang="0">
                  <a:pos x="connisteX55" y="connsiteY55"/>
                </a:cxn>
                <a:cxn ang="0">
                  <a:pos x="connisteX56" y="connsiteY56"/>
                </a:cxn>
                <a:cxn ang="0">
                  <a:pos x="connisteX57" y="connsiteY57"/>
                </a:cxn>
                <a:cxn ang="0">
                  <a:pos x="connisteX58" y="connsiteY58"/>
                </a:cxn>
                <a:cxn ang="0">
                  <a:pos x="connisteX59" y="connsiteY59"/>
                </a:cxn>
                <a:cxn ang="0">
                  <a:pos x="connisteX60" y="connsiteY60"/>
                </a:cxn>
                <a:cxn ang="0">
                  <a:pos x="connisteX61" y="connsiteY61"/>
                </a:cxn>
              </a:cxnLst>
              <a:rect l="l" t="t" r="r" b="b"/>
              <a:pathLst>
                <a:path w="1526256" h="1878330">
                  <a:moveTo>
                    <a:pt x="581376" y="1878330"/>
                  </a:moveTo>
                  <a:cubicBezTo>
                    <a:pt x="569946" y="1871345"/>
                    <a:pt x="542641" y="1856105"/>
                    <a:pt x="516606" y="1840230"/>
                  </a:cubicBezTo>
                  <a:cubicBezTo>
                    <a:pt x="490571" y="1824355"/>
                    <a:pt x="477871" y="1816735"/>
                    <a:pt x="451836" y="1798320"/>
                  </a:cubicBezTo>
                  <a:cubicBezTo>
                    <a:pt x="425801" y="1779905"/>
                    <a:pt x="406751" y="1771650"/>
                    <a:pt x="387066" y="1748790"/>
                  </a:cubicBezTo>
                  <a:cubicBezTo>
                    <a:pt x="367381" y="1725930"/>
                    <a:pt x="357856" y="1710055"/>
                    <a:pt x="352776" y="1684020"/>
                  </a:cubicBezTo>
                  <a:cubicBezTo>
                    <a:pt x="347696" y="1657985"/>
                    <a:pt x="345791" y="1644650"/>
                    <a:pt x="360396" y="1619250"/>
                  </a:cubicBezTo>
                  <a:cubicBezTo>
                    <a:pt x="375001" y="1593850"/>
                    <a:pt x="399766" y="1583690"/>
                    <a:pt x="425166" y="1558290"/>
                  </a:cubicBezTo>
                  <a:cubicBezTo>
                    <a:pt x="450566" y="1532890"/>
                    <a:pt x="460726" y="1518920"/>
                    <a:pt x="486126" y="1493520"/>
                  </a:cubicBezTo>
                  <a:cubicBezTo>
                    <a:pt x="511526" y="1468120"/>
                    <a:pt x="527401" y="1457960"/>
                    <a:pt x="550896" y="1432560"/>
                  </a:cubicBezTo>
                  <a:cubicBezTo>
                    <a:pt x="574391" y="1407160"/>
                    <a:pt x="580741" y="1391920"/>
                    <a:pt x="604236" y="1367790"/>
                  </a:cubicBezTo>
                  <a:cubicBezTo>
                    <a:pt x="627731" y="1343660"/>
                    <a:pt x="642971" y="1330960"/>
                    <a:pt x="669006" y="1310640"/>
                  </a:cubicBezTo>
                  <a:cubicBezTo>
                    <a:pt x="695041" y="1290320"/>
                    <a:pt x="709646" y="1287145"/>
                    <a:pt x="733776" y="1264920"/>
                  </a:cubicBezTo>
                  <a:cubicBezTo>
                    <a:pt x="757906" y="1242695"/>
                    <a:pt x="793466" y="1224280"/>
                    <a:pt x="790926" y="1200150"/>
                  </a:cubicBezTo>
                  <a:cubicBezTo>
                    <a:pt x="788386" y="1176020"/>
                    <a:pt x="749016" y="1155700"/>
                    <a:pt x="722346" y="1143000"/>
                  </a:cubicBezTo>
                  <a:cubicBezTo>
                    <a:pt x="695676" y="1130300"/>
                    <a:pt x="683611" y="1137920"/>
                    <a:pt x="657576" y="1135380"/>
                  </a:cubicBezTo>
                  <a:cubicBezTo>
                    <a:pt x="631541" y="1132840"/>
                    <a:pt x="618841" y="1130935"/>
                    <a:pt x="592806" y="1131570"/>
                  </a:cubicBezTo>
                  <a:cubicBezTo>
                    <a:pt x="566771" y="1132205"/>
                    <a:pt x="554071" y="1134745"/>
                    <a:pt x="528036" y="1139190"/>
                  </a:cubicBezTo>
                  <a:cubicBezTo>
                    <a:pt x="502001" y="1143635"/>
                    <a:pt x="489301" y="1146175"/>
                    <a:pt x="463266" y="1154430"/>
                  </a:cubicBezTo>
                  <a:cubicBezTo>
                    <a:pt x="437231" y="1162685"/>
                    <a:pt x="418816" y="1162685"/>
                    <a:pt x="398496" y="1181100"/>
                  </a:cubicBezTo>
                  <a:cubicBezTo>
                    <a:pt x="378176" y="1199515"/>
                    <a:pt x="380716" y="1224280"/>
                    <a:pt x="360396" y="1245870"/>
                  </a:cubicBezTo>
                  <a:cubicBezTo>
                    <a:pt x="340076" y="1267460"/>
                    <a:pt x="319121" y="1292225"/>
                    <a:pt x="295626" y="1287780"/>
                  </a:cubicBezTo>
                  <a:cubicBezTo>
                    <a:pt x="272131" y="1283335"/>
                    <a:pt x="249906" y="1249045"/>
                    <a:pt x="242286" y="1223010"/>
                  </a:cubicBezTo>
                  <a:cubicBezTo>
                    <a:pt x="234666" y="1196975"/>
                    <a:pt x="267686" y="1176020"/>
                    <a:pt x="257526" y="1158240"/>
                  </a:cubicBezTo>
                  <a:cubicBezTo>
                    <a:pt x="247366" y="1140460"/>
                    <a:pt x="218791" y="1139190"/>
                    <a:pt x="192756" y="1135380"/>
                  </a:cubicBezTo>
                  <a:cubicBezTo>
                    <a:pt x="166721" y="1131570"/>
                    <a:pt x="154021" y="1141730"/>
                    <a:pt x="127986" y="1139190"/>
                  </a:cubicBezTo>
                  <a:cubicBezTo>
                    <a:pt x="101951" y="1136650"/>
                    <a:pt x="88616" y="1139825"/>
                    <a:pt x="63216" y="1123950"/>
                  </a:cubicBezTo>
                  <a:cubicBezTo>
                    <a:pt x="37816" y="1108075"/>
                    <a:pt x="9876" y="1085215"/>
                    <a:pt x="2256" y="1059180"/>
                  </a:cubicBezTo>
                  <a:cubicBezTo>
                    <a:pt x="-5364" y="1033145"/>
                    <a:pt x="7336" y="1012825"/>
                    <a:pt x="25116" y="994410"/>
                  </a:cubicBezTo>
                  <a:cubicBezTo>
                    <a:pt x="42896" y="975995"/>
                    <a:pt x="63851" y="977900"/>
                    <a:pt x="89886" y="967740"/>
                  </a:cubicBezTo>
                  <a:cubicBezTo>
                    <a:pt x="115921" y="957580"/>
                    <a:pt x="128621" y="958850"/>
                    <a:pt x="154656" y="944880"/>
                  </a:cubicBezTo>
                  <a:cubicBezTo>
                    <a:pt x="180691" y="930910"/>
                    <a:pt x="195931" y="921385"/>
                    <a:pt x="219426" y="899160"/>
                  </a:cubicBezTo>
                  <a:cubicBezTo>
                    <a:pt x="242921" y="876935"/>
                    <a:pt x="254351" y="861060"/>
                    <a:pt x="272766" y="834390"/>
                  </a:cubicBezTo>
                  <a:cubicBezTo>
                    <a:pt x="291181" y="807720"/>
                    <a:pt x="298801" y="792480"/>
                    <a:pt x="310866" y="765810"/>
                  </a:cubicBezTo>
                  <a:cubicBezTo>
                    <a:pt x="322931" y="739140"/>
                    <a:pt x="321661" y="727075"/>
                    <a:pt x="333726" y="701040"/>
                  </a:cubicBezTo>
                  <a:cubicBezTo>
                    <a:pt x="345791" y="675005"/>
                    <a:pt x="351506" y="655320"/>
                    <a:pt x="371826" y="636270"/>
                  </a:cubicBezTo>
                  <a:cubicBezTo>
                    <a:pt x="392146" y="617220"/>
                    <a:pt x="410561" y="614680"/>
                    <a:pt x="436596" y="605790"/>
                  </a:cubicBezTo>
                  <a:cubicBezTo>
                    <a:pt x="462631" y="596900"/>
                    <a:pt x="475331" y="583565"/>
                    <a:pt x="501366" y="590550"/>
                  </a:cubicBezTo>
                  <a:cubicBezTo>
                    <a:pt x="527401" y="597535"/>
                    <a:pt x="555976" y="617220"/>
                    <a:pt x="566136" y="640080"/>
                  </a:cubicBezTo>
                  <a:cubicBezTo>
                    <a:pt x="576296" y="662940"/>
                    <a:pt x="561056" y="678815"/>
                    <a:pt x="550896" y="704850"/>
                  </a:cubicBezTo>
                  <a:cubicBezTo>
                    <a:pt x="540736" y="730885"/>
                    <a:pt x="528036" y="743585"/>
                    <a:pt x="516606" y="769620"/>
                  </a:cubicBezTo>
                  <a:cubicBezTo>
                    <a:pt x="505176" y="795655"/>
                    <a:pt x="498826" y="808355"/>
                    <a:pt x="493746" y="834390"/>
                  </a:cubicBezTo>
                  <a:cubicBezTo>
                    <a:pt x="488666" y="860425"/>
                    <a:pt x="477871" y="880110"/>
                    <a:pt x="489936" y="899160"/>
                  </a:cubicBezTo>
                  <a:cubicBezTo>
                    <a:pt x="502001" y="918210"/>
                    <a:pt x="530576" y="936625"/>
                    <a:pt x="554706" y="929640"/>
                  </a:cubicBezTo>
                  <a:cubicBezTo>
                    <a:pt x="578836" y="922655"/>
                    <a:pt x="592171" y="890905"/>
                    <a:pt x="611856" y="864870"/>
                  </a:cubicBezTo>
                  <a:cubicBezTo>
                    <a:pt x="631541" y="838835"/>
                    <a:pt x="632176" y="823595"/>
                    <a:pt x="653766" y="800100"/>
                  </a:cubicBezTo>
                  <a:cubicBezTo>
                    <a:pt x="675356" y="776605"/>
                    <a:pt x="692501" y="764540"/>
                    <a:pt x="718536" y="746760"/>
                  </a:cubicBezTo>
                  <a:cubicBezTo>
                    <a:pt x="744571" y="728980"/>
                    <a:pt x="757271" y="727075"/>
                    <a:pt x="783306" y="712470"/>
                  </a:cubicBezTo>
                  <a:cubicBezTo>
                    <a:pt x="809341" y="697865"/>
                    <a:pt x="822041" y="688340"/>
                    <a:pt x="848076" y="674370"/>
                  </a:cubicBezTo>
                  <a:cubicBezTo>
                    <a:pt x="874111" y="660400"/>
                    <a:pt x="886811" y="659130"/>
                    <a:pt x="912846" y="643890"/>
                  </a:cubicBezTo>
                  <a:cubicBezTo>
                    <a:pt x="938881" y="628650"/>
                    <a:pt x="951581" y="617855"/>
                    <a:pt x="977616" y="598170"/>
                  </a:cubicBezTo>
                  <a:cubicBezTo>
                    <a:pt x="1003651" y="578485"/>
                    <a:pt x="1023336" y="568325"/>
                    <a:pt x="1042386" y="544830"/>
                  </a:cubicBezTo>
                  <a:cubicBezTo>
                    <a:pt x="1061436" y="521335"/>
                    <a:pt x="1065881" y="506095"/>
                    <a:pt x="1072866" y="480060"/>
                  </a:cubicBezTo>
                  <a:cubicBezTo>
                    <a:pt x="1079851" y="454025"/>
                    <a:pt x="1076041" y="441325"/>
                    <a:pt x="1076676" y="415290"/>
                  </a:cubicBezTo>
                  <a:cubicBezTo>
                    <a:pt x="1077311" y="389255"/>
                    <a:pt x="1063976" y="374015"/>
                    <a:pt x="1076676" y="350520"/>
                  </a:cubicBezTo>
                  <a:cubicBezTo>
                    <a:pt x="1089376" y="327025"/>
                    <a:pt x="1115411" y="307975"/>
                    <a:pt x="1141446" y="297180"/>
                  </a:cubicBezTo>
                  <a:cubicBezTo>
                    <a:pt x="1167481" y="286385"/>
                    <a:pt x="1180181" y="297180"/>
                    <a:pt x="1206216" y="297180"/>
                  </a:cubicBezTo>
                  <a:cubicBezTo>
                    <a:pt x="1232251" y="297180"/>
                    <a:pt x="1245586" y="309880"/>
                    <a:pt x="1270986" y="297180"/>
                  </a:cubicBezTo>
                  <a:cubicBezTo>
                    <a:pt x="1296386" y="284480"/>
                    <a:pt x="1319881" y="258445"/>
                    <a:pt x="1331946" y="232410"/>
                  </a:cubicBezTo>
                  <a:cubicBezTo>
                    <a:pt x="1344011" y="206375"/>
                    <a:pt x="1319246" y="191770"/>
                    <a:pt x="1331946" y="167640"/>
                  </a:cubicBezTo>
                  <a:cubicBezTo>
                    <a:pt x="1344646" y="143510"/>
                    <a:pt x="1370681" y="133350"/>
                    <a:pt x="1396716" y="110490"/>
                  </a:cubicBezTo>
                  <a:cubicBezTo>
                    <a:pt x="1422751" y="87630"/>
                    <a:pt x="1435451" y="75565"/>
                    <a:pt x="1461486" y="53340"/>
                  </a:cubicBezTo>
                  <a:cubicBezTo>
                    <a:pt x="1487521" y="31115"/>
                    <a:pt x="1514826" y="9525"/>
                    <a:pt x="1526256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11552" y="395"/>
              <a:ext cx="2892" cy="2529"/>
            </a:xfrm>
            <a:custGeom>
              <a:avLst/>
              <a:gdLst>
                <a:gd name="connisteX0" fmla="*/ 0 w 1836451"/>
                <a:gd name="connsiteY0" fmla="*/ 47695 h 1605985"/>
                <a:gd name="connisteX1" fmla="*/ 64770 w 1836451"/>
                <a:gd name="connsiteY1" fmla="*/ 28645 h 1605985"/>
                <a:gd name="connisteX2" fmla="*/ 133350 w 1836451"/>
                <a:gd name="connsiteY2" fmla="*/ 21025 h 1605985"/>
                <a:gd name="connisteX3" fmla="*/ 198120 w 1836451"/>
                <a:gd name="connsiteY3" fmla="*/ 9595 h 1605985"/>
                <a:gd name="connisteX4" fmla="*/ 262890 w 1836451"/>
                <a:gd name="connsiteY4" fmla="*/ 1975 h 1605985"/>
                <a:gd name="connisteX5" fmla="*/ 327660 w 1836451"/>
                <a:gd name="connsiteY5" fmla="*/ 1975 h 1605985"/>
                <a:gd name="connisteX6" fmla="*/ 392430 w 1836451"/>
                <a:gd name="connsiteY6" fmla="*/ 1975 h 1605985"/>
                <a:gd name="connisteX7" fmla="*/ 457200 w 1836451"/>
                <a:gd name="connsiteY7" fmla="*/ 24835 h 1605985"/>
                <a:gd name="connisteX8" fmla="*/ 521970 w 1836451"/>
                <a:gd name="connsiteY8" fmla="*/ 55315 h 1605985"/>
                <a:gd name="connisteX9" fmla="*/ 582930 w 1836451"/>
                <a:gd name="connsiteY9" fmla="*/ 120085 h 1605985"/>
                <a:gd name="connisteX10" fmla="*/ 636270 w 1836451"/>
                <a:gd name="connsiteY10" fmla="*/ 184855 h 1605985"/>
                <a:gd name="connisteX11" fmla="*/ 701040 w 1836451"/>
                <a:gd name="connsiteY11" fmla="*/ 245815 h 1605985"/>
                <a:gd name="connisteX12" fmla="*/ 765810 w 1836451"/>
                <a:gd name="connsiteY12" fmla="*/ 306775 h 1605985"/>
                <a:gd name="connisteX13" fmla="*/ 815340 w 1836451"/>
                <a:gd name="connsiteY13" fmla="*/ 371545 h 1605985"/>
                <a:gd name="connisteX14" fmla="*/ 872490 w 1836451"/>
                <a:gd name="connsiteY14" fmla="*/ 436315 h 1605985"/>
                <a:gd name="connisteX15" fmla="*/ 937260 w 1836451"/>
                <a:gd name="connsiteY15" fmla="*/ 478225 h 1605985"/>
                <a:gd name="connisteX16" fmla="*/ 1005840 w 1836451"/>
                <a:gd name="connsiteY16" fmla="*/ 501085 h 1605985"/>
                <a:gd name="connisteX17" fmla="*/ 1070610 w 1836451"/>
                <a:gd name="connsiteY17" fmla="*/ 497275 h 1605985"/>
                <a:gd name="connisteX18" fmla="*/ 1135380 w 1836451"/>
                <a:gd name="connsiteY18" fmla="*/ 504895 h 1605985"/>
                <a:gd name="connisteX19" fmla="*/ 1200150 w 1836451"/>
                <a:gd name="connsiteY19" fmla="*/ 539185 h 1605985"/>
                <a:gd name="connisteX20" fmla="*/ 1249680 w 1836451"/>
                <a:gd name="connsiteY20" fmla="*/ 603955 h 1605985"/>
                <a:gd name="connisteX21" fmla="*/ 1314450 w 1836451"/>
                <a:gd name="connsiteY21" fmla="*/ 653485 h 1605985"/>
                <a:gd name="connisteX22" fmla="*/ 1379220 w 1836451"/>
                <a:gd name="connsiteY22" fmla="*/ 683965 h 1605985"/>
                <a:gd name="connisteX23" fmla="*/ 1443990 w 1836451"/>
                <a:gd name="connsiteY23" fmla="*/ 706825 h 1605985"/>
                <a:gd name="connisteX24" fmla="*/ 1508760 w 1836451"/>
                <a:gd name="connsiteY24" fmla="*/ 710635 h 1605985"/>
                <a:gd name="connisteX25" fmla="*/ 1573530 w 1836451"/>
                <a:gd name="connsiteY25" fmla="*/ 683965 h 1605985"/>
                <a:gd name="connisteX26" fmla="*/ 1611630 w 1836451"/>
                <a:gd name="connsiteY26" fmla="*/ 619195 h 1605985"/>
                <a:gd name="connisteX27" fmla="*/ 1634490 w 1836451"/>
                <a:gd name="connsiteY27" fmla="*/ 554425 h 1605985"/>
                <a:gd name="connisteX28" fmla="*/ 1699260 w 1836451"/>
                <a:gd name="connsiteY28" fmla="*/ 497275 h 1605985"/>
                <a:gd name="connisteX29" fmla="*/ 1764030 w 1836451"/>
                <a:gd name="connsiteY29" fmla="*/ 466795 h 1605985"/>
                <a:gd name="connisteX30" fmla="*/ 1828800 w 1836451"/>
                <a:gd name="connsiteY30" fmla="*/ 440125 h 1605985"/>
                <a:gd name="connisteX31" fmla="*/ 1821180 w 1836451"/>
                <a:gd name="connsiteY31" fmla="*/ 504895 h 1605985"/>
                <a:gd name="connisteX32" fmla="*/ 1813560 w 1836451"/>
                <a:gd name="connsiteY32" fmla="*/ 569665 h 1605985"/>
                <a:gd name="connisteX33" fmla="*/ 1817370 w 1836451"/>
                <a:gd name="connsiteY33" fmla="*/ 634435 h 1605985"/>
                <a:gd name="connisteX34" fmla="*/ 1821180 w 1836451"/>
                <a:gd name="connsiteY34" fmla="*/ 699205 h 1605985"/>
                <a:gd name="connisteX35" fmla="*/ 1828800 w 1836451"/>
                <a:gd name="connsiteY35" fmla="*/ 763975 h 1605985"/>
                <a:gd name="connisteX36" fmla="*/ 1824990 w 1836451"/>
                <a:gd name="connsiteY36" fmla="*/ 832555 h 1605985"/>
                <a:gd name="connisteX37" fmla="*/ 1832610 w 1836451"/>
                <a:gd name="connsiteY37" fmla="*/ 897325 h 1605985"/>
                <a:gd name="connisteX38" fmla="*/ 1836420 w 1836451"/>
                <a:gd name="connsiteY38" fmla="*/ 962095 h 1605985"/>
                <a:gd name="connisteX39" fmla="*/ 1832610 w 1836451"/>
                <a:gd name="connsiteY39" fmla="*/ 1026865 h 1605985"/>
                <a:gd name="connisteX40" fmla="*/ 1813560 w 1836451"/>
                <a:gd name="connsiteY40" fmla="*/ 1091635 h 1605985"/>
                <a:gd name="connisteX41" fmla="*/ 1748790 w 1836451"/>
                <a:gd name="connsiteY41" fmla="*/ 1133545 h 1605985"/>
                <a:gd name="connisteX42" fmla="*/ 1684020 w 1836451"/>
                <a:gd name="connsiteY42" fmla="*/ 1133545 h 1605985"/>
                <a:gd name="connisteX43" fmla="*/ 1619250 w 1836451"/>
                <a:gd name="connsiteY43" fmla="*/ 1148785 h 1605985"/>
                <a:gd name="connisteX44" fmla="*/ 1592580 w 1836451"/>
                <a:gd name="connsiteY44" fmla="*/ 1217365 h 1605985"/>
                <a:gd name="connisteX45" fmla="*/ 1623060 w 1836451"/>
                <a:gd name="connsiteY45" fmla="*/ 1282135 h 1605985"/>
                <a:gd name="connisteX46" fmla="*/ 1649730 w 1836451"/>
                <a:gd name="connsiteY46" fmla="*/ 1346905 h 1605985"/>
                <a:gd name="connisteX47" fmla="*/ 1691640 w 1836451"/>
                <a:gd name="connsiteY47" fmla="*/ 1411675 h 1605985"/>
                <a:gd name="connisteX48" fmla="*/ 1699260 w 1836451"/>
                <a:gd name="connsiteY48" fmla="*/ 1476445 h 1605985"/>
                <a:gd name="connisteX49" fmla="*/ 1684020 w 1836451"/>
                <a:gd name="connsiteY49" fmla="*/ 1541215 h 1605985"/>
                <a:gd name="connisteX50" fmla="*/ 1645920 w 1836451"/>
                <a:gd name="connsiteY50" fmla="*/ 1605985 h 160598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</a:cxnLst>
              <a:rect l="l" t="t" r="r" b="b"/>
              <a:pathLst>
                <a:path w="1836451" h="1605986">
                  <a:moveTo>
                    <a:pt x="0" y="47696"/>
                  </a:moveTo>
                  <a:cubicBezTo>
                    <a:pt x="11430" y="43886"/>
                    <a:pt x="38100" y="33726"/>
                    <a:pt x="64770" y="28646"/>
                  </a:cubicBezTo>
                  <a:cubicBezTo>
                    <a:pt x="91440" y="23566"/>
                    <a:pt x="106680" y="24836"/>
                    <a:pt x="133350" y="21026"/>
                  </a:cubicBezTo>
                  <a:cubicBezTo>
                    <a:pt x="160020" y="17216"/>
                    <a:pt x="172085" y="13406"/>
                    <a:pt x="198120" y="9596"/>
                  </a:cubicBezTo>
                  <a:cubicBezTo>
                    <a:pt x="224155" y="5786"/>
                    <a:pt x="236855" y="3246"/>
                    <a:pt x="262890" y="1976"/>
                  </a:cubicBezTo>
                  <a:cubicBezTo>
                    <a:pt x="288925" y="706"/>
                    <a:pt x="301625" y="1976"/>
                    <a:pt x="327660" y="1976"/>
                  </a:cubicBezTo>
                  <a:cubicBezTo>
                    <a:pt x="353695" y="1976"/>
                    <a:pt x="366395" y="-2469"/>
                    <a:pt x="392430" y="1976"/>
                  </a:cubicBezTo>
                  <a:cubicBezTo>
                    <a:pt x="418465" y="6421"/>
                    <a:pt x="431165" y="14041"/>
                    <a:pt x="457200" y="24836"/>
                  </a:cubicBezTo>
                  <a:cubicBezTo>
                    <a:pt x="483235" y="35631"/>
                    <a:pt x="496570" y="36266"/>
                    <a:pt x="521970" y="55316"/>
                  </a:cubicBezTo>
                  <a:cubicBezTo>
                    <a:pt x="547370" y="74366"/>
                    <a:pt x="560070" y="94051"/>
                    <a:pt x="582930" y="120086"/>
                  </a:cubicBezTo>
                  <a:cubicBezTo>
                    <a:pt x="605790" y="146121"/>
                    <a:pt x="612775" y="159456"/>
                    <a:pt x="636270" y="184856"/>
                  </a:cubicBezTo>
                  <a:cubicBezTo>
                    <a:pt x="659765" y="210256"/>
                    <a:pt x="675005" y="221686"/>
                    <a:pt x="701040" y="245816"/>
                  </a:cubicBezTo>
                  <a:cubicBezTo>
                    <a:pt x="727075" y="269946"/>
                    <a:pt x="742950" y="281376"/>
                    <a:pt x="765810" y="306776"/>
                  </a:cubicBezTo>
                  <a:cubicBezTo>
                    <a:pt x="788670" y="332176"/>
                    <a:pt x="793750" y="345511"/>
                    <a:pt x="815340" y="371546"/>
                  </a:cubicBezTo>
                  <a:cubicBezTo>
                    <a:pt x="836930" y="397581"/>
                    <a:pt x="848360" y="414726"/>
                    <a:pt x="872490" y="436316"/>
                  </a:cubicBezTo>
                  <a:cubicBezTo>
                    <a:pt x="896620" y="457906"/>
                    <a:pt x="910590" y="465526"/>
                    <a:pt x="937260" y="478226"/>
                  </a:cubicBezTo>
                  <a:cubicBezTo>
                    <a:pt x="963930" y="490926"/>
                    <a:pt x="979170" y="497276"/>
                    <a:pt x="1005840" y="501086"/>
                  </a:cubicBezTo>
                  <a:cubicBezTo>
                    <a:pt x="1032510" y="504896"/>
                    <a:pt x="1044575" y="496641"/>
                    <a:pt x="1070610" y="497276"/>
                  </a:cubicBezTo>
                  <a:cubicBezTo>
                    <a:pt x="1096645" y="497911"/>
                    <a:pt x="1109345" y="496641"/>
                    <a:pt x="1135380" y="504896"/>
                  </a:cubicBezTo>
                  <a:cubicBezTo>
                    <a:pt x="1161415" y="513151"/>
                    <a:pt x="1177290" y="519501"/>
                    <a:pt x="1200150" y="539186"/>
                  </a:cubicBezTo>
                  <a:cubicBezTo>
                    <a:pt x="1223010" y="558871"/>
                    <a:pt x="1226820" y="581096"/>
                    <a:pt x="1249680" y="603956"/>
                  </a:cubicBezTo>
                  <a:cubicBezTo>
                    <a:pt x="1272540" y="626816"/>
                    <a:pt x="1288415" y="637611"/>
                    <a:pt x="1314450" y="653486"/>
                  </a:cubicBezTo>
                  <a:cubicBezTo>
                    <a:pt x="1340485" y="669361"/>
                    <a:pt x="1353185" y="673171"/>
                    <a:pt x="1379220" y="683966"/>
                  </a:cubicBezTo>
                  <a:cubicBezTo>
                    <a:pt x="1405255" y="694761"/>
                    <a:pt x="1417955" y="701746"/>
                    <a:pt x="1443990" y="706826"/>
                  </a:cubicBezTo>
                  <a:cubicBezTo>
                    <a:pt x="1470025" y="711906"/>
                    <a:pt x="1482725" y="715081"/>
                    <a:pt x="1508760" y="710636"/>
                  </a:cubicBezTo>
                  <a:cubicBezTo>
                    <a:pt x="1534795" y="706191"/>
                    <a:pt x="1553210" y="702381"/>
                    <a:pt x="1573530" y="683966"/>
                  </a:cubicBezTo>
                  <a:cubicBezTo>
                    <a:pt x="1593850" y="665551"/>
                    <a:pt x="1599565" y="645231"/>
                    <a:pt x="1611630" y="619196"/>
                  </a:cubicBezTo>
                  <a:cubicBezTo>
                    <a:pt x="1623695" y="593161"/>
                    <a:pt x="1616710" y="578556"/>
                    <a:pt x="1634490" y="554426"/>
                  </a:cubicBezTo>
                  <a:cubicBezTo>
                    <a:pt x="1652270" y="530296"/>
                    <a:pt x="1673225" y="515056"/>
                    <a:pt x="1699260" y="497276"/>
                  </a:cubicBezTo>
                  <a:cubicBezTo>
                    <a:pt x="1725295" y="479496"/>
                    <a:pt x="1737995" y="478226"/>
                    <a:pt x="1764030" y="466796"/>
                  </a:cubicBezTo>
                  <a:cubicBezTo>
                    <a:pt x="1790065" y="455366"/>
                    <a:pt x="1817370" y="432506"/>
                    <a:pt x="1828800" y="440126"/>
                  </a:cubicBezTo>
                  <a:cubicBezTo>
                    <a:pt x="1840230" y="447746"/>
                    <a:pt x="1824355" y="478861"/>
                    <a:pt x="1821180" y="504896"/>
                  </a:cubicBezTo>
                  <a:cubicBezTo>
                    <a:pt x="1818005" y="530931"/>
                    <a:pt x="1814195" y="543631"/>
                    <a:pt x="1813560" y="569666"/>
                  </a:cubicBezTo>
                  <a:cubicBezTo>
                    <a:pt x="1812925" y="595701"/>
                    <a:pt x="1816100" y="608401"/>
                    <a:pt x="1817370" y="634436"/>
                  </a:cubicBezTo>
                  <a:cubicBezTo>
                    <a:pt x="1818640" y="660471"/>
                    <a:pt x="1818640" y="673171"/>
                    <a:pt x="1821180" y="699206"/>
                  </a:cubicBezTo>
                  <a:cubicBezTo>
                    <a:pt x="1823720" y="725241"/>
                    <a:pt x="1828165" y="737306"/>
                    <a:pt x="1828800" y="763976"/>
                  </a:cubicBezTo>
                  <a:cubicBezTo>
                    <a:pt x="1829435" y="790646"/>
                    <a:pt x="1824355" y="805886"/>
                    <a:pt x="1824990" y="832556"/>
                  </a:cubicBezTo>
                  <a:cubicBezTo>
                    <a:pt x="1825625" y="859226"/>
                    <a:pt x="1830070" y="871291"/>
                    <a:pt x="1832610" y="897326"/>
                  </a:cubicBezTo>
                  <a:cubicBezTo>
                    <a:pt x="1835150" y="923361"/>
                    <a:pt x="1836420" y="936061"/>
                    <a:pt x="1836420" y="962096"/>
                  </a:cubicBezTo>
                  <a:cubicBezTo>
                    <a:pt x="1836420" y="988131"/>
                    <a:pt x="1837055" y="1000831"/>
                    <a:pt x="1832610" y="1026866"/>
                  </a:cubicBezTo>
                  <a:cubicBezTo>
                    <a:pt x="1828165" y="1052901"/>
                    <a:pt x="1830070" y="1070046"/>
                    <a:pt x="1813560" y="1091636"/>
                  </a:cubicBezTo>
                  <a:cubicBezTo>
                    <a:pt x="1797050" y="1113226"/>
                    <a:pt x="1774825" y="1125291"/>
                    <a:pt x="1748790" y="1133546"/>
                  </a:cubicBezTo>
                  <a:cubicBezTo>
                    <a:pt x="1722755" y="1141801"/>
                    <a:pt x="1710055" y="1130371"/>
                    <a:pt x="1684020" y="1133546"/>
                  </a:cubicBezTo>
                  <a:cubicBezTo>
                    <a:pt x="1657985" y="1136721"/>
                    <a:pt x="1637665" y="1132276"/>
                    <a:pt x="1619250" y="1148786"/>
                  </a:cubicBezTo>
                  <a:cubicBezTo>
                    <a:pt x="1600835" y="1165296"/>
                    <a:pt x="1591945" y="1190696"/>
                    <a:pt x="1592580" y="1217366"/>
                  </a:cubicBezTo>
                  <a:cubicBezTo>
                    <a:pt x="1593215" y="1244036"/>
                    <a:pt x="1611630" y="1256101"/>
                    <a:pt x="1623060" y="1282136"/>
                  </a:cubicBezTo>
                  <a:cubicBezTo>
                    <a:pt x="1634490" y="1308171"/>
                    <a:pt x="1635760" y="1320871"/>
                    <a:pt x="1649730" y="1346906"/>
                  </a:cubicBezTo>
                  <a:cubicBezTo>
                    <a:pt x="1663700" y="1372941"/>
                    <a:pt x="1681480" y="1385641"/>
                    <a:pt x="1691640" y="1411676"/>
                  </a:cubicBezTo>
                  <a:cubicBezTo>
                    <a:pt x="1701800" y="1437711"/>
                    <a:pt x="1700530" y="1450411"/>
                    <a:pt x="1699260" y="1476446"/>
                  </a:cubicBezTo>
                  <a:cubicBezTo>
                    <a:pt x="1697990" y="1502481"/>
                    <a:pt x="1694815" y="1515181"/>
                    <a:pt x="1684020" y="1541216"/>
                  </a:cubicBezTo>
                  <a:cubicBezTo>
                    <a:pt x="1673225" y="1567251"/>
                    <a:pt x="1653540" y="1594556"/>
                    <a:pt x="1645920" y="16059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990975" y="3860800"/>
            <a:ext cx="4293870" cy="1578610"/>
            <a:chOff x="6240" y="6080"/>
            <a:chExt cx="6762" cy="2486"/>
          </a:xfrm>
        </p:grpSpPr>
        <p:sp>
          <p:nvSpPr>
            <p:cNvPr id="23" name="任意多边形 22"/>
            <p:cNvSpPr/>
            <p:nvPr/>
          </p:nvSpPr>
          <p:spPr>
            <a:xfrm>
              <a:off x="6240" y="6080"/>
              <a:ext cx="5160" cy="2486"/>
            </a:xfrm>
            <a:custGeom>
              <a:avLst/>
              <a:gdLst>
                <a:gd name="connsiteX0" fmla="*/ 0 w 5160"/>
                <a:gd name="connsiteY0" fmla="*/ 122 h 2485"/>
                <a:gd name="connsiteX1" fmla="*/ 108 w 5160"/>
                <a:gd name="connsiteY1" fmla="*/ 122 h 2485"/>
                <a:gd name="connsiteX2" fmla="*/ 210 w 5160"/>
                <a:gd name="connsiteY2" fmla="*/ 104 h 2485"/>
                <a:gd name="connsiteX3" fmla="*/ 312 w 5160"/>
                <a:gd name="connsiteY3" fmla="*/ 80 h 2485"/>
                <a:gd name="connsiteX4" fmla="*/ 414 w 5160"/>
                <a:gd name="connsiteY4" fmla="*/ 44 h 2485"/>
                <a:gd name="connsiteX5" fmla="*/ 516 w 5160"/>
                <a:gd name="connsiteY5" fmla="*/ 2 h 2485"/>
                <a:gd name="connsiteX6" fmla="*/ 618 w 5160"/>
                <a:gd name="connsiteY6" fmla="*/ 92 h 2485"/>
                <a:gd name="connsiteX7" fmla="*/ 720 w 5160"/>
                <a:gd name="connsiteY7" fmla="*/ 194 h 2485"/>
                <a:gd name="connsiteX8" fmla="*/ 822 w 5160"/>
                <a:gd name="connsiteY8" fmla="*/ 272 h 2485"/>
                <a:gd name="connsiteX9" fmla="*/ 924 w 5160"/>
                <a:gd name="connsiteY9" fmla="*/ 296 h 2485"/>
                <a:gd name="connsiteX10" fmla="*/ 1002 w 5160"/>
                <a:gd name="connsiteY10" fmla="*/ 398 h 2485"/>
                <a:gd name="connsiteX11" fmla="*/ 1080 w 5160"/>
                <a:gd name="connsiteY11" fmla="*/ 500 h 2485"/>
                <a:gd name="connsiteX12" fmla="*/ 1146 w 5160"/>
                <a:gd name="connsiteY12" fmla="*/ 602 h 2485"/>
                <a:gd name="connsiteX13" fmla="*/ 1260 w 5160"/>
                <a:gd name="connsiteY13" fmla="*/ 704 h 2485"/>
                <a:gd name="connsiteX14" fmla="*/ 1344 w 5160"/>
                <a:gd name="connsiteY14" fmla="*/ 806 h 2485"/>
                <a:gd name="connsiteX15" fmla="*/ 1398 w 5160"/>
                <a:gd name="connsiteY15" fmla="*/ 908 h 2485"/>
                <a:gd name="connsiteX16" fmla="*/ 1368 w 5160"/>
                <a:gd name="connsiteY16" fmla="*/ 1010 h 2485"/>
                <a:gd name="connsiteX17" fmla="*/ 1422 w 5160"/>
                <a:gd name="connsiteY17" fmla="*/ 1112 h 2485"/>
                <a:gd name="connsiteX18" fmla="*/ 1464 w 5160"/>
                <a:gd name="connsiteY18" fmla="*/ 1214 h 2485"/>
                <a:gd name="connsiteX19" fmla="*/ 1482 w 5160"/>
                <a:gd name="connsiteY19" fmla="*/ 1322 h 2485"/>
                <a:gd name="connsiteX20" fmla="*/ 1482 w 5160"/>
                <a:gd name="connsiteY20" fmla="*/ 1430 h 2485"/>
                <a:gd name="connsiteX21" fmla="*/ 1482 w 5160"/>
                <a:gd name="connsiteY21" fmla="*/ 1532 h 2485"/>
                <a:gd name="connsiteX22" fmla="*/ 1488 w 5160"/>
                <a:gd name="connsiteY22" fmla="*/ 1634 h 2485"/>
                <a:gd name="connsiteX23" fmla="*/ 1500 w 5160"/>
                <a:gd name="connsiteY23" fmla="*/ 1736 h 2485"/>
                <a:gd name="connsiteX24" fmla="*/ 1512 w 5160"/>
                <a:gd name="connsiteY24" fmla="*/ 1838 h 2485"/>
                <a:gd name="connsiteX25" fmla="*/ 1530 w 5160"/>
                <a:gd name="connsiteY25" fmla="*/ 1940 h 2485"/>
                <a:gd name="connsiteX26" fmla="*/ 1560 w 5160"/>
                <a:gd name="connsiteY26" fmla="*/ 2042 h 2485"/>
                <a:gd name="connsiteX27" fmla="*/ 1620 w 5160"/>
                <a:gd name="connsiteY27" fmla="*/ 2144 h 2485"/>
                <a:gd name="connsiteX28" fmla="*/ 1674 w 5160"/>
                <a:gd name="connsiteY28" fmla="*/ 2252 h 2485"/>
                <a:gd name="connsiteX29" fmla="*/ 1722 w 5160"/>
                <a:gd name="connsiteY29" fmla="*/ 2150 h 2485"/>
                <a:gd name="connsiteX30" fmla="*/ 1722 w 5160"/>
                <a:gd name="connsiteY30" fmla="*/ 2048 h 2485"/>
                <a:gd name="connsiteX31" fmla="*/ 1824 w 5160"/>
                <a:gd name="connsiteY31" fmla="*/ 2054 h 2485"/>
                <a:gd name="connsiteX32" fmla="*/ 1830 w 5160"/>
                <a:gd name="connsiteY32" fmla="*/ 2156 h 2485"/>
                <a:gd name="connsiteX33" fmla="*/ 1794 w 5160"/>
                <a:gd name="connsiteY33" fmla="*/ 2258 h 2485"/>
                <a:gd name="connsiteX34" fmla="*/ 1788 w 5160"/>
                <a:gd name="connsiteY34" fmla="*/ 2360 h 2485"/>
                <a:gd name="connsiteX35" fmla="*/ 1890 w 5160"/>
                <a:gd name="connsiteY35" fmla="*/ 2420 h 2485"/>
                <a:gd name="connsiteX36" fmla="*/ 1992 w 5160"/>
                <a:gd name="connsiteY36" fmla="*/ 2438 h 2485"/>
                <a:gd name="connsiteX37" fmla="*/ 2088 w 5160"/>
                <a:gd name="connsiteY37" fmla="*/ 2330 h 2485"/>
                <a:gd name="connsiteX38" fmla="*/ 2154 w 5160"/>
                <a:gd name="connsiteY38" fmla="*/ 2438 h 2485"/>
                <a:gd name="connsiteX39" fmla="*/ 2256 w 5160"/>
                <a:gd name="connsiteY39" fmla="*/ 2486 h 2485"/>
                <a:gd name="connsiteX40" fmla="*/ 2358 w 5160"/>
                <a:gd name="connsiteY40" fmla="*/ 2432 h 2485"/>
                <a:gd name="connsiteX41" fmla="*/ 2460 w 5160"/>
                <a:gd name="connsiteY41" fmla="*/ 2330 h 2485"/>
                <a:gd name="connsiteX42" fmla="*/ 2448 w 5160"/>
                <a:gd name="connsiteY42" fmla="*/ 2228 h 2485"/>
                <a:gd name="connsiteX43" fmla="*/ 2436 w 5160"/>
                <a:gd name="connsiteY43" fmla="*/ 2126 h 2485"/>
                <a:gd name="connsiteX44" fmla="*/ 2538 w 5160"/>
                <a:gd name="connsiteY44" fmla="*/ 2036 h 2485"/>
                <a:gd name="connsiteX45" fmla="*/ 2580 w 5160"/>
                <a:gd name="connsiteY45" fmla="*/ 1928 h 2485"/>
                <a:gd name="connsiteX46" fmla="*/ 2598 w 5160"/>
                <a:gd name="connsiteY46" fmla="*/ 1826 h 2485"/>
                <a:gd name="connsiteX47" fmla="*/ 2700 w 5160"/>
                <a:gd name="connsiteY47" fmla="*/ 1778 h 2485"/>
                <a:gd name="connsiteX48" fmla="*/ 2802 w 5160"/>
                <a:gd name="connsiteY48" fmla="*/ 1712 h 2485"/>
                <a:gd name="connsiteX49" fmla="*/ 2904 w 5160"/>
                <a:gd name="connsiteY49" fmla="*/ 1676 h 2485"/>
                <a:gd name="connsiteX50" fmla="*/ 3006 w 5160"/>
                <a:gd name="connsiteY50" fmla="*/ 1652 h 2485"/>
                <a:gd name="connsiteX51" fmla="*/ 3108 w 5160"/>
                <a:gd name="connsiteY51" fmla="*/ 1616 h 2485"/>
                <a:gd name="connsiteX52" fmla="*/ 3222 w 5160"/>
                <a:gd name="connsiteY52" fmla="*/ 1538 h 2485"/>
                <a:gd name="connsiteX53" fmla="*/ 3288 w 5160"/>
                <a:gd name="connsiteY53" fmla="*/ 1436 h 2485"/>
                <a:gd name="connsiteX54" fmla="*/ 3390 w 5160"/>
                <a:gd name="connsiteY54" fmla="*/ 1400 h 2485"/>
                <a:gd name="connsiteX55" fmla="*/ 3492 w 5160"/>
                <a:gd name="connsiteY55" fmla="*/ 1370 h 2485"/>
                <a:gd name="connsiteX56" fmla="*/ 3588 w 5160"/>
                <a:gd name="connsiteY56" fmla="*/ 1268 h 2485"/>
                <a:gd name="connsiteX57" fmla="*/ 3606 w 5160"/>
                <a:gd name="connsiteY57" fmla="*/ 1160 h 2485"/>
                <a:gd name="connsiteX58" fmla="*/ 3690 w 5160"/>
                <a:gd name="connsiteY58" fmla="*/ 1058 h 2485"/>
                <a:gd name="connsiteX59" fmla="*/ 3792 w 5160"/>
                <a:gd name="connsiteY59" fmla="*/ 998 h 2485"/>
                <a:gd name="connsiteX60" fmla="*/ 3894 w 5160"/>
                <a:gd name="connsiteY60" fmla="*/ 992 h 2485"/>
                <a:gd name="connsiteX61" fmla="*/ 3996 w 5160"/>
                <a:gd name="connsiteY61" fmla="*/ 986 h 2485"/>
                <a:gd name="connsiteX62" fmla="*/ 4098 w 5160"/>
                <a:gd name="connsiteY62" fmla="*/ 956 h 2485"/>
                <a:gd name="connsiteX63" fmla="*/ 4200 w 5160"/>
                <a:gd name="connsiteY63" fmla="*/ 950 h 2485"/>
                <a:gd name="connsiteX64" fmla="*/ 4308 w 5160"/>
                <a:gd name="connsiteY64" fmla="*/ 968 h 2485"/>
                <a:gd name="connsiteX65" fmla="*/ 4410 w 5160"/>
                <a:gd name="connsiteY65" fmla="*/ 1004 h 2485"/>
                <a:gd name="connsiteX66" fmla="*/ 4512 w 5160"/>
                <a:gd name="connsiteY66" fmla="*/ 1052 h 2485"/>
                <a:gd name="connsiteX67" fmla="*/ 4614 w 5160"/>
                <a:gd name="connsiteY67" fmla="*/ 1106 h 2485"/>
                <a:gd name="connsiteX68" fmla="*/ 4716 w 5160"/>
                <a:gd name="connsiteY68" fmla="*/ 1184 h 2485"/>
                <a:gd name="connsiteX69" fmla="*/ 4818 w 5160"/>
                <a:gd name="connsiteY69" fmla="*/ 1214 h 2485"/>
                <a:gd name="connsiteX70" fmla="*/ 4920 w 5160"/>
                <a:gd name="connsiteY70" fmla="*/ 1190 h 2485"/>
                <a:gd name="connsiteX71" fmla="*/ 5022 w 5160"/>
                <a:gd name="connsiteY71" fmla="*/ 1088 h 2485"/>
                <a:gd name="connsiteX72" fmla="*/ 5058 w 5160"/>
                <a:gd name="connsiteY72" fmla="*/ 986 h 2485"/>
                <a:gd name="connsiteX73" fmla="*/ 5160 w 5160"/>
                <a:gd name="connsiteY73" fmla="*/ 950 h 2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60" h="2486">
                  <a:moveTo>
                    <a:pt x="0" y="122"/>
                  </a:moveTo>
                  <a:cubicBezTo>
                    <a:pt x="20" y="122"/>
                    <a:pt x="66" y="126"/>
                    <a:pt x="108" y="122"/>
                  </a:cubicBezTo>
                  <a:cubicBezTo>
                    <a:pt x="150" y="118"/>
                    <a:pt x="169" y="112"/>
                    <a:pt x="210" y="104"/>
                  </a:cubicBezTo>
                  <a:cubicBezTo>
                    <a:pt x="251" y="96"/>
                    <a:pt x="271" y="92"/>
                    <a:pt x="312" y="80"/>
                  </a:cubicBezTo>
                  <a:cubicBezTo>
                    <a:pt x="353" y="68"/>
                    <a:pt x="373" y="60"/>
                    <a:pt x="414" y="44"/>
                  </a:cubicBezTo>
                  <a:cubicBezTo>
                    <a:pt x="455" y="28"/>
                    <a:pt x="475" y="-8"/>
                    <a:pt x="516" y="2"/>
                  </a:cubicBezTo>
                  <a:cubicBezTo>
                    <a:pt x="557" y="12"/>
                    <a:pt x="577" y="54"/>
                    <a:pt x="618" y="92"/>
                  </a:cubicBezTo>
                  <a:cubicBezTo>
                    <a:pt x="659" y="130"/>
                    <a:pt x="679" y="158"/>
                    <a:pt x="720" y="194"/>
                  </a:cubicBezTo>
                  <a:cubicBezTo>
                    <a:pt x="761" y="230"/>
                    <a:pt x="781" y="252"/>
                    <a:pt x="822" y="272"/>
                  </a:cubicBezTo>
                  <a:cubicBezTo>
                    <a:pt x="863" y="292"/>
                    <a:pt x="888" y="271"/>
                    <a:pt x="924" y="296"/>
                  </a:cubicBezTo>
                  <a:cubicBezTo>
                    <a:pt x="960" y="321"/>
                    <a:pt x="971" y="357"/>
                    <a:pt x="1002" y="398"/>
                  </a:cubicBezTo>
                  <a:cubicBezTo>
                    <a:pt x="1033" y="439"/>
                    <a:pt x="1051" y="459"/>
                    <a:pt x="1080" y="500"/>
                  </a:cubicBezTo>
                  <a:cubicBezTo>
                    <a:pt x="1109" y="541"/>
                    <a:pt x="1110" y="561"/>
                    <a:pt x="1146" y="602"/>
                  </a:cubicBezTo>
                  <a:cubicBezTo>
                    <a:pt x="1182" y="643"/>
                    <a:pt x="1220" y="663"/>
                    <a:pt x="1260" y="704"/>
                  </a:cubicBezTo>
                  <a:cubicBezTo>
                    <a:pt x="1300" y="745"/>
                    <a:pt x="1316" y="765"/>
                    <a:pt x="1344" y="806"/>
                  </a:cubicBezTo>
                  <a:cubicBezTo>
                    <a:pt x="1372" y="847"/>
                    <a:pt x="1393" y="867"/>
                    <a:pt x="1398" y="908"/>
                  </a:cubicBezTo>
                  <a:cubicBezTo>
                    <a:pt x="1403" y="949"/>
                    <a:pt x="1363" y="969"/>
                    <a:pt x="1368" y="1010"/>
                  </a:cubicBezTo>
                  <a:cubicBezTo>
                    <a:pt x="1373" y="1051"/>
                    <a:pt x="1403" y="1071"/>
                    <a:pt x="1422" y="1112"/>
                  </a:cubicBezTo>
                  <a:cubicBezTo>
                    <a:pt x="1441" y="1153"/>
                    <a:pt x="1452" y="1172"/>
                    <a:pt x="1464" y="1214"/>
                  </a:cubicBezTo>
                  <a:cubicBezTo>
                    <a:pt x="1476" y="1256"/>
                    <a:pt x="1478" y="1279"/>
                    <a:pt x="1482" y="1322"/>
                  </a:cubicBezTo>
                  <a:cubicBezTo>
                    <a:pt x="1486" y="1365"/>
                    <a:pt x="1482" y="1388"/>
                    <a:pt x="1482" y="1430"/>
                  </a:cubicBezTo>
                  <a:cubicBezTo>
                    <a:pt x="1482" y="1472"/>
                    <a:pt x="1481" y="1491"/>
                    <a:pt x="1482" y="1532"/>
                  </a:cubicBezTo>
                  <a:cubicBezTo>
                    <a:pt x="1483" y="1573"/>
                    <a:pt x="1484" y="1593"/>
                    <a:pt x="1488" y="1634"/>
                  </a:cubicBezTo>
                  <a:cubicBezTo>
                    <a:pt x="1492" y="1675"/>
                    <a:pt x="1495" y="1695"/>
                    <a:pt x="1500" y="1736"/>
                  </a:cubicBezTo>
                  <a:cubicBezTo>
                    <a:pt x="1505" y="1777"/>
                    <a:pt x="1506" y="1797"/>
                    <a:pt x="1512" y="1838"/>
                  </a:cubicBezTo>
                  <a:cubicBezTo>
                    <a:pt x="1518" y="1879"/>
                    <a:pt x="1520" y="1899"/>
                    <a:pt x="1530" y="1940"/>
                  </a:cubicBezTo>
                  <a:cubicBezTo>
                    <a:pt x="1540" y="1981"/>
                    <a:pt x="1542" y="2001"/>
                    <a:pt x="1560" y="2042"/>
                  </a:cubicBezTo>
                  <a:cubicBezTo>
                    <a:pt x="1578" y="2083"/>
                    <a:pt x="1597" y="2102"/>
                    <a:pt x="1620" y="2144"/>
                  </a:cubicBezTo>
                  <a:cubicBezTo>
                    <a:pt x="1643" y="2186"/>
                    <a:pt x="1654" y="2251"/>
                    <a:pt x="1674" y="2252"/>
                  </a:cubicBezTo>
                  <a:cubicBezTo>
                    <a:pt x="1694" y="2253"/>
                    <a:pt x="1712" y="2191"/>
                    <a:pt x="1722" y="2150"/>
                  </a:cubicBezTo>
                  <a:cubicBezTo>
                    <a:pt x="1732" y="2109"/>
                    <a:pt x="1702" y="2067"/>
                    <a:pt x="1722" y="2048"/>
                  </a:cubicBezTo>
                  <a:cubicBezTo>
                    <a:pt x="1742" y="2029"/>
                    <a:pt x="1802" y="2032"/>
                    <a:pt x="1824" y="2054"/>
                  </a:cubicBezTo>
                  <a:cubicBezTo>
                    <a:pt x="1846" y="2076"/>
                    <a:pt x="1836" y="2115"/>
                    <a:pt x="1830" y="2156"/>
                  </a:cubicBezTo>
                  <a:cubicBezTo>
                    <a:pt x="1824" y="2197"/>
                    <a:pt x="1802" y="2217"/>
                    <a:pt x="1794" y="2258"/>
                  </a:cubicBezTo>
                  <a:cubicBezTo>
                    <a:pt x="1786" y="2299"/>
                    <a:pt x="1769" y="2328"/>
                    <a:pt x="1788" y="2360"/>
                  </a:cubicBezTo>
                  <a:cubicBezTo>
                    <a:pt x="1807" y="2392"/>
                    <a:pt x="1849" y="2404"/>
                    <a:pt x="1890" y="2420"/>
                  </a:cubicBezTo>
                  <a:cubicBezTo>
                    <a:pt x="1931" y="2436"/>
                    <a:pt x="1952" y="2456"/>
                    <a:pt x="1992" y="2438"/>
                  </a:cubicBezTo>
                  <a:cubicBezTo>
                    <a:pt x="2032" y="2420"/>
                    <a:pt x="2056" y="2330"/>
                    <a:pt x="2088" y="2330"/>
                  </a:cubicBezTo>
                  <a:cubicBezTo>
                    <a:pt x="2120" y="2330"/>
                    <a:pt x="2120" y="2407"/>
                    <a:pt x="2154" y="2438"/>
                  </a:cubicBezTo>
                  <a:cubicBezTo>
                    <a:pt x="2188" y="2469"/>
                    <a:pt x="2215" y="2487"/>
                    <a:pt x="2256" y="2486"/>
                  </a:cubicBezTo>
                  <a:cubicBezTo>
                    <a:pt x="2297" y="2485"/>
                    <a:pt x="2317" y="2463"/>
                    <a:pt x="2358" y="2432"/>
                  </a:cubicBezTo>
                  <a:cubicBezTo>
                    <a:pt x="2399" y="2401"/>
                    <a:pt x="2442" y="2371"/>
                    <a:pt x="2460" y="2330"/>
                  </a:cubicBezTo>
                  <a:cubicBezTo>
                    <a:pt x="2478" y="2289"/>
                    <a:pt x="2453" y="2269"/>
                    <a:pt x="2448" y="2228"/>
                  </a:cubicBezTo>
                  <a:cubicBezTo>
                    <a:pt x="2443" y="2187"/>
                    <a:pt x="2418" y="2164"/>
                    <a:pt x="2436" y="2126"/>
                  </a:cubicBezTo>
                  <a:cubicBezTo>
                    <a:pt x="2454" y="2088"/>
                    <a:pt x="2509" y="2076"/>
                    <a:pt x="2538" y="2036"/>
                  </a:cubicBezTo>
                  <a:cubicBezTo>
                    <a:pt x="2567" y="1996"/>
                    <a:pt x="2568" y="1970"/>
                    <a:pt x="2580" y="1928"/>
                  </a:cubicBezTo>
                  <a:cubicBezTo>
                    <a:pt x="2592" y="1886"/>
                    <a:pt x="2574" y="1856"/>
                    <a:pt x="2598" y="1826"/>
                  </a:cubicBezTo>
                  <a:cubicBezTo>
                    <a:pt x="2622" y="1796"/>
                    <a:pt x="2659" y="1801"/>
                    <a:pt x="2700" y="1778"/>
                  </a:cubicBezTo>
                  <a:cubicBezTo>
                    <a:pt x="2741" y="1755"/>
                    <a:pt x="2761" y="1732"/>
                    <a:pt x="2802" y="1712"/>
                  </a:cubicBezTo>
                  <a:cubicBezTo>
                    <a:pt x="2843" y="1692"/>
                    <a:pt x="2863" y="1688"/>
                    <a:pt x="2904" y="1676"/>
                  </a:cubicBezTo>
                  <a:cubicBezTo>
                    <a:pt x="2945" y="1664"/>
                    <a:pt x="2965" y="1664"/>
                    <a:pt x="3006" y="1652"/>
                  </a:cubicBezTo>
                  <a:cubicBezTo>
                    <a:pt x="3047" y="1640"/>
                    <a:pt x="3065" y="1639"/>
                    <a:pt x="3108" y="1616"/>
                  </a:cubicBezTo>
                  <a:cubicBezTo>
                    <a:pt x="3151" y="1593"/>
                    <a:pt x="3186" y="1574"/>
                    <a:pt x="3222" y="1538"/>
                  </a:cubicBezTo>
                  <a:cubicBezTo>
                    <a:pt x="3258" y="1502"/>
                    <a:pt x="3254" y="1464"/>
                    <a:pt x="3288" y="1436"/>
                  </a:cubicBezTo>
                  <a:cubicBezTo>
                    <a:pt x="3322" y="1408"/>
                    <a:pt x="3349" y="1413"/>
                    <a:pt x="3390" y="1400"/>
                  </a:cubicBezTo>
                  <a:cubicBezTo>
                    <a:pt x="3431" y="1387"/>
                    <a:pt x="3452" y="1396"/>
                    <a:pt x="3492" y="1370"/>
                  </a:cubicBezTo>
                  <a:cubicBezTo>
                    <a:pt x="3532" y="1344"/>
                    <a:pt x="3565" y="1310"/>
                    <a:pt x="3588" y="1268"/>
                  </a:cubicBezTo>
                  <a:cubicBezTo>
                    <a:pt x="3611" y="1226"/>
                    <a:pt x="3586" y="1202"/>
                    <a:pt x="3606" y="1160"/>
                  </a:cubicBezTo>
                  <a:cubicBezTo>
                    <a:pt x="3626" y="1118"/>
                    <a:pt x="3653" y="1090"/>
                    <a:pt x="3690" y="1058"/>
                  </a:cubicBezTo>
                  <a:cubicBezTo>
                    <a:pt x="3727" y="1026"/>
                    <a:pt x="3751" y="1011"/>
                    <a:pt x="3792" y="998"/>
                  </a:cubicBezTo>
                  <a:cubicBezTo>
                    <a:pt x="3833" y="985"/>
                    <a:pt x="3853" y="994"/>
                    <a:pt x="3894" y="992"/>
                  </a:cubicBezTo>
                  <a:cubicBezTo>
                    <a:pt x="3935" y="990"/>
                    <a:pt x="3955" y="993"/>
                    <a:pt x="3996" y="986"/>
                  </a:cubicBezTo>
                  <a:cubicBezTo>
                    <a:pt x="4037" y="979"/>
                    <a:pt x="4057" y="963"/>
                    <a:pt x="4098" y="956"/>
                  </a:cubicBezTo>
                  <a:cubicBezTo>
                    <a:pt x="4139" y="949"/>
                    <a:pt x="4158" y="948"/>
                    <a:pt x="4200" y="950"/>
                  </a:cubicBezTo>
                  <a:cubicBezTo>
                    <a:pt x="4242" y="952"/>
                    <a:pt x="4266" y="957"/>
                    <a:pt x="4308" y="968"/>
                  </a:cubicBezTo>
                  <a:cubicBezTo>
                    <a:pt x="4350" y="979"/>
                    <a:pt x="4369" y="987"/>
                    <a:pt x="4410" y="1004"/>
                  </a:cubicBezTo>
                  <a:cubicBezTo>
                    <a:pt x="4451" y="1021"/>
                    <a:pt x="4471" y="1032"/>
                    <a:pt x="4512" y="1052"/>
                  </a:cubicBezTo>
                  <a:cubicBezTo>
                    <a:pt x="4553" y="1072"/>
                    <a:pt x="4573" y="1080"/>
                    <a:pt x="4614" y="1106"/>
                  </a:cubicBezTo>
                  <a:cubicBezTo>
                    <a:pt x="4655" y="1132"/>
                    <a:pt x="4675" y="1162"/>
                    <a:pt x="4716" y="1184"/>
                  </a:cubicBezTo>
                  <a:cubicBezTo>
                    <a:pt x="4757" y="1206"/>
                    <a:pt x="4777" y="1213"/>
                    <a:pt x="4818" y="1214"/>
                  </a:cubicBezTo>
                  <a:cubicBezTo>
                    <a:pt x="4859" y="1215"/>
                    <a:pt x="4879" y="1215"/>
                    <a:pt x="4920" y="1190"/>
                  </a:cubicBezTo>
                  <a:cubicBezTo>
                    <a:pt x="4961" y="1165"/>
                    <a:pt x="4994" y="1129"/>
                    <a:pt x="5022" y="1088"/>
                  </a:cubicBezTo>
                  <a:cubicBezTo>
                    <a:pt x="5050" y="1047"/>
                    <a:pt x="5030" y="1014"/>
                    <a:pt x="5058" y="986"/>
                  </a:cubicBezTo>
                  <a:cubicBezTo>
                    <a:pt x="5086" y="958"/>
                    <a:pt x="5119" y="954"/>
                    <a:pt x="5160" y="95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1370" y="6379"/>
              <a:ext cx="1632" cy="845"/>
            </a:xfrm>
            <a:custGeom>
              <a:avLst/>
              <a:gdLst>
                <a:gd name="connsiteX0" fmla="*/ 0 w 1632"/>
                <a:gd name="connsiteY0" fmla="*/ 661 h 844"/>
                <a:gd name="connsiteX1" fmla="*/ 102 w 1632"/>
                <a:gd name="connsiteY1" fmla="*/ 643 h 844"/>
                <a:gd name="connsiteX2" fmla="*/ 204 w 1632"/>
                <a:gd name="connsiteY2" fmla="*/ 739 h 844"/>
                <a:gd name="connsiteX3" fmla="*/ 306 w 1632"/>
                <a:gd name="connsiteY3" fmla="*/ 823 h 844"/>
                <a:gd name="connsiteX4" fmla="*/ 408 w 1632"/>
                <a:gd name="connsiteY4" fmla="*/ 841 h 844"/>
                <a:gd name="connsiteX5" fmla="*/ 516 w 1632"/>
                <a:gd name="connsiteY5" fmla="*/ 781 h 844"/>
                <a:gd name="connsiteX6" fmla="*/ 588 w 1632"/>
                <a:gd name="connsiteY6" fmla="*/ 673 h 844"/>
                <a:gd name="connsiteX7" fmla="*/ 642 w 1632"/>
                <a:gd name="connsiteY7" fmla="*/ 570 h 844"/>
                <a:gd name="connsiteX8" fmla="*/ 744 w 1632"/>
                <a:gd name="connsiteY8" fmla="*/ 468 h 844"/>
                <a:gd name="connsiteX9" fmla="*/ 840 w 1632"/>
                <a:gd name="connsiteY9" fmla="*/ 366 h 844"/>
                <a:gd name="connsiteX10" fmla="*/ 882 w 1632"/>
                <a:gd name="connsiteY10" fmla="*/ 264 h 844"/>
                <a:gd name="connsiteX11" fmla="*/ 900 w 1632"/>
                <a:gd name="connsiteY11" fmla="*/ 162 h 844"/>
                <a:gd name="connsiteX12" fmla="*/ 900 w 1632"/>
                <a:gd name="connsiteY12" fmla="*/ 60 h 844"/>
                <a:gd name="connsiteX13" fmla="*/ 1002 w 1632"/>
                <a:gd name="connsiteY13" fmla="*/ 12 h 844"/>
                <a:gd name="connsiteX14" fmla="*/ 1104 w 1632"/>
                <a:gd name="connsiteY14" fmla="*/ 0 h 844"/>
                <a:gd name="connsiteX15" fmla="*/ 1206 w 1632"/>
                <a:gd name="connsiteY15" fmla="*/ 31 h 844"/>
                <a:gd name="connsiteX16" fmla="*/ 1320 w 1632"/>
                <a:gd name="connsiteY16" fmla="*/ 85 h 844"/>
                <a:gd name="connsiteX17" fmla="*/ 1404 w 1632"/>
                <a:gd name="connsiteY17" fmla="*/ 127 h 844"/>
                <a:gd name="connsiteX18" fmla="*/ 1536 w 1632"/>
                <a:gd name="connsiteY18" fmla="*/ 156 h 844"/>
                <a:gd name="connsiteX19" fmla="*/ 1632 w 1632"/>
                <a:gd name="connsiteY19" fmla="*/ 211 h 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32" h="845">
                  <a:moveTo>
                    <a:pt x="0" y="661"/>
                  </a:moveTo>
                  <a:cubicBezTo>
                    <a:pt x="18" y="655"/>
                    <a:pt x="61" y="626"/>
                    <a:pt x="102" y="643"/>
                  </a:cubicBezTo>
                  <a:cubicBezTo>
                    <a:pt x="143" y="659"/>
                    <a:pt x="163" y="703"/>
                    <a:pt x="204" y="739"/>
                  </a:cubicBezTo>
                  <a:cubicBezTo>
                    <a:pt x="245" y="775"/>
                    <a:pt x="265" y="803"/>
                    <a:pt x="306" y="823"/>
                  </a:cubicBezTo>
                  <a:cubicBezTo>
                    <a:pt x="347" y="843"/>
                    <a:pt x="366" y="849"/>
                    <a:pt x="408" y="841"/>
                  </a:cubicBezTo>
                  <a:cubicBezTo>
                    <a:pt x="450" y="833"/>
                    <a:pt x="480" y="815"/>
                    <a:pt x="516" y="781"/>
                  </a:cubicBezTo>
                  <a:cubicBezTo>
                    <a:pt x="552" y="747"/>
                    <a:pt x="563" y="715"/>
                    <a:pt x="588" y="673"/>
                  </a:cubicBezTo>
                  <a:cubicBezTo>
                    <a:pt x="613" y="631"/>
                    <a:pt x="611" y="611"/>
                    <a:pt x="642" y="570"/>
                  </a:cubicBezTo>
                  <a:cubicBezTo>
                    <a:pt x="673" y="529"/>
                    <a:pt x="704" y="509"/>
                    <a:pt x="744" y="468"/>
                  </a:cubicBezTo>
                  <a:cubicBezTo>
                    <a:pt x="784" y="427"/>
                    <a:pt x="812" y="407"/>
                    <a:pt x="840" y="366"/>
                  </a:cubicBezTo>
                  <a:cubicBezTo>
                    <a:pt x="868" y="325"/>
                    <a:pt x="870" y="305"/>
                    <a:pt x="882" y="264"/>
                  </a:cubicBezTo>
                  <a:cubicBezTo>
                    <a:pt x="894" y="223"/>
                    <a:pt x="896" y="203"/>
                    <a:pt x="900" y="162"/>
                  </a:cubicBezTo>
                  <a:cubicBezTo>
                    <a:pt x="904" y="121"/>
                    <a:pt x="880" y="90"/>
                    <a:pt x="900" y="60"/>
                  </a:cubicBezTo>
                  <a:cubicBezTo>
                    <a:pt x="920" y="30"/>
                    <a:pt x="961" y="24"/>
                    <a:pt x="1002" y="12"/>
                  </a:cubicBezTo>
                  <a:cubicBezTo>
                    <a:pt x="1043" y="0"/>
                    <a:pt x="1063" y="-1"/>
                    <a:pt x="1104" y="0"/>
                  </a:cubicBezTo>
                  <a:cubicBezTo>
                    <a:pt x="1145" y="1"/>
                    <a:pt x="1165" y="25"/>
                    <a:pt x="1206" y="31"/>
                  </a:cubicBezTo>
                  <a:cubicBezTo>
                    <a:pt x="1247" y="37"/>
                    <a:pt x="1278" y="79"/>
                    <a:pt x="1320" y="85"/>
                  </a:cubicBezTo>
                  <a:cubicBezTo>
                    <a:pt x="1362" y="91"/>
                    <a:pt x="1362" y="122"/>
                    <a:pt x="1404" y="127"/>
                  </a:cubicBezTo>
                  <a:cubicBezTo>
                    <a:pt x="1446" y="132"/>
                    <a:pt x="1495" y="150"/>
                    <a:pt x="1536" y="156"/>
                  </a:cubicBezTo>
                  <a:cubicBezTo>
                    <a:pt x="1577" y="162"/>
                    <a:pt x="1614" y="206"/>
                    <a:pt x="1632" y="211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526280" y="2703195"/>
            <a:ext cx="3190240" cy="1409700"/>
            <a:chOff x="7128" y="4257"/>
            <a:chExt cx="5024" cy="2220"/>
          </a:xfrm>
        </p:grpSpPr>
        <p:sp>
          <p:nvSpPr>
            <p:cNvPr id="26" name="任意多边形 25"/>
            <p:cNvSpPr/>
            <p:nvPr/>
          </p:nvSpPr>
          <p:spPr>
            <a:xfrm>
              <a:off x="7128" y="5667"/>
              <a:ext cx="1768" cy="811"/>
            </a:xfrm>
            <a:custGeom>
              <a:avLst/>
              <a:gdLst>
                <a:gd name="connsiteX0" fmla="*/ 0 w 1768"/>
                <a:gd name="connsiteY0" fmla="*/ 280 h 811"/>
                <a:gd name="connsiteX1" fmla="*/ 104 w 1768"/>
                <a:gd name="connsiteY1" fmla="*/ 284 h 811"/>
                <a:gd name="connsiteX2" fmla="*/ 208 w 1768"/>
                <a:gd name="connsiteY2" fmla="*/ 320 h 811"/>
                <a:gd name="connsiteX3" fmla="*/ 316 w 1768"/>
                <a:gd name="connsiteY3" fmla="*/ 364 h 811"/>
                <a:gd name="connsiteX4" fmla="*/ 420 w 1768"/>
                <a:gd name="connsiteY4" fmla="*/ 336 h 811"/>
                <a:gd name="connsiteX5" fmla="*/ 508 w 1768"/>
                <a:gd name="connsiteY5" fmla="*/ 440 h 811"/>
                <a:gd name="connsiteX6" fmla="*/ 612 w 1768"/>
                <a:gd name="connsiteY6" fmla="*/ 528 h 811"/>
                <a:gd name="connsiteX7" fmla="*/ 680 w 1768"/>
                <a:gd name="connsiteY7" fmla="*/ 632 h 811"/>
                <a:gd name="connsiteX8" fmla="*/ 784 w 1768"/>
                <a:gd name="connsiteY8" fmla="*/ 696 h 811"/>
                <a:gd name="connsiteX9" fmla="*/ 892 w 1768"/>
                <a:gd name="connsiteY9" fmla="*/ 692 h 811"/>
                <a:gd name="connsiteX10" fmla="*/ 1000 w 1768"/>
                <a:gd name="connsiteY10" fmla="*/ 712 h 811"/>
                <a:gd name="connsiteX11" fmla="*/ 1108 w 1768"/>
                <a:gd name="connsiteY11" fmla="*/ 704 h 811"/>
                <a:gd name="connsiteX12" fmla="*/ 1216 w 1768"/>
                <a:gd name="connsiteY12" fmla="*/ 744 h 811"/>
                <a:gd name="connsiteX13" fmla="*/ 1324 w 1768"/>
                <a:gd name="connsiteY13" fmla="*/ 808 h 811"/>
                <a:gd name="connsiteX14" fmla="*/ 1432 w 1768"/>
                <a:gd name="connsiteY14" fmla="*/ 784 h 811"/>
                <a:gd name="connsiteX15" fmla="*/ 1412 w 1768"/>
                <a:gd name="connsiteY15" fmla="*/ 680 h 811"/>
                <a:gd name="connsiteX16" fmla="*/ 1308 w 1768"/>
                <a:gd name="connsiteY16" fmla="*/ 592 h 811"/>
                <a:gd name="connsiteX17" fmla="*/ 1200 w 1768"/>
                <a:gd name="connsiteY17" fmla="*/ 544 h 811"/>
                <a:gd name="connsiteX18" fmla="*/ 1092 w 1768"/>
                <a:gd name="connsiteY18" fmla="*/ 480 h 811"/>
                <a:gd name="connsiteX19" fmla="*/ 984 w 1768"/>
                <a:gd name="connsiteY19" fmla="*/ 408 h 811"/>
                <a:gd name="connsiteX20" fmla="*/ 928 w 1768"/>
                <a:gd name="connsiteY20" fmla="*/ 304 h 811"/>
                <a:gd name="connsiteX21" fmla="*/ 916 w 1768"/>
                <a:gd name="connsiteY21" fmla="*/ 196 h 811"/>
                <a:gd name="connsiteX22" fmla="*/ 972 w 1768"/>
                <a:gd name="connsiteY22" fmla="*/ 92 h 811"/>
                <a:gd name="connsiteX23" fmla="*/ 1088 w 1768"/>
                <a:gd name="connsiteY23" fmla="*/ 24 h 811"/>
                <a:gd name="connsiteX24" fmla="*/ 1288 w 1768"/>
                <a:gd name="connsiteY24" fmla="*/ 32 h 811"/>
                <a:gd name="connsiteX25" fmla="*/ 1356 w 1768"/>
                <a:gd name="connsiteY25" fmla="*/ 60 h 811"/>
                <a:gd name="connsiteX26" fmla="*/ 1444 w 1768"/>
                <a:gd name="connsiteY26" fmla="*/ 96 h 811"/>
                <a:gd name="connsiteX27" fmla="*/ 1552 w 1768"/>
                <a:gd name="connsiteY27" fmla="*/ 80 h 811"/>
                <a:gd name="connsiteX28" fmla="*/ 1660 w 1768"/>
                <a:gd name="connsiteY28" fmla="*/ 60 h 811"/>
                <a:gd name="connsiteX29" fmla="*/ 1768 w 1768"/>
                <a:gd name="connsiteY29" fmla="*/ 0 h 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68" h="811">
                  <a:moveTo>
                    <a:pt x="0" y="280"/>
                  </a:moveTo>
                  <a:cubicBezTo>
                    <a:pt x="19" y="280"/>
                    <a:pt x="62" y="276"/>
                    <a:pt x="104" y="284"/>
                  </a:cubicBezTo>
                  <a:cubicBezTo>
                    <a:pt x="146" y="292"/>
                    <a:pt x="166" y="304"/>
                    <a:pt x="208" y="320"/>
                  </a:cubicBezTo>
                  <a:cubicBezTo>
                    <a:pt x="250" y="336"/>
                    <a:pt x="274" y="361"/>
                    <a:pt x="316" y="364"/>
                  </a:cubicBezTo>
                  <a:cubicBezTo>
                    <a:pt x="358" y="367"/>
                    <a:pt x="382" y="321"/>
                    <a:pt x="420" y="336"/>
                  </a:cubicBezTo>
                  <a:cubicBezTo>
                    <a:pt x="458" y="351"/>
                    <a:pt x="470" y="402"/>
                    <a:pt x="508" y="440"/>
                  </a:cubicBezTo>
                  <a:cubicBezTo>
                    <a:pt x="546" y="478"/>
                    <a:pt x="578" y="490"/>
                    <a:pt x="612" y="528"/>
                  </a:cubicBezTo>
                  <a:cubicBezTo>
                    <a:pt x="646" y="566"/>
                    <a:pt x="646" y="598"/>
                    <a:pt x="680" y="632"/>
                  </a:cubicBezTo>
                  <a:cubicBezTo>
                    <a:pt x="714" y="666"/>
                    <a:pt x="742" y="684"/>
                    <a:pt x="784" y="696"/>
                  </a:cubicBezTo>
                  <a:cubicBezTo>
                    <a:pt x="826" y="708"/>
                    <a:pt x="849" y="689"/>
                    <a:pt x="892" y="692"/>
                  </a:cubicBezTo>
                  <a:cubicBezTo>
                    <a:pt x="935" y="695"/>
                    <a:pt x="957" y="710"/>
                    <a:pt x="1000" y="712"/>
                  </a:cubicBezTo>
                  <a:cubicBezTo>
                    <a:pt x="1043" y="714"/>
                    <a:pt x="1065" y="698"/>
                    <a:pt x="1108" y="704"/>
                  </a:cubicBezTo>
                  <a:cubicBezTo>
                    <a:pt x="1151" y="710"/>
                    <a:pt x="1173" y="723"/>
                    <a:pt x="1216" y="744"/>
                  </a:cubicBezTo>
                  <a:cubicBezTo>
                    <a:pt x="1259" y="765"/>
                    <a:pt x="1281" y="800"/>
                    <a:pt x="1324" y="808"/>
                  </a:cubicBezTo>
                  <a:cubicBezTo>
                    <a:pt x="1367" y="816"/>
                    <a:pt x="1414" y="810"/>
                    <a:pt x="1432" y="784"/>
                  </a:cubicBezTo>
                  <a:cubicBezTo>
                    <a:pt x="1450" y="758"/>
                    <a:pt x="1437" y="718"/>
                    <a:pt x="1412" y="680"/>
                  </a:cubicBezTo>
                  <a:cubicBezTo>
                    <a:pt x="1387" y="642"/>
                    <a:pt x="1350" y="619"/>
                    <a:pt x="1308" y="592"/>
                  </a:cubicBezTo>
                  <a:cubicBezTo>
                    <a:pt x="1266" y="565"/>
                    <a:pt x="1243" y="566"/>
                    <a:pt x="1200" y="544"/>
                  </a:cubicBezTo>
                  <a:cubicBezTo>
                    <a:pt x="1157" y="522"/>
                    <a:pt x="1135" y="507"/>
                    <a:pt x="1092" y="480"/>
                  </a:cubicBezTo>
                  <a:cubicBezTo>
                    <a:pt x="1049" y="453"/>
                    <a:pt x="1017" y="443"/>
                    <a:pt x="984" y="408"/>
                  </a:cubicBezTo>
                  <a:cubicBezTo>
                    <a:pt x="951" y="373"/>
                    <a:pt x="942" y="346"/>
                    <a:pt x="928" y="304"/>
                  </a:cubicBezTo>
                  <a:cubicBezTo>
                    <a:pt x="914" y="262"/>
                    <a:pt x="898" y="237"/>
                    <a:pt x="916" y="196"/>
                  </a:cubicBezTo>
                  <a:cubicBezTo>
                    <a:pt x="934" y="155"/>
                    <a:pt x="930" y="118"/>
                    <a:pt x="972" y="92"/>
                  </a:cubicBezTo>
                  <a:cubicBezTo>
                    <a:pt x="1014" y="66"/>
                    <a:pt x="1046" y="34"/>
                    <a:pt x="1088" y="24"/>
                  </a:cubicBezTo>
                  <a:cubicBezTo>
                    <a:pt x="1130" y="14"/>
                    <a:pt x="1246" y="30"/>
                    <a:pt x="1288" y="32"/>
                  </a:cubicBezTo>
                  <a:cubicBezTo>
                    <a:pt x="1330" y="34"/>
                    <a:pt x="1314" y="51"/>
                    <a:pt x="1356" y="60"/>
                  </a:cubicBezTo>
                  <a:cubicBezTo>
                    <a:pt x="1398" y="69"/>
                    <a:pt x="1401" y="96"/>
                    <a:pt x="1444" y="96"/>
                  </a:cubicBezTo>
                  <a:cubicBezTo>
                    <a:pt x="1487" y="96"/>
                    <a:pt x="1509" y="87"/>
                    <a:pt x="1552" y="80"/>
                  </a:cubicBezTo>
                  <a:cubicBezTo>
                    <a:pt x="1595" y="73"/>
                    <a:pt x="1617" y="76"/>
                    <a:pt x="1660" y="60"/>
                  </a:cubicBezTo>
                  <a:cubicBezTo>
                    <a:pt x="1703" y="44"/>
                    <a:pt x="1749" y="12"/>
                    <a:pt x="1768" y="0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8848" y="4257"/>
              <a:ext cx="3304" cy="1757"/>
            </a:xfrm>
            <a:custGeom>
              <a:avLst/>
              <a:gdLst>
                <a:gd name="connsiteX0" fmla="*/ 0 w 3304"/>
                <a:gd name="connsiteY0" fmla="*/ 1442 h 1756"/>
                <a:gd name="connsiteX1" fmla="*/ 104 w 3304"/>
                <a:gd name="connsiteY1" fmla="*/ 1362 h 1756"/>
                <a:gd name="connsiteX2" fmla="*/ 208 w 3304"/>
                <a:gd name="connsiteY2" fmla="*/ 1282 h 1756"/>
                <a:gd name="connsiteX3" fmla="*/ 264 w 3304"/>
                <a:gd name="connsiteY3" fmla="*/ 1174 h 1756"/>
                <a:gd name="connsiteX4" fmla="*/ 328 w 3304"/>
                <a:gd name="connsiteY4" fmla="*/ 1066 h 1756"/>
                <a:gd name="connsiteX5" fmla="*/ 392 w 3304"/>
                <a:gd name="connsiteY5" fmla="*/ 958 h 1756"/>
                <a:gd name="connsiteX6" fmla="*/ 452 w 3304"/>
                <a:gd name="connsiteY6" fmla="*/ 846 h 1756"/>
                <a:gd name="connsiteX7" fmla="*/ 504 w 3304"/>
                <a:gd name="connsiteY7" fmla="*/ 742 h 1756"/>
                <a:gd name="connsiteX8" fmla="*/ 560 w 3304"/>
                <a:gd name="connsiteY8" fmla="*/ 634 h 1756"/>
                <a:gd name="connsiteX9" fmla="*/ 596 w 3304"/>
                <a:gd name="connsiteY9" fmla="*/ 530 h 1756"/>
                <a:gd name="connsiteX10" fmla="*/ 624 w 3304"/>
                <a:gd name="connsiteY10" fmla="*/ 422 h 1756"/>
                <a:gd name="connsiteX11" fmla="*/ 628 w 3304"/>
                <a:gd name="connsiteY11" fmla="*/ 314 h 1756"/>
                <a:gd name="connsiteX12" fmla="*/ 628 w 3304"/>
                <a:gd name="connsiteY12" fmla="*/ 206 h 1756"/>
                <a:gd name="connsiteX13" fmla="*/ 692 w 3304"/>
                <a:gd name="connsiteY13" fmla="*/ 98 h 1756"/>
                <a:gd name="connsiteX14" fmla="*/ 800 w 3304"/>
                <a:gd name="connsiteY14" fmla="*/ 18 h 1756"/>
                <a:gd name="connsiteX15" fmla="*/ 904 w 3304"/>
                <a:gd name="connsiteY15" fmla="*/ 2 h 1756"/>
                <a:gd name="connsiteX16" fmla="*/ 1012 w 3304"/>
                <a:gd name="connsiteY16" fmla="*/ 38 h 1756"/>
                <a:gd name="connsiteX17" fmla="*/ 1128 w 3304"/>
                <a:gd name="connsiteY17" fmla="*/ 86 h 1756"/>
                <a:gd name="connsiteX18" fmla="*/ 1232 w 3304"/>
                <a:gd name="connsiteY18" fmla="*/ 70 h 1756"/>
                <a:gd name="connsiteX19" fmla="*/ 1336 w 3304"/>
                <a:gd name="connsiteY19" fmla="*/ 78 h 1756"/>
                <a:gd name="connsiteX20" fmla="*/ 1444 w 3304"/>
                <a:gd name="connsiteY20" fmla="*/ 122 h 1756"/>
                <a:gd name="connsiteX21" fmla="*/ 1552 w 3304"/>
                <a:gd name="connsiteY21" fmla="*/ 194 h 1756"/>
                <a:gd name="connsiteX22" fmla="*/ 1584 w 3304"/>
                <a:gd name="connsiteY22" fmla="*/ 302 h 1756"/>
                <a:gd name="connsiteX23" fmla="*/ 1536 w 3304"/>
                <a:gd name="connsiteY23" fmla="*/ 410 h 1756"/>
                <a:gd name="connsiteX24" fmla="*/ 1480 w 3304"/>
                <a:gd name="connsiteY24" fmla="*/ 518 h 1756"/>
                <a:gd name="connsiteX25" fmla="*/ 1468 w 3304"/>
                <a:gd name="connsiteY25" fmla="*/ 626 h 1756"/>
                <a:gd name="connsiteX26" fmla="*/ 1476 w 3304"/>
                <a:gd name="connsiteY26" fmla="*/ 734 h 1756"/>
                <a:gd name="connsiteX27" fmla="*/ 1476 w 3304"/>
                <a:gd name="connsiteY27" fmla="*/ 842 h 1756"/>
                <a:gd name="connsiteX28" fmla="*/ 1484 w 3304"/>
                <a:gd name="connsiteY28" fmla="*/ 974 h 1756"/>
                <a:gd name="connsiteX29" fmla="*/ 1452 w 3304"/>
                <a:gd name="connsiteY29" fmla="*/ 1062 h 1756"/>
                <a:gd name="connsiteX30" fmla="*/ 1464 w 3304"/>
                <a:gd name="connsiteY30" fmla="*/ 1166 h 1756"/>
                <a:gd name="connsiteX31" fmla="*/ 1484 w 3304"/>
                <a:gd name="connsiteY31" fmla="*/ 1274 h 1756"/>
                <a:gd name="connsiteX32" fmla="*/ 1516 w 3304"/>
                <a:gd name="connsiteY32" fmla="*/ 1382 h 1756"/>
                <a:gd name="connsiteX33" fmla="*/ 1516 w 3304"/>
                <a:gd name="connsiteY33" fmla="*/ 1502 h 1756"/>
                <a:gd name="connsiteX34" fmla="*/ 1496 w 3304"/>
                <a:gd name="connsiteY34" fmla="*/ 1598 h 1756"/>
                <a:gd name="connsiteX35" fmla="*/ 1488 w 3304"/>
                <a:gd name="connsiteY35" fmla="*/ 1706 h 1756"/>
                <a:gd name="connsiteX36" fmla="*/ 1592 w 3304"/>
                <a:gd name="connsiteY36" fmla="*/ 1754 h 1756"/>
                <a:gd name="connsiteX37" fmla="*/ 1692 w 3304"/>
                <a:gd name="connsiteY37" fmla="*/ 1646 h 1756"/>
                <a:gd name="connsiteX38" fmla="*/ 1796 w 3304"/>
                <a:gd name="connsiteY38" fmla="*/ 1626 h 1756"/>
                <a:gd name="connsiteX39" fmla="*/ 1904 w 3304"/>
                <a:gd name="connsiteY39" fmla="*/ 1582 h 1756"/>
                <a:gd name="connsiteX40" fmla="*/ 2012 w 3304"/>
                <a:gd name="connsiteY40" fmla="*/ 1622 h 1756"/>
                <a:gd name="connsiteX41" fmla="*/ 2120 w 3304"/>
                <a:gd name="connsiteY41" fmla="*/ 1634 h 1756"/>
                <a:gd name="connsiteX42" fmla="*/ 2228 w 3304"/>
                <a:gd name="connsiteY42" fmla="*/ 1578 h 1756"/>
                <a:gd name="connsiteX43" fmla="*/ 2336 w 3304"/>
                <a:gd name="connsiteY43" fmla="*/ 1562 h 1756"/>
                <a:gd name="connsiteX44" fmla="*/ 2440 w 3304"/>
                <a:gd name="connsiteY44" fmla="*/ 1562 h 1756"/>
                <a:gd name="connsiteX45" fmla="*/ 2548 w 3304"/>
                <a:gd name="connsiteY45" fmla="*/ 1498 h 1756"/>
                <a:gd name="connsiteX46" fmla="*/ 2568 w 3304"/>
                <a:gd name="connsiteY46" fmla="*/ 1390 h 1756"/>
                <a:gd name="connsiteX47" fmla="*/ 2608 w 3304"/>
                <a:gd name="connsiteY47" fmla="*/ 1282 h 1756"/>
                <a:gd name="connsiteX48" fmla="*/ 2712 w 3304"/>
                <a:gd name="connsiteY48" fmla="*/ 1198 h 1756"/>
                <a:gd name="connsiteX49" fmla="*/ 2784 w 3304"/>
                <a:gd name="connsiteY49" fmla="*/ 1094 h 1756"/>
                <a:gd name="connsiteX50" fmla="*/ 2832 w 3304"/>
                <a:gd name="connsiteY50" fmla="*/ 986 h 1756"/>
                <a:gd name="connsiteX51" fmla="*/ 2928 w 3304"/>
                <a:gd name="connsiteY51" fmla="*/ 885 h 1756"/>
                <a:gd name="connsiteX52" fmla="*/ 2996 w 3304"/>
                <a:gd name="connsiteY52" fmla="*/ 777 h 1756"/>
                <a:gd name="connsiteX53" fmla="*/ 3116 w 3304"/>
                <a:gd name="connsiteY53" fmla="*/ 701 h 1756"/>
                <a:gd name="connsiteX54" fmla="*/ 3200 w 3304"/>
                <a:gd name="connsiteY54" fmla="*/ 606 h 1756"/>
                <a:gd name="connsiteX55" fmla="*/ 3304 w 3304"/>
                <a:gd name="connsiteY55" fmla="*/ 526 h 1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04" h="1757">
                  <a:moveTo>
                    <a:pt x="0" y="1442"/>
                  </a:moveTo>
                  <a:cubicBezTo>
                    <a:pt x="19" y="1428"/>
                    <a:pt x="62" y="1394"/>
                    <a:pt x="104" y="1362"/>
                  </a:cubicBezTo>
                  <a:cubicBezTo>
                    <a:pt x="146" y="1330"/>
                    <a:pt x="176" y="1320"/>
                    <a:pt x="208" y="1282"/>
                  </a:cubicBezTo>
                  <a:cubicBezTo>
                    <a:pt x="240" y="1244"/>
                    <a:pt x="240" y="1217"/>
                    <a:pt x="264" y="1174"/>
                  </a:cubicBezTo>
                  <a:cubicBezTo>
                    <a:pt x="288" y="1131"/>
                    <a:pt x="302" y="1109"/>
                    <a:pt x="328" y="1066"/>
                  </a:cubicBezTo>
                  <a:cubicBezTo>
                    <a:pt x="354" y="1023"/>
                    <a:pt x="367" y="1002"/>
                    <a:pt x="392" y="958"/>
                  </a:cubicBezTo>
                  <a:cubicBezTo>
                    <a:pt x="417" y="914"/>
                    <a:pt x="430" y="889"/>
                    <a:pt x="452" y="846"/>
                  </a:cubicBezTo>
                  <a:cubicBezTo>
                    <a:pt x="474" y="803"/>
                    <a:pt x="482" y="784"/>
                    <a:pt x="504" y="742"/>
                  </a:cubicBezTo>
                  <a:cubicBezTo>
                    <a:pt x="526" y="700"/>
                    <a:pt x="542" y="676"/>
                    <a:pt x="560" y="634"/>
                  </a:cubicBezTo>
                  <a:cubicBezTo>
                    <a:pt x="578" y="592"/>
                    <a:pt x="583" y="572"/>
                    <a:pt x="596" y="530"/>
                  </a:cubicBezTo>
                  <a:cubicBezTo>
                    <a:pt x="609" y="488"/>
                    <a:pt x="618" y="465"/>
                    <a:pt x="624" y="422"/>
                  </a:cubicBezTo>
                  <a:cubicBezTo>
                    <a:pt x="630" y="379"/>
                    <a:pt x="627" y="357"/>
                    <a:pt x="628" y="314"/>
                  </a:cubicBezTo>
                  <a:cubicBezTo>
                    <a:pt x="629" y="271"/>
                    <a:pt x="615" y="249"/>
                    <a:pt x="628" y="206"/>
                  </a:cubicBezTo>
                  <a:cubicBezTo>
                    <a:pt x="641" y="163"/>
                    <a:pt x="658" y="136"/>
                    <a:pt x="692" y="98"/>
                  </a:cubicBezTo>
                  <a:cubicBezTo>
                    <a:pt x="726" y="60"/>
                    <a:pt x="758" y="37"/>
                    <a:pt x="800" y="18"/>
                  </a:cubicBezTo>
                  <a:cubicBezTo>
                    <a:pt x="842" y="-1"/>
                    <a:pt x="862" y="-2"/>
                    <a:pt x="904" y="2"/>
                  </a:cubicBezTo>
                  <a:cubicBezTo>
                    <a:pt x="946" y="6"/>
                    <a:pt x="967" y="21"/>
                    <a:pt x="1012" y="38"/>
                  </a:cubicBezTo>
                  <a:cubicBezTo>
                    <a:pt x="1057" y="55"/>
                    <a:pt x="1084" y="80"/>
                    <a:pt x="1128" y="86"/>
                  </a:cubicBezTo>
                  <a:cubicBezTo>
                    <a:pt x="1172" y="92"/>
                    <a:pt x="1190" y="72"/>
                    <a:pt x="1232" y="70"/>
                  </a:cubicBezTo>
                  <a:cubicBezTo>
                    <a:pt x="1274" y="68"/>
                    <a:pt x="1294" y="68"/>
                    <a:pt x="1336" y="78"/>
                  </a:cubicBezTo>
                  <a:cubicBezTo>
                    <a:pt x="1378" y="88"/>
                    <a:pt x="1401" y="99"/>
                    <a:pt x="1444" y="122"/>
                  </a:cubicBezTo>
                  <a:cubicBezTo>
                    <a:pt x="1487" y="145"/>
                    <a:pt x="1524" y="158"/>
                    <a:pt x="1552" y="194"/>
                  </a:cubicBezTo>
                  <a:cubicBezTo>
                    <a:pt x="1580" y="230"/>
                    <a:pt x="1587" y="259"/>
                    <a:pt x="1584" y="302"/>
                  </a:cubicBezTo>
                  <a:cubicBezTo>
                    <a:pt x="1581" y="345"/>
                    <a:pt x="1557" y="367"/>
                    <a:pt x="1536" y="410"/>
                  </a:cubicBezTo>
                  <a:cubicBezTo>
                    <a:pt x="1515" y="453"/>
                    <a:pt x="1494" y="475"/>
                    <a:pt x="1480" y="518"/>
                  </a:cubicBezTo>
                  <a:cubicBezTo>
                    <a:pt x="1466" y="561"/>
                    <a:pt x="1469" y="583"/>
                    <a:pt x="1468" y="626"/>
                  </a:cubicBezTo>
                  <a:cubicBezTo>
                    <a:pt x="1467" y="669"/>
                    <a:pt x="1474" y="691"/>
                    <a:pt x="1476" y="734"/>
                  </a:cubicBezTo>
                  <a:cubicBezTo>
                    <a:pt x="1478" y="777"/>
                    <a:pt x="1480" y="799"/>
                    <a:pt x="1476" y="842"/>
                  </a:cubicBezTo>
                  <a:cubicBezTo>
                    <a:pt x="1472" y="885"/>
                    <a:pt x="1489" y="930"/>
                    <a:pt x="1484" y="974"/>
                  </a:cubicBezTo>
                  <a:cubicBezTo>
                    <a:pt x="1479" y="1018"/>
                    <a:pt x="1456" y="1019"/>
                    <a:pt x="1452" y="1062"/>
                  </a:cubicBezTo>
                  <a:cubicBezTo>
                    <a:pt x="1448" y="1105"/>
                    <a:pt x="1469" y="1124"/>
                    <a:pt x="1464" y="1166"/>
                  </a:cubicBezTo>
                  <a:cubicBezTo>
                    <a:pt x="1459" y="1208"/>
                    <a:pt x="1484" y="1231"/>
                    <a:pt x="1484" y="1274"/>
                  </a:cubicBezTo>
                  <a:cubicBezTo>
                    <a:pt x="1484" y="1317"/>
                    <a:pt x="1511" y="1339"/>
                    <a:pt x="1516" y="1382"/>
                  </a:cubicBezTo>
                  <a:cubicBezTo>
                    <a:pt x="1521" y="1425"/>
                    <a:pt x="1511" y="1459"/>
                    <a:pt x="1516" y="1502"/>
                  </a:cubicBezTo>
                  <a:cubicBezTo>
                    <a:pt x="1521" y="1545"/>
                    <a:pt x="1489" y="1555"/>
                    <a:pt x="1496" y="1598"/>
                  </a:cubicBezTo>
                  <a:cubicBezTo>
                    <a:pt x="1503" y="1641"/>
                    <a:pt x="1462" y="1675"/>
                    <a:pt x="1488" y="1706"/>
                  </a:cubicBezTo>
                  <a:cubicBezTo>
                    <a:pt x="1514" y="1737"/>
                    <a:pt x="1551" y="1766"/>
                    <a:pt x="1592" y="1754"/>
                  </a:cubicBezTo>
                  <a:cubicBezTo>
                    <a:pt x="1633" y="1742"/>
                    <a:pt x="1651" y="1672"/>
                    <a:pt x="1692" y="1646"/>
                  </a:cubicBezTo>
                  <a:cubicBezTo>
                    <a:pt x="1733" y="1620"/>
                    <a:pt x="1754" y="1639"/>
                    <a:pt x="1796" y="1626"/>
                  </a:cubicBezTo>
                  <a:cubicBezTo>
                    <a:pt x="1838" y="1613"/>
                    <a:pt x="1861" y="1583"/>
                    <a:pt x="1904" y="1582"/>
                  </a:cubicBezTo>
                  <a:cubicBezTo>
                    <a:pt x="1947" y="1581"/>
                    <a:pt x="1969" y="1612"/>
                    <a:pt x="2012" y="1622"/>
                  </a:cubicBezTo>
                  <a:cubicBezTo>
                    <a:pt x="2055" y="1632"/>
                    <a:pt x="2077" y="1643"/>
                    <a:pt x="2120" y="1634"/>
                  </a:cubicBezTo>
                  <a:cubicBezTo>
                    <a:pt x="2163" y="1625"/>
                    <a:pt x="2185" y="1592"/>
                    <a:pt x="2228" y="1578"/>
                  </a:cubicBezTo>
                  <a:cubicBezTo>
                    <a:pt x="2271" y="1564"/>
                    <a:pt x="2294" y="1565"/>
                    <a:pt x="2336" y="1562"/>
                  </a:cubicBezTo>
                  <a:cubicBezTo>
                    <a:pt x="2378" y="1559"/>
                    <a:pt x="2398" y="1575"/>
                    <a:pt x="2440" y="1562"/>
                  </a:cubicBezTo>
                  <a:cubicBezTo>
                    <a:pt x="2482" y="1549"/>
                    <a:pt x="2522" y="1532"/>
                    <a:pt x="2548" y="1498"/>
                  </a:cubicBezTo>
                  <a:cubicBezTo>
                    <a:pt x="2574" y="1464"/>
                    <a:pt x="2556" y="1433"/>
                    <a:pt x="2568" y="1390"/>
                  </a:cubicBezTo>
                  <a:cubicBezTo>
                    <a:pt x="2580" y="1347"/>
                    <a:pt x="2579" y="1320"/>
                    <a:pt x="2608" y="1282"/>
                  </a:cubicBezTo>
                  <a:cubicBezTo>
                    <a:pt x="2637" y="1244"/>
                    <a:pt x="2677" y="1236"/>
                    <a:pt x="2712" y="1198"/>
                  </a:cubicBezTo>
                  <a:cubicBezTo>
                    <a:pt x="2747" y="1160"/>
                    <a:pt x="2760" y="1136"/>
                    <a:pt x="2784" y="1094"/>
                  </a:cubicBezTo>
                  <a:cubicBezTo>
                    <a:pt x="2808" y="1052"/>
                    <a:pt x="2801" y="1027"/>
                    <a:pt x="2832" y="986"/>
                  </a:cubicBezTo>
                  <a:cubicBezTo>
                    <a:pt x="2863" y="945"/>
                    <a:pt x="2890" y="925"/>
                    <a:pt x="2928" y="885"/>
                  </a:cubicBezTo>
                  <a:cubicBezTo>
                    <a:pt x="2966" y="845"/>
                    <a:pt x="2958" y="813"/>
                    <a:pt x="2996" y="777"/>
                  </a:cubicBezTo>
                  <a:cubicBezTo>
                    <a:pt x="3034" y="741"/>
                    <a:pt x="3080" y="737"/>
                    <a:pt x="3116" y="701"/>
                  </a:cubicBezTo>
                  <a:cubicBezTo>
                    <a:pt x="3152" y="665"/>
                    <a:pt x="3165" y="643"/>
                    <a:pt x="3200" y="606"/>
                  </a:cubicBezTo>
                  <a:cubicBezTo>
                    <a:pt x="3235" y="569"/>
                    <a:pt x="3285" y="540"/>
                    <a:pt x="3304" y="526"/>
                  </a:cubicBezTo>
                </a:path>
              </a:pathLst>
            </a:cu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任意多边形 3"/>
          <p:cNvSpPr/>
          <p:nvPr/>
        </p:nvSpPr>
        <p:spPr>
          <a:xfrm>
            <a:off x="7259320" y="2735580"/>
            <a:ext cx="1016000" cy="1417320"/>
          </a:xfrm>
          <a:custGeom>
            <a:avLst/>
            <a:gdLst>
              <a:gd name="connsiteX0" fmla="*/ 0 w 1600"/>
              <a:gd name="connsiteY0" fmla="*/ 0 h 2232"/>
              <a:gd name="connsiteX1" fmla="*/ 104 w 1600"/>
              <a:gd name="connsiteY1" fmla="*/ 80 h 2232"/>
              <a:gd name="connsiteX2" fmla="*/ 160 w 1600"/>
              <a:gd name="connsiteY2" fmla="*/ 184 h 2232"/>
              <a:gd name="connsiteX3" fmla="*/ 240 w 1600"/>
              <a:gd name="connsiteY3" fmla="*/ 288 h 2232"/>
              <a:gd name="connsiteX4" fmla="*/ 256 w 1600"/>
              <a:gd name="connsiteY4" fmla="*/ 392 h 2232"/>
              <a:gd name="connsiteX5" fmla="*/ 216 w 1600"/>
              <a:gd name="connsiteY5" fmla="*/ 496 h 2232"/>
              <a:gd name="connsiteX6" fmla="*/ 168 w 1600"/>
              <a:gd name="connsiteY6" fmla="*/ 608 h 2232"/>
              <a:gd name="connsiteX7" fmla="*/ 160 w 1600"/>
              <a:gd name="connsiteY7" fmla="*/ 712 h 2232"/>
              <a:gd name="connsiteX8" fmla="*/ 176 w 1600"/>
              <a:gd name="connsiteY8" fmla="*/ 824 h 2232"/>
              <a:gd name="connsiteX9" fmla="*/ 280 w 1600"/>
              <a:gd name="connsiteY9" fmla="*/ 864 h 2232"/>
              <a:gd name="connsiteX10" fmla="*/ 392 w 1600"/>
              <a:gd name="connsiteY10" fmla="*/ 936 h 2232"/>
              <a:gd name="connsiteX11" fmla="*/ 400 w 1600"/>
              <a:gd name="connsiteY11" fmla="*/ 1040 h 2232"/>
              <a:gd name="connsiteX12" fmla="*/ 400 w 1600"/>
              <a:gd name="connsiteY12" fmla="*/ 1144 h 2232"/>
              <a:gd name="connsiteX13" fmla="*/ 424 w 1600"/>
              <a:gd name="connsiteY13" fmla="*/ 1256 h 2232"/>
              <a:gd name="connsiteX14" fmla="*/ 528 w 1600"/>
              <a:gd name="connsiteY14" fmla="*/ 1280 h 2232"/>
              <a:gd name="connsiteX15" fmla="*/ 632 w 1600"/>
              <a:gd name="connsiteY15" fmla="*/ 1344 h 2232"/>
              <a:gd name="connsiteX16" fmla="*/ 624 w 1600"/>
              <a:gd name="connsiteY16" fmla="*/ 1448 h 2232"/>
              <a:gd name="connsiteX17" fmla="*/ 592 w 1600"/>
              <a:gd name="connsiteY17" fmla="*/ 1552 h 2232"/>
              <a:gd name="connsiteX18" fmla="*/ 560 w 1600"/>
              <a:gd name="connsiteY18" fmla="*/ 1656 h 2232"/>
              <a:gd name="connsiteX19" fmla="*/ 536 w 1600"/>
              <a:gd name="connsiteY19" fmla="*/ 1768 h 2232"/>
              <a:gd name="connsiteX20" fmla="*/ 536 w 1600"/>
              <a:gd name="connsiteY20" fmla="*/ 1872 h 2232"/>
              <a:gd name="connsiteX21" fmla="*/ 589 w 1600"/>
              <a:gd name="connsiteY21" fmla="*/ 1972 h 2232"/>
              <a:gd name="connsiteX22" fmla="*/ 661 w 1600"/>
              <a:gd name="connsiteY22" fmla="*/ 1984 h 2232"/>
              <a:gd name="connsiteX23" fmla="*/ 751 w 1600"/>
              <a:gd name="connsiteY23" fmla="*/ 2005 h 2232"/>
              <a:gd name="connsiteX24" fmla="*/ 835 w 1600"/>
              <a:gd name="connsiteY24" fmla="*/ 2005 h 2232"/>
              <a:gd name="connsiteX25" fmla="*/ 967 w 1600"/>
              <a:gd name="connsiteY25" fmla="*/ 2011 h 2232"/>
              <a:gd name="connsiteX26" fmla="*/ 1108 w 1600"/>
              <a:gd name="connsiteY26" fmla="*/ 2029 h 2232"/>
              <a:gd name="connsiteX27" fmla="*/ 1231 w 1600"/>
              <a:gd name="connsiteY27" fmla="*/ 2068 h 2232"/>
              <a:gd name="connsiteX28" fmla="*/ 1363 w 1600"/>
              <a:gd name="connsiteY28" fmla="*/ 2113 h 2232"/>
              <a:gd name="connsiteX29" fmla="*/ 1468 w 1600"/>
              <a:gd name="connsiteY29" fmla="*/ 2152 h 2232"/>
              <a:gd name="connsiteX30" fmla="*/ 1531 w 1600"/>
              <a:gd name="connsiteY30" fmla="*/ 2173 h 2232"/>
              <a:gd name="connsiteX31" fmla="*/ 1600 w 1600"/>
              <a:gd name="connsiteY31" fmla="*/ 2232 h 2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0" h="2232">
                <a:moveTo>
                  <a:pt x="0" y="0"/>
                </a:moveTo>
                <a:cubicBezTo>
                  <a:pt x="20" y="14"/>
                  <a:pt x="72" y="43"/>
                  <a:pt x="104" y="80"/>
                </a:cubicBezTo>
                <a:cubicBezTo>
                  <a:pt x="136" y="117"/>
                  <a:pt x="133" y="142"/>
                  <a:pt x="160" y="184"/>
                </a:cubicBezTo>
                <a:cubicBezTo>
                  <a:pt x="187" y="226"/>
                  <a:pt x="221" y="246"/>
                  <a:pt x="240" y="288"/>
                </a:cubicBezTo>
                <a:cubicBezTo>
                  <a:pt x="259" y="330"/>
                  <a:pt x="261" y="350"/>
                  <a:pt x="256" y="392"/>
                </a:cubicBezTo>
                <a:cubicBezTo>
                  <a:pt x="251" y="434"/>
                  <a:pt x="234" y="453"/>
                  <a:pt x="216" y="496"/>
                </a:cubicBezTo>
                <a:cubicBezTo>
                  <a:pt x="198" y="539"/>
                  <a:pt x="179" y="565"/>
                  <a:pt x="168" y="608"/>
                </a:cubicBezTo>
                <a:cubicBezTo>
                  <a:pt x="157" y="651"/>
                  <a:pt x="158" y="669"/>
                  <a:pt x="160" y="712"/>
                </a:cubicBezTo>
                <a:cubicBezTo>
                  <a:pt x="162" y="755"/>
                  <a:pt x="152" y="794"/>
                  <a:pt x="176" y="824"/>
                </a:cubicBezTo>
                <a:cubicBezTo>
                  <a:pt x="200" y="854"/>
                  <a:pt x="237" y="842"/>
                  <a:pt x="280" y="864"/>
                </a:cubicBezTo>
                <a:cubicBezTo>
                  <a:pt x="323" y="886"/>
                  <a:pt x="368" y="901"/>
                  <a:pt x="392" y="936"/>
                </a:cubicBezTo>
                <a:cubicBezTo>
                  <a:pt x="416" y="971"/>
                  <a:pt x="398" y="998"/>
                  <a:pt x="400" y="1040"/>
                </a:cubicBezTo>
                <a:cubicBezTo>
                  <a:pt x="402" y="1082"/>
                  <a:pt x="395" y="1101"/>
                  <a:pt x="400" y="1144"/>
                </a:cubicBezTo>
                <a:cubicBezTo>
                  <a:pt x="405" y="1187"/>
                  <a:pt x="398" y="1229"/>
                  <a:pt x="424" y="1256"/>
                </a:cubicBezTo>
                <a:cubicBezTo>
                  <a:pt x="450" y="1283"/>
                  <a:pt x="486" y="1262"/>
                  <a:pt x="528" y="1280"/>
                </a:cubicBezTo>
                <a:cubicBezTo>
                  <a:pt x="570" y="1298"/>
                  <a:pt x="613" y="1310"/>
                  <a:pt x="632" y="1344"/>
                </a:cubicBezTo>
                <a:cubicBezTo>
                  <a:pt x="651" y="1378"/>
                  <a:pt x="632" y="1406"/>
                  <a:pt x="624" y="1448"/>
                </a:cubicBezTo>
                <a:cubicBezTo>
                  <a:pt x="616" y="1490"/>
                  <a:pt x="605" y="1510"/>
                  <a:pt x="592" y="1552"/>
                </a:cubicBezTo>
                <a:cubicBezTo>
                  <a:pt x="579" y="1594"/>
                  <a:pt x="571" y="1613"/>
                  <a:pt x="560" y="1656"/>
                </a:cubicBezTo>
                <a:cubicBezTo>
                  <a:pt x="549" y="1699"/>
                  <a:pt x="541" y="1725"/>
                  <a:pt x="536" y="1768"/>
                </a:cubicBezTo>
                <a:cubicBezTo>
                  <a:pt x="531" y="1811"/>
                  <a:pt x="536" y="1829"/>
                  <a:pt x="536" y="1872"/>
                </a:cubicBezTo>
                <a:cubicBezTo>
                  <a:pt x="536" y="1915"/>
                  <a:pt x="568" y="1943"/>
                  <a:pt x="589" y="1972"/>
                </a:cubicBezTo>
                <a:cubicBezTo>
                  <a:pt x="610" y="2001"/>
                  <a:pt x="619" y="1973"/>
                  <a:pt x="661" y="1984"/>
                </a:cubicBezTo>
                <a:cubicBezTo>
                  <a:pt x="703" y="1995"/>
                  <a:pt x="709" y="2000"/>
                  <a:pt x="751" y="2005"/>
                </a:cubicBezTo>
                <a:cubicBezTo>
                  <a:pt x="793" y="2010"/>
                  <a:pt x="792" y="2000"/>
                  <a:pt x="835" y="2005"/>
                </a:cubicBezTo>
                <a:cubicBezTo>
                  <a:pt x="878" y="2010"/>
                  <a:pt x="924" y="2000"/>
                  <a:pt x="967" y="2011"/>
                </a:cubicBezTo>
                <a:cubicBezTo>
                  <a:pt x="1010" y="2022"/>
                  <a:pt x="1066" y="2013"/>
                  <a:pt x="1108" y="2029"/>
                </a:cubicBezTo>
                <a:cubicBezTo>
                  <a:pt x="1150" y="2045"/>
                  <a:pt x="1188" y="2052"/>
                  <a:pt x="1231" y="2068"/>
                </a:cubicBezTo>
                <a:cubicBezTo>
                  <a:pt x="1274" y="2084"/>
                  <a:pt x="1320" y="2105"/>
                  <a:pt x="1363" y="2113"/>
                </a:cubicBezTo>
                <a:cubicBezTo>
                  <a:pt x="1406" y="2121"/>
                  <a:pt x="1425" y="2146"/>
                  <a:pt x="1468" y="2152"/>
                </a:cubicBezTo>
                <a:cubicBezTo>
                  <a:pt x="1511" y="2158"/>
                  <a:pt x="1488" y="2163"/>
                  <a:pt x="1531" y="2173"/>
                </a:cubicBezTo>
                <a:cubicBezTo>
                  <a:pt x="1574" y="2183"/>
                  <a:pt x="1581" y="2228"/>
                  <a:pt x="1600" y="223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7263765" y="1452245"/>
            <a:ext cx="1123950" cy="1295400"/>
          </a:xfrm>
          <a:custGeom>
            <a:avLst/>
            <a:gdLst>
              <a:gd name="connisteX0" fmla="*/ 0 w 1123950"/>
              <a:gd name="connsiteY0" fmla="*/ 1295400 h 1295400"/>
              <a:gd name="connisteX1" fmla="*/ 64770 w 1123950"/>
              <a:gd name="connsiteY1" fmla="*/ 1280160 h 1295400"/>
              <a:gd name="connisteX2" fmla="*/ 129540 w 1123950"/>
              <a:gd name="connsiteY2" fmla="*/ 1272540 h 1295400"/>
              <a:gd name="connisteX3" fmla="*/ 194310 w 1123950"/>
              <a:gd name="connsiteY3" fmla="*/ 1272540 h 1295400"/>
              <a:gd name="connisteX4" fmla="*/ 259080 w 1123950"/>
              <a:gd name="connsiteY4" fmla="*/ 1272540 h 1295400"/>
              <a:gd name="connisteX5" fmla="*/ 327660 w 1123950"/>
              <a:gd name="connsiteY5" fmla="*/ 1257300 h 1295400"/>
              <a:gd name="connisteX6" fmla="*/ 392430 w 1123950"/>
              <a:gd name="connsiteY6" fmla="*/ 1219200 h 1295400"/>
              <a:gd name="connisteX7" fmla="*/ 457200 w 1123950"/>
              <a:gd name="connsiteY7" fmla="*/ 1158240 h 1295400"/>
              <a:gd name="connisteX8" fmla="*/ 502920 w 1123950"/>
              <a:gd name="connsiteY8" fmla="*/ 1093470 h 1295400"/>
              <a:gd name="connisteX9" fmla="*/ 560070 w 1123950"/>
              <a:gd name="connsiteY9" fmla="*/ 1028700 h 1295400"/>
              <a:gd name="connisteX10" fmla="*/ 586740 w 1123950"/>
              <a:gd name="connsiteY10" fmla="*/ 963930 h 1295400"/>
              <a:gd name="connisteX11" fmla="*/ 628650 w 1123950"/>
              <a:gd name="connsiteY11" fmla="*/ 899160 h 1295400"/>
              <a:gd name="connisteX12" fmla="*/ 693420 w 1123950"/>
              <a:gd name="connsiteY12" fmla="*/ 845820 h 1295400"/>
              <a:gd name="connisteX13" fmla="*/ 758190 w 1123950"/>
              <a:gd name="connsiteY13" fmla="*/ 807720 h 1295400"/>
              <a:gd name="connisteX14" fmla="*/ 822960 w 1123950"/>
              <a:gd name="connsiteY14" fmla="*/ 765810 h 1295400"/>
              <a:gd name="connisteX15" fmla="*/ 857250 w 1123950"/>
              <a:gd name="connsiteY15" fmla="*/ 701040 h 1295400"/>
              <a:gd name="connisteX16" fmla="*/ 872490 w 1123950"/>
              <a:gd name="connsiteY16" fmla="*/ 636270 h 1295400"/>
              <a:gd name="connisteX17" fmla="*/ 880110 w 1123950"/>
              <a:gd name="connsiteY17" fmla="*/ 567690 h 1295400"/>
              <a:gd name="connisteX18" fmla="*/ 887730 w 1123950"/>
              <a:gd name="connsiteY18" fmla="*/ 502920 h 1295400"/>
              <a:gd name="connisteX19" fmla="*/ 910590 w 1123950"/>
              <a:gd name="connsiteY19" fmla="*/ 438150 h 1295400"/>
              <a:gd name="connisteX20" fmla="*/ 937260 w 1123950"/>
              <a:gd name="connsiteY20" fmla="*/ 373380 h 1295400"/>
              <a:gd name="connisteX21" fmla="*/ 963930 w 1123950"/>
              <a:gd name="connsiteY21" fmla="*/ 308610 h 1295400"/>
              <a:gd name="connisteX22" fmla="*/ 982980 w 1123950"/>
              <a:gd name="connsiteY22" fmla="*/ 243840 h 1295400"/>
              <a:gd name="connisteX23" fmla="*/ 1002030 w 1123950"/>
              <a:gd name="connsiteY23" fmla="*/ 179070 h 1295400"/>
              <a:gd name="connisteX24" fmla="*/ 1028700 w 1123950"/>
              <a:gd name="connsiteY24" fmla="*/ 114300 h 1295400"/>
              <a:gd name="connisteX25" fmla="*/ 1059180 w 1123950"/>
              <a:gd name="connsiteY25" fmla="*/ 49530 h 1295400"/>
              <a:gd name="connisteX26" fmla="*/ 1123950 w 1123950"/>
              <a:gd name="connsiteY26" fmla="*/ 0 h 1295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1123950" h="1295400">
                <a:moveTo>
                  <a:pt x="0" y="1295400"/>
                </a:moveTo>
                <a:cubicBezTo>
                  <a:pt x="11430" y="1292225"/>
                  <a:pt x="38735" y="1284605"/>
                  <a:pt x="64770" y="1280160"/>
                </a:cubicBezTo>
                <a:cubicBezTo>
                  <a:pt x="90805" y="1275715"/>
                  <a:pt x="103505" y="1273810"/>
                  <a:pt x="129540" y="1272540"/>
                </a:cubicBezTo>
                <a:cubicBezTo>
                  <a:pt x="155575" y="1271270"/>
                  <a:pt x="168275" y="1272540"/>
                  <a:pt x="194310" y="1272540"/>
                </a:cubicBezTo>
                <a:cubicBezTo>
                  <a:pt x="220345" y="1272540"/>
                  <a:pt x="232410" y="1275715"/>
                  <a:pt x="259080" y="1272540"/>
                </a:cubicBezTo>
                <a:cubicBezTo>
                  <a:pt x="285750" y="1269365"/>
                  <a:pt x="300990" y="1268095"/>
                  <a:pt x="327660" y="1257300"/>
                </a:cubicBezTo>
                <a:cubicBezTo>
                  <a:pt x="354330" y="1246505"/>
                  <a:pt x="366395" y="1238885"/>
                  <a:pt x="392430" y="1219200"/>
                </a:cubicBezTo>
                <a:cubicBezTo>
                  <a:pt x="418465" y="1199515"/>
                  <a:pt x="434975" y="1183640"/>
                  <a:pt x="457200" y="1158240"/>
                </a:cubicBezTo>
                <a:cubicBezTo>
                  <a:pt x="479425" y="1132840"/>
                  <a:pt x="482600" y="1119505"/>
                  <a:pt x="502920" y="1093470"/>
                </a:cubicBezTo>
                <a:cubicBezTo>
                  <a:pt x="523240" y="1067435"/>
                  <a:pt x="543560" y="1054735"/>
                  <a:pt x="560070" y="1028700"/>
                </a:cubicBezTo>
                <a:cubicBezTo>
                  <a:pt x="576580" y="1002665"/>
                  <a:pt x="572770" y="989965"/>
                  <a:pt x="586740" y="963930"/>
                </a:cubicBezTo>
                <a:cubicBezTo>
                  <a:pt x="600710" y="937895"/>
                  <a:pt x="607060" y="922655"/>
                  <a:pt x="628650" y="899160"/>
                </a:cubicBezTo>
                <a:cubicBezTo>
                  <a:pt x="650240" y="875665"/>
                  <a:pt x="667385" y="864235"/>
                  <a:pt x="693420" y="845820"/>
                </a:cubicBezTo>
                <a:cubicBezTo>
                  <a:pt x="719455" y="827405"/>
                  <a:pt x="732155" y="823595"/>
                  <a:pt x="758190" y="807720"/>
                </a:cubicBezTo>
                <a:cubicBezTo>
                  <a:pt x="784225" y="791845"/>
                  <a:pt x="803275" y="787400"/>
                  <a:pt x="822960" y="765810"/>
                </a:cubicBezTo>
                <a:cubicBezTo>
                  <a:pt x="842645" y="744220"/>
                  <a:pt x="847090" y="727075"/>
                  <a:pt x="857250" y="701040"/>
                </a:cubicBezTo>
                <a:cubicBezTo>
                  <a:pt x="867410" y="675005"/>
                  <a:pt x="868045" y="662940"/>
                  <a:pt x="872490" y="636270"/>
                </a:cubicBezTo>
                <a:cubicBezTo>
                  <a:pt x="876935" y="609600"/>
                  <a:pt x="876935" y="594360"/>
                  <a:pt x="880110" y="567690"/>
                </a:cubicBezTo>
                <a:cubicBezTo>
                  <a:pt x="883285" y="541020"/>
                  <a:pt x="881380" y="528955"/>
                  <a:pt x="887730" y="502920"/>
                </a:cubicBezTo>
                <a:cubicBezTo>
                  <a:pt x="894080" y="476885"/>
                  <a:pt x="900430" y="464185"/>
                  <a:pt x="910590" y="438150"/>
                </a:cubicBezTo>
                <a:cubicBezTo>
                  <a:pt x="920750" y="412115"/>
                  <a:pt x="926465" y="399415"/>
                  <a:pt x="937260" y="373380"/>
                </a:cubicBezTo>
                <a:cubicBezTo>
                  <a:pt x="948055" y="347345"/>
                  <a:pt x="955040" y="334645"/>
                  <a:pt x="963930" y="308610"/>
                </a:cubicBezTo>
                <a:cubicBezTo>
                  <a:pt x="972820" y="282575"/>
                  <a:pt x="975360" y="269875"/>
                  <a:pt x="982980" y="243840"/>
                </a:cubicBezTo>
                <a:cubicBezTo>
                  <a:pt x="990600" y="217805"/>
                  <a:pt x="993140" y="205105"/>
                  <a:pt x="1002030" y="179070"/>
                </a:cubicBezTo>
                <a:cubicBezTo>
                  <a:pt x="1010920" y="153035"/>
                  <a:pt x="1017270" y="140335"/>
                  <a:pt x="1028700" y="114300"/>
                </a:cubicBezTo>
                <a:cubicBezTo>
                  <a:pt x="1040130" y="88265"/>
                  <a:pt x="1040130" y="72390"/>
                  <a:pt x="1059180" y="49530"/>
                </a:cubicBezTo>
                <a:cubicBezTo>
                  <a:pt x="1078230" y="26670"/>
                  <a:pt x="1111885" y="8890"/>
                  <a:pt x="112395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7266940" y="2748915"/>
            <a:ext cx="255905" cy="2038350"/>
          </a:xfrm>
          <a:custGeom>
            <a:avLst/>
            <a:gdLst>
              <a:gd name="connsiteX0" fmla="*/ 2 w 402"/>
              <a:gd name="connsiteY0" fmla="*/ 0 h 3210"/>
              <a:gd name="connsiteX1" fmla="*/ 2 w 402"/>
              <a:gd name="connsiteY1" fmla="*/ 102 h 3210"/>
              <a:gd name="connsiteX2" fmla="*/ 20 w 402"/>
              <a:gd name="connsiteY2" fmla="*/ 210 h 3210"/>
              <a:gd name="connsiteX3" fmla="*/ 20 w 402"/>
              <a:gd name="connsiteY3" fmla="*/ 312 h 3210"/>
              <a:gd name="connsiteX4" fmla="*/ 8 w 402"/>
              <a:gd name="connsiteY4" fmla="*/ 414 h 3210"/>
              <a:gd name="connsiteX5" fmla="*/ 2 w 402"/>
              <a:gd name="connsiteY5" fmla="*/ 516 h 3210"/>
              <a:gd name="connsiteX6" fmla="*/ 2 w 402"/>
              <a:gd name="connsiteY6" fmla="*/ 618 h 3210"/>
              <a:gd name="connsiteX7" fmla="*/ 2 w 402"/>
              <a:gd name="connsiteY7" fmla="*/ 720 h 3210"/>
              <a:gd name="connsiteX8" fmla="*/ 20 w 402"/>
              <a:gd name="connsiteY8" fmla="*/ 822 h 3210"/>
              <a:gd name="connsiteX9" fmla="*/ 50 w 402"/>
              <a:gd name="connsiteY9" fmla="*/ 924 h 3210"/>
              <a:gd name="connsiteX10" fmla="*/ 62 w 402"/>
              <a:gd name="connsiteY10" fmla="*/ 1026 h 3210"/>
              <a:gd name="connsiteX11" fmla="*/ 74 w 402"/>
              <a:gd name="connsiteY11" fmla="*/ 1128 h 3210"/>
              <a:gd name="connsiteX12" fmla="*/ 92 w 402"/>
              <a:gd name="connsiteY12" fmla="*/ 1230 h 3210"/>
              <a:gd name="connsiteX13" fmla="*/ 92 w 402"/>
              <a:gd name="connsiteY13" fmla="*/ 1332 h 3210"/>
              <a:gd name="connsiteX14" fmla="*/ 98 w 402"/>
              <a:gd name="connsiteY14" fmla="*/ 1434 h 3210"/>
              <a:gd name="connsiteX15" fmla="*/ 116 w 402"/>
              <a:gd name="connsiteY15" fmla="*/ 1536 h 3210"/>
              <a:gd name="connsiteX16" fmla="*/ 140 w 402"/>
              <a:gd name="connsiteY16" fmla="*/ 1638 h 3210"/>
              <a:gd name="connsiteX17" fmla="*/ 140 w 402"/>
              <a:gd name="connsiteY17" fmla="*/ 1746 h 3210"/>
              <a:gd name="connsiteX18" fmla="*/ 140 w 402"/>
              <a:gd name="connsiteY18" fmla="*/ 1848 h 3210"/>
              <a:gd name="connsiteX19" fmla="*/ 140 w 402"/>
              <a:gd name="connsiteY19" fmla="*/ 1950 h 3210"/>
              <a:gd name="connsiteX20" fmla="*/ 140 w 402"/>
              <a:gd name="connsiteY20" fmla="*/ 2052 h 3210"/>
              <a:gd name="connsiteX21" fmla="*/ 128 w 402"/>
              <a:gd name="connsiteY21" fmla="*/ 2154 h 3210"/>
              <a:gd name="connsiteX22" fmla="*/ 98 w 402"/>
              <a:gd name="connsiteY22" fmla="*/ 2256 h 3210"/>
              <a:gd name="connsiteX23" fmla="*/ 68 w 402"/>
              <a:gd name="connsiteY23" fmla="*/ 2358 h 3210"/>
              <a:gd name="connsiteX24" fmla="*/ 62 w 402"/>
              <a:gd name="connsiteY24" fmla="*/ 2460 h 3210"/>
              <a:gd name="connsiteX25" fmla="*/ 116 w 402"/>
              <a:gd name="connsiteY25" fmla="*/ 2562 h 3210"/>
              <a:gd name="connsiteX26" fmla="*/ 182 w 402"/>
              <a:gd name="connsiteY26" fmla="*/ 2664 h 3210"/>
              <a:gd name="connsiteX27" fmla="*/ 236 w 402"/>
              <a:gd name="connsiteY27" fmla="*/ 2766 h 3210"/>
              <a:gd name="connsiteX28" fmla="*/ 362 w 402"/>
              <a:gd name="connsiteY28" fmla="*/ 2886 h 3210"/>
              <a:gd name="connsiteX29" fmla="*/ 386 w 402"/>
              <a:gd name="connsiteY29" fmla="*/ 2994 h 3210"/>
              <a:gd name="connsiteX30" fmla="*/ 398 w 402"/>
              <a:gd name="connsiteY30" fmla="*/ 3096 h 3210"/>
              <a:gd name="connsiteX31" fmla="*/ 403 w 402"/>
              <a:gd name="connsiteY31" fmla="*/ 3210 h 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" h="3210">
                <a:moveTo>
                  <a:pt x="2" y="0"/>
                </a:moveTo>
                <a:cubicBezTo>
                  <a:pt x="2" y="18"/>
                  <a:pt x="-2" y="60"/>
                  <a:pt x="2" y="102"/>
                </a:cubicBezTo>
                <a:cubicBezTo>
                  <a:pt x="6" y="144"/>
                  <a:pt x="16" y="168"/>
                  <a:pt x="20" y="210"/>
                </a:cubicBezTo>
                <a:cubicBezTo>
                  <a:pt x="24" y="252"/>
                  <a:pt x="22" y="271"/>
                  <a:pt x="20" y="312"/>
                </a:cubicBezTo>
                <a:cubicBezTo>
                  <a:pt x="18" y="353"/>
                  <a:pt x="12" y="373"/>
                  <a:pt x="8" y="414"/>
                </a:cubicBezTo>
                <a:cubicBezTo>
                  <a:pt x="4" y="455"/>
                  <a:pt x="3" y="475"/>
                  <a:pt x="2" y="516"/>
                </a:cubicBezTo>
                <a:cubicBezTo>
                  <a:pt x="1" y="557"/>
                  <a:pt x="2" y="577"/>
                  <a:pt x="2" y="618"/>
                </a:cubicBezTo>
                <a:cubicBezTo>
                  <a:pt x="2" y="659"/>
                  <a:pt x="-2" y="679"/>
                  <a:pt x="2" y="720"/>
                </a:cubicBezTo>
                <a:cubicBezTo>
                  <a:pt x="6" y="761"/>
                  <a:pt x="10" y="781"/>
                  <a:pt x="20" y="822"/>
                </a:cubicBezTo>
                <a:cubicBezTo>
                  <a:pt x="30" y="863"/>
                  <a:pt x="42" y="883"/>
                  <a:pt x="50" y="924"/>
                </a:cubicBezTo>
                <a:cubicBezTo>
                  <a:pt x="58" y="965"/>
                  <a:pt x="57" y="985"/>
                  <a:pt x="62" y="1026"/>
                </a:cubicBezTo>
                <a:cubicBezTo>
                  <a:pt x="67" y="1067"/>
                  <a:pt x="68" y="1087"/>
                  <a:pt x="74" y="1128"/>
                </a:cubicBezTo>
                <a:cubicBezTo>
                  <a:pt x="80" y="1169"/>
                  <a:pt x="88" y="1189"/>
                  <a:pt x="92" y="1230"/>
                </a:cubicBezTo>
                <a:cubicBezTo>
                  <a:pt x="96" y="1271"/>
                  <a:pt x="91" y="1291"/>
                  <a:pt x="92" y="1332"/>
                </a:cubicBezTo>
                <a:cubicBezTo>
                  <a:pt x="93" y="1373"/>
                  <a:pt x="93" y="1393"/>
                  <a:pt x="98" y="1434"/>
                </a:cubicBezTo>
                <a:cubicBezTo>
                  <a:pt x="103" y="1475"/>
                  <a:pt x="108" y="1495"/>
                  <a:pt x="116" y="1536"/>
                </a:cubicBezTo>
                <a:cubicBezTo>
                  <a:pt x="124" y="1577"/>
                  <a:pt x="135" y="1596"/>
                  <a:pt x="140" y="1638"/>
                </a:cubicBezTo>
                <a:cubicBezTo>
                  <a:pt x="145" y="1680"/>
                  <a:pt x="140" y="1704"/>
                  <a:pt x="140" y="1746"/>
                </a:cubicBezTo>
                <a:cubicBezTo>
                  <a:pt x="140" y="1788"/>
                  <a:pt x="140" y="1807"/>
                  <a:pt x="140" y="1848"/>
                </a:cubicBezTo>
                <a:cubicBezTo>
                  <a:pt x="140" y="1889"/>
                  <a:pt x="140" y="1909"/>
                  <a:pt x="140" y="1950"/>
                </a:cubicBezTo>
                <a:cubicBezTo>
                  <a:pt x="140" y="1991"/>
                  <a:pt x="142" y="2011"/>
                  <a:pt x="140" y="2052"/>
                </a:cubicBezTo>
                <a:cubicBezTo>
                  <a:pt x="138" y="2093"/>
                  <a:pt x="136" y="2113"/>
                  <a:pt x="128" y="2154"/>
                </a:cubicBezTo>
                <a:cubicBezTo>
                  <a:pt x="120" y="2195"/>
                  <a:pt x="110" y="2215"/>
                  <a:pt x="98" y="2256"/>
                </a:cubicBezTo>
                <a:cubicBezTo>
                  <a:pt x="86" y="2297"/>
                  <a:pt x="75" y="2317"/>
                  <a:pt x="68" y="2358"/>
                </a:cubicBezTo>
                <a:cubicBezTo>
                  <a:pt x="61" y="2399"/>
                  <a:pt x="52" y="2419"/>
                  <a:pt x="62" y="2460"/>
                </a:cubicBezTo>
                <a:cubicBezTo>
                  <a:pt x="72" y="2501"/>
                  <a:pt x="92" y="2521"/>
                  <a:pt x="116" y="2562"/>
                </a:cubicBezTo>
                <a:cubicBezTo>
                  <a:pt x="140" y="2603"/>
                  <a:pt x="158" y="2623"/>
                  <a:pt x="182" y="2664"/>
                </a:cubicBezTo>
                <a:cubicBezTo>
                  <a:pt x="206" y="2705"/>
                  <a:pt x="216" y="2725"/>
                  <a:pt x="236" y="2766"/>
                </a:cubicBezTo>
                <a:cubicBezTo>
                  <a:pt x="256" y="2807"/>
                  <a:pt x="346" y="2845"/>
                  <a:pt x="362" y="2886"/>
                </a:cubicBezTo>
                <a:cubicBezTo>
                  <a:pt x="378" y="2927"/>
                  <a:pt x="381" y="2953"/>
                  <a:pt x="386" y="2994"/>
                </a:cubicBezTo>
                <a:cubicBezTo>
                  <a:pt x="391" y="3035"/>
                  <a:pt x="399" y="3055"/>
                  <a:pt x="398" y="3096"/>
                </a:cubicBezTo>
                <a:cubicBezTo>
                  <a:pt x="397" y="3137"/>
                  <a:pt x="403" y="3192"/>
                  <a:pt x="403" y="32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7404735" y="4697095"/>
            <a:ext cx="123190" cy="1108710"/>
          </a:xfrm>
          <a:custGeom>
            <a:avLst/>
            <a:gdLst>
              <a:gd name="connisteX0" fmla="*/ 110490 w 123202"/>
              <a:gd name="connsiteY0" fmla="*/ 0 h 1108710"/>
              <a:gd name="connisteX1" fmla="*/ 118110 w 123202"/>
              <a:gd name="connsiteY1" fmla="*/ 68580 h 1108710"/>
              <a:gd name="connisteX2" fmla="*/ 118110 w 123202"/>
              <a:gd name="connsiteY2" fmla="*/ 133350 h 1108710"/>
              <a:gd name="connisteX3" fmla="*/ 64770 w 123202"/>
              <a:gd name="connsiteY3" fmla="*/ 198120 h 1108710"/>
              <a:gd name="connisteX4" fmla="*/ 45720 w 123202"/>
              <a:gd name="connsiteY4" fmla="*/ 262890 h 1108710"/>
              <a:gd name="connisteX5" fmla="*/ 41910 w 123202"/>
              <a:gd name="connsiteY5" fmla="*/ 327660 h 1108710"/>
              <a:gd name="connisteX6" fmla="*/ 41910 w 123202"/>
              <a:gd name="connsiteY6" fmla="*/ 392430 h 1108710"/>
              <a:gd name="connisteX7" fmla="*/ 49530 w 123202"/>
              <a:gd name="connsiteY7" fmla="*/ 457200 h 1108710"/>
              <a:gd name="connisteX8" fmla="*/ 60960 w 123202"/>
              <a:gd name="connsiteY8" fmla="*/ 521970 h 1108710"/>
              <a:gd name="connisteX9" fmla="*/ 68580 w 123202"/>
              <a:gd name="connsiteY9" fmla="*/ 586740 h 1108710"/>
              <a:gd name="connisteX10" fmla="*/ 64770 w 123202"/>
              <a:gd name="connsiteY10" fmla="*/ 651510 h 1108710"/>
              <a:gd name="connisteX11" fmla="*/ 53340 w 123202"/>
              <a:gd name="connsiteY11" fmla="*/ 716280 h 1108710"/>
              <a:gd name="connisteX12" fmla="*/ 53340 w 123202"/>
              <a:gd name="connsiteY12" fmla="*/ 781050 h 1108710"/>
              <a:gd name="connisteX13" fmla="*/ 64770 w 123202"/>
              <a:gd name="connsiteY13" fmla="*/ 845820 h 1108710"/>
              <a:gd name="connisteX14" fmla="*/ 87630 w 123202"/>
              <a:gd name="connsiteY14" fmla="*/ 910590 h 1108710"/>
              <a:gd name="connisteX15" fmla="*/ 87630 w 123202"/>
              <a:gd name="connsiteY15" fmla="*/ 975360 h 1108710"/>
              <a:gd name="connisteX16" fmla="*/ 45720 w 123202"/>
              <a:gd name="connsiteY16" fmla="*/ 1043940 h 1108710"/>
              <a:gd name="connisteX17" fmla="*/ 0 w 123202"/>
              <a:gd name="connsiteY17" fmla="*/ 1108710 h 11087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</a:cxnLst>
            <a:rect l="l" t="t" r="r" b="b"/>
            <a:pathLst>
              <a:path w="123203" h="1108710">
                <a:moveTo>
                  <a:pt x="110490" y="0"/>
                </a:moveTo>
                <a:cubicBezTo>
                  <a:pt x="111760" y="12700"/>
                  <a:pt x="116840" y="41910"/>
                  <a:pt x="118110" y="68580"/>
                </a:cubicBezTo>
                <a:cubicBezTo>
                  <a:pt x="119380" y="95250"/>
                  <a:pt x="128905" y="107315"/>
                  <a:pt x="118110" y="133350"/>
                </a:cubicBezTo>
                <a:cubicBezTo>
                  <a:pt x="107315" y="159385"/>
                  <a:pt x="79375" y="172085"/>
                  <a:pt x="64770" y="198120"/>
                </a:cubicBezTo>
                <a:cubicBezTo>
                  <a:pt x="50165" y="224155"/>
                  <a:pt x="50165" y="236855"/>
                  <a:pt x="45720" y="262890"/>
                </a:cubicBezTo>
                <a:cubicBezTo>
                  <a:pt x="41275" y="288925"/>
                  <a:pt x="42545" y="301625"/>
                  <a:pt x="41910" y="327660"/>
                </a:cubicBezTo>
                <a:cubicBezTo>
                  <a:pt x="41275" y="353695"/>
                  <a:pt x="40640" y="366395"/>
                  <a:pt x="41910" y="392430"/>
                </a:cubicBezTo>
                <a:cubicBezTo>
                  <a:pt x="43180" y="418465"/>
                  <a:pt x="45720" y="431165"/>
                  <a:pt x="49530" y="457200"/>
                </a:cubicBezTo>
                <a:cubicBezTo>
                  <a:pt x="53340" y="483235"/>
                  <a:pt x="57150" y="495935"/>
                  <a:pt x="60960" y="521970"/>
                </a:cubicBezTo>
                <a:cubicBezTo>
                  <a:pt x="64770" y="548005"/>
                  <a:pt x="67945" y="560705"/>
                  <a:pt x="68580" y="586740"/>
                </a:cubicBezTo>
                <a:cubicBezTo>
                  <a:pt x="69215" y="612775"/>
                  <a:pt x="67945" y="625475"/>
                  <a:pt x="64770" y="651510"/>
                </a:cubicBezTo>
                <a:cubicBezTo>
                  <a:pt x="61595" y="677545"/>
                  <a:pt x="55880" y="690245"/>
                  <a:pt x="53340" y="716280"/>
                </a:cubicBezTo>
                <a:cubicBezTo>
                  <a:pt x="50800" y="742315"/>
                  <a:pt x="50800" y="755015"/>
                  <a:pt x="53340" y="781050"/>
                </a:cubicBezTo>
                <a:cubicBezTo>
                  <a:pt x="55880" y="807085"/>
                  <a:pt x="57785" y="819785"/>
                  <a:pt x="64770" y="845820"/>
                </a:cubicBezTo>
                <a:cubicBezTo>
                  <a:pt x="71755" y="871855"/>
                  <a:pt x="83185" y="884555"/>
                  <a:pt x="87630" y="910590"/>
                </a:cubicBezTo>
                <a:cubicBezTo>
                  <a:pt x="92075" y="936625"/>
                  <a:pt x="95885" y="948690"/>
                  <a:pt x="87630" y="975360"/>
                </a:cubicBezTo>
                <a:cubicBezTo>
                  <a:pt x="79375" y="1002030"/>
                  <a:pt x="63500" y="1017270"/>
                  <a:pt x="45720" y="1043940"/>
                </a:cubicBezTo>
                <a:cubicBezTo>
                  <a:pt x="27940" y="1070610"/>
                  <a:pt x="8255" y="1097280"/>
                  <a:pt x="0" y="11087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7063105" y="2741930"/>
            <a:ext cx="203200" cy="2137410"/>
          </a:xfrm>
          <a:custGeom>
            <a:avLst/>
            <a:gdLst>
              <a:gd name="connisteX0" fmla="*/ 202882 w 202882"/>
              <a:gd name="connsiteY0" fmla="*/ 0 h 2137410"/>
              <a:gd name="connisteX1" fmla="*/ 164782 w 202882"/>
              <a:gd name="connsiteY1" fmla="*/ 68580 h 2137410"/>
              <a:gd name="connisteX2" fmla="*/ 100012 w 202882"/>
              <a:gd name="connsiteY2" fmla="*/ 121920 h 2137410"/>
              <a:gd name="connisteX3" fmla="*/ 61912 w 202882"/>
              <a:gd name="connsiteY3" fmla="*/ 186690 h 2137410"/>
              <a:gd name="connisteX4" fmla="*/ 35242 w 202882"/>
              <a:gd name="connsiteY4" fmla="*/ 251460 h 2137410"/>
              <a:gd name="connisteX5" fmla="*/ 35242 w 202882"/>
              <a:gd name="connsiteY5" fmla="*/ 316230 h 2137410"/>
              <a:gd name="connisteX6" fmla="*/ 27622 w 202882"/>
              <a:gd name="connsiteY6" fmla="*/ 381000 h 2137410"/>
              <a:gd name="connisteX7" fmla="*/ 23812 w 202882"/>
              <a:gd name="connsiteY7" fmla="*/ 445770 h 2137410"/>
              <a:gd name="connisteX8" fmla="*/ 31432 w 202882"/>
              <a:gd name="connsiteY8" fmla="*/ 510540 h 2137410"/>
              <a:gd name="connisteX9" fmla="*/ 27622 w 202882"/>
              <a:gd name="connsiteY9" fmla="*/ 575310 h 2137410"/>
              <a:gd name="connisteX10" fmla="*/ 12382 w 202882"/>
              <a:gd name="connsiteY10" fmla="*/ 640080 h 2137410"/>
              <a:gd name="connisteX11" fmla="*/ 8572 w 202882"/>
              <a:gd name="connsiteY11" fmla="*/ 704850 h 2137410"/>
              <a:gd name="connisteX12" fmla="*/ 8572 w 202882"/>
              <a:gd name="connsiteY12" fmla="*/ 769620 h 2137410"/>
              <a:gd name="connisteX13" fmla="*/ 8572 w 202882"/>
              <a:gd name="connsiteY13" fmla="*/ 838200 h 2137410"/>
              <a:gd name="connisteX14" fmla="*/ 952 w 202882"/>
              <a:gd name="connsiteY14" fmla="*/ 902970 h 2137410"/>
              <a:gd name="connisteX15" fmla="*/ 952 w 202882"/>
              <a:gd name="connsiteY15" fmla="*/ 967740 h 2137410"/>
              <a:gd name="connisteX16" fmla="*/ 8572 w 202882"/>
              <a:gd name="connsiteY16" fmla="*/ 1032510 h 2137410"/>
              <a:gd name="connisteX17" fmla="*/ 31432 w 202882"/>
              <a:gd name="connsiteY17" fmla="*/ 1097280 h 2137410"/>
              <a:gd name="connisteX18" fmla="*/ 54292 w 202882"/>
              <a:gd name="connsiteY18" fmla="*/ 1162050 h 2137410"/>
              <a:gd name="connisteX19" fmla="*/ 54292 w 202882"/>
              <a:gd name="connsiteY19" fmla="*/ 1226820 h 2137410"/>
              <a:gd name="connisteX20" fmla="*/ 50482 w 202882"/>
              <a:gd name="connsiteY20" fmla="*/ 1291590 h 2137410"/>
              <a:gd name="connisteX21" fmla="*/ 50482 w 202882"/>
              <a:gd name="connsiteY21" fmla="*/ 1356360 h 2137410"/>
              <a:gd name="connisteX22" fmla="*/ 54292 w 202882"/>
              <a:gd name="connsiteY22" fmla="*/ 1421130 h 2137410"/>
              <a:gd name="connisteX23" fmla="*/ 73342 w 202882"/>
              <a:gd name="connsiteY23" fmla="*/ 1485900 h 2137410"/>
              <a:gd name="connisteX24" fmla="*/ 65722 w 202882"/>
              <a:gd name="connsiteY24" fmla="*/ 1550670 h 2137410"/>
              <a:gd name="connisteX25" fmla="*/ 84772 w 202882"/>
              <a:gd name="connsiteY25" fmla="*/ 1615440 h 2137410"/>
              <a:gd name="connisteX26" fmla="*/ 126682 w 202882"/>
              <a:gd name="connsiteY26" fmla="*/ 1680210 h 2137410"/>
              <a:gd name="connisteX27" fmla="*/ 157162 w 202882"/>
              <a:gd name="connsiteY27" fmla="*/ 1744980 h 2137410"/>
              <a:gd name="connisteX28" fmla="*/ 130492 w 202882"/>
              <a:gd name="connsiteY28" fmla="*/ 1813560 h 2137410"/>
              <a:gd name="connisteX29" fmla="*/ 77152 w 202882"/>
              <a:gd name="connsiteY29" fmla="*/ 1878330 h 2137410"/>
              <a:gd name="connisteX30" fmla="*/ 39052 w 202882"/>
              <a:gd name="connsiteY30" fmla="*/ 1943100 h 2137410"/>
              <a:gd name="connisteX31" fmla="*/ 27622 w 202882"/>
              <a:gd name="connsiteY31" fmla="*/ 2007870 h 2137410"/>
              <a:gd name="connisteX32" fmla="*/ 35242 w 202882"/>
              <a:gd name="connsiteY32" fmla="*/ 2072640 h 2137410"/>
              <a:gd name="connisteX33" fmla="*/ 69532 w 202882"/>
              <a:gd name="connsiteY33" fmla="*/ 2137410 h 21374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</a:cxnLst>
            <a:rect l="l" t="t" r="r" b="b"/>
            <a:pathLst>
              <a:path w="202883" h="2137410">
                <a:moveTo>
                  <a:pt x="202883" y="0"/>
                </a:moveTo>
                <a:cubicBezTo>
                  <a:pt x="196533" y="12700"/>
                  <a:pt x="185103" y="44450"/>
                  <a:pt x="164783" y="68580"/>
                </a:cubicBezTo>
                <a:cubicBezTo>
                  <a:pt x="144463" y="92710"/>
                  <a:pt x="120333" y="98425"/>
                  <a:pt x="100013" y="121920"/>
                </a:cubicBezTo>
                <a:cubicBezTo>
                  <a:pt x="79693" y="145415"/>
                  <a:pt x="74613" y="160655"/>
                  <a:pt x="61913" y="186690"/>
                </a:cubicBezTo>
                <a:cubicBezTo>
                  <a:pt x="49213" y="212725"/>
                  <a:pt x="40323" y="225425"/>
                  <a:pt x="35243" y="251460"/>
                </a:cubicBezTo>
                <a:cubicBezTo>
                  <a:pt x="30163" y="277495"/>
                  <a:pt x="36513" y="290195"/>
                  <a:pt x="35243" y="316230"/>
                </a:cubicBezTo>
                <a:cubicBezTo>
                  <a:pt x="33973" y="342265"/>
                  <a:pt x="30163" y="354965"/>
                  <a:pt x="27623" y="381000"/>
                </a:cubicBezTo>
                <a:cubicBezTo>
                  <a:pt x="25083" y="407035"/>
                  <a:pt x="23178" y="419735"/>
                  <a:pt x="23813" y="445770"/>
                </a:cubicBezTo>
                <a:cubicBezTo>
                  <a:pt x="24448" y="471805"/>
                  <a:pt x="30798" y="484505"/>
                  <a:pt x="31433" y="510540"/>
                </a:cubicBezTo>
                <a:cubicBezTo>
                  <a:pt x="32068" y="536575"/>
                  <a:pt x="31433" y="549275"/>
                  <a:pt x="27623" y="575310"/>
                </a:cubicBezTo>
                <a:cubicBezTo>
                  <a:pt x="23813" y="601345"/>
                  <a:pt x="16193" y="614045"/>
                  <a:pt x="12383" y="640080"/>
                </a:cubicBezTo>
                <a:cubicBezTo>
                  <a:pt x="8573" y="666115"/>
                  <a:pt x="9208" y="678815"/>
                  <a:pt x="8573" y="704850"/>
                </a:cubicBezTo>
                <a:cubicBezTo>
                  <a:pt x="7938" y="730885"/>
                  <a:pt x="8573" y="742950"/>
                  <a:pt x="8573" y="769620"/>
                </a:cubicBezTo>
                <a:cubicBezTo>
                  <a:pt x="8573" y="796290"/>
                  <a:pt x="9843" y="811530"/>
                  <a:pt x="8573" y="838200"/>
                </a:cubicBezTo>
                <a:cubicBezTo>
                  <a:pt x="7303" y="864870"/>
                  <a:pt x="2223" y="876935"/>
                  <a:pt x="953" y="902970"/>
                </a:cubicBezTo>
                <a:cubicBezTo>
                  <a:pt x="-317" y="929005"/>
                  <a:pt x="-317" y="941705"/>
                  <a:pt x="953" y="967740"/>
                </a:cubicBezTo>
                <a:cubicBezTo>
                  <a:pt x="2223" y="993775"/>
                  <a:pt x="2223" y="1006475"/>
                  <a:pt x="8573" y="1032510"/>
                </a:cubicBezTo>
                <a:cubicBezTo>
                  <a:pt x="14923" y="1058545"/>
                  <a:pt x="22543" y="1071245"/>
                  <a:pt x="31433" y="1097280"/>
                </a:cubicBezTo>
                <a:cubicBezTo>
                  <a:pt x="40323" y="1123315"/>
                  <a:pt x="49848" y="1136015"/>
                  <a:pt x="54293" y="1162050"/>
                </a:cubicBezTo>
                <a:cubicBezTo>
                  <a:pt x="58738" y="1188085"/>
                  <a:pt x="54928" y="1200785"/>
                  <a:pt x="54293" y="1226820"/>
                </a:cubicBezTo>
                <a:cubicBezTo>
                  <a:pt x="53658" y="1252855"/>
                  <a:pt x="51118" y="1265555"/>
                  <a:pt x="50483" y="1291590"/>
                </a:cubicBezTo>
                <a:cubicBezTo>
                  <a:pt x="49848" y="1317625"/>
                  <a:pt x="49848" y="1330325"/>
                  <a:pt x="50483" y="1356360"/>
                </a:cubicBezTo>
                <a:cubicBezTo>
                  <a:pt x="51118" y="1382395"/>
                  <a:pt x="49848" y="1395095"/>
                  <a:pt x="54293" y="1421130"/>
                </a:cubicBezTo>
                <a:cubicBezTo>
                  <a:pt x="58738" y="1447165"/>
                  <a:pt x="70803" y="1459865"/>
                  <a:pt x="73343" y="1485900"/>
                </a:cubicBezTo>
                <a:cubicBezTo>
                  <a:pt x="75883" y="1511935"/>
                  <a:pt x="63183" y="1524635"/>
                  <a:pt x="65723" y="1550670"/>
                </a:cubicBezTo>
                <a:cubicBezTo>
                  <a:pt x="68263" y="1576705"/>
                  <a:pt x="72708" y="1589405"/>
                  <a:pt x="84773" y="1615440"/>
                </a:cubicBezTo>
                <a:cubicBezTo>
                  <a:pt x="96838" y="1641475"/>
                  <a:pt x="112078" y="1654175"/>
                  <a:pt x="126683" y="1680210"/>
                </a:cubicBezTo>
                <a:cubicBezTo>
                  <a:pt x="141288" y="1706245"/>
                  <a:pt x="156528" y="1718310"/>
                  <a:pt x="157163" y="1744980"/>
                </a:cubicBezTo>
                <a:cubicBezTo>
                  <a:pt x="157798" y="1771650"/>
                  <a:pt x="146368" y="1786890"/>
                  <a:pt x="130493" y="1813560"/>
                </a:cubicBezTo>
                <a:cubicBezTo>
                  <a:pt x="114618" y="1840230"/>
                  <a:pt x="95568" y="1852295"/>
                  <a:pt x="77153" y="1878330"/>
                </a:cubicBezTo>
                <a:cubicBezTo>
                  <a:pt x="58738" y="1904365"/>
                  <a:pt x="49213" y="1917065"/>
                  <a:pt x="39053" y="1943100"/>
                </a:cubicBezTo>
                <a:cubicBezTo>
                  <a:pt x="28893" y="1969135"/>
                  <a:pt x="28258" y="1981835"/>
                  <a:pt x="27623" y="2007870"/>
                </a:cubicBezTo>
                <a:cubicBezTo>
                  <a:pt x="26988" y="2033905"/>
                  <a:pt x="26988" y="2046605"/>
                  <a:pt x="35243" y="2072640"/>
                </a:cubicBezTo>
                <a:cubicBezTo>
                  <a:pt x="43498" y="2098675"/>
                  <a:pt x="62548" y="2125980"/>
                  <a:pt x="69533" y="213741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/>
        </p:nvSpPr>
        <p:spPr>
          <a:xfrm>
            <a:off x="7032625" y="4868545"/>
            <a:ext cx="229235" cy="899160"/>
          </a:xfrm>
          <a:custGeom>
            <a:avLst/>
            <a:gdLst>
              <a:gd name="connisteX0" fmla="*/ 91861 w 229021"/>
              <a:gd name="connsiteY0" fmla="*/ 0 h 899160"/>
              <a:gd name="connisteX1" fmla="*/ 110911 w 229021"/>
              <a:gd name="connsiteY1" fmla="*/ 64770 h 899160"/>
              <a:gd name="connisteX2" fmla="*/ 122341 w 229021"/>
              <a:gd name="connsiteY2" fmla="*/ 129540 h 899160"/>
              <a:gd name="connisteX3" fmla="*/ 118531 w 229021"/>
              <a:gd name="connsiteY3" fmla="*/ 194310 h 899160"/>
              <a:gd name="connisteX4" fmla="*/ 53761 w 229021"/>
              <a:gd name="connsiteY4" fmla="*/ 247650 h 899160"/>
              <a:gd name="connisteX5" fmla="*/ 421 w 229021"/>
              <a:gd name="connsiteY5" fmla="*/ 312420 h 899160"/>
              <a:gd name="connisteX6" fmla="*/ 34711 w 229021"/>
              <a:gd name="connsiteY6" fmla="*/ 381000 h 899160"/>
              <a:gd name="connisteX7" fmla="*/ 76621 w 229021"/>
              <a:gd name="connsiteY7" fmla="*/ 445770 h 899160"/>
              <a:gd name="connisteX8" fmla="*/ 126151 w 229021"/>
              <a:gd name="connsiteY8" fmla="*/ 510540 h 899160"/>
              <a:gd name="connisteX9" fmla="*/ 164251 w 229021"/>
              <a:gd name="connsiteY9" fmla="*/ 575310 h 899160"/>
              <a:gd name="connisteX10" fmla="*/ 206161 w 229021"/>
              <a:gd name="connsiteY10" fmla="*/ 640080 h 899160"/>
              <a:gd name="connisteX11" fmla="*/ 209971 w 229021"/>
              <a:gd name="connsiteY11" fmla="*/ 704850 h 899160"/>
              <a:gd name="connisteX12" fmla="*/ 194731 w 229021"/>
              <a:gd name="connsiteY12" fmla="*/ 769620 h 899160"/>
              <a:gd name="connisteX13" fmla="*/ 198541 w 229021"/>
              <a:gd name="connsiteY13" fmla="*/ 834390 h 899160"/>
              <a:gd name="connisteX14" fmla="*/ 229021 w 229021"/>
              <a:gd name="connsiteY14" fmla="*/ 899160 h 8991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</a:cxnLst>
            <a:rect l="l" t="t" r="r" b="b"/>
            <a:pathLst>
              <a:path w="229022" h="899160">
                <a:moveTo>
                  <a:pt x="91862" y="0"/>
                </a:moveTo>
                <a:cubicBezTo>
                  <a:pt x="95672" y="11430"/>
                  <a:pt x="104562" y="38735"/>
                  <a:pt x="110912" y="64770"/>
                </a:cubicBezTo>
                <a:cubicBezTo>
                  <a:pt x="117262" y="90805"/>
                  <a:pt x="121072" y="103505"/>
                  <a:pt x="122342" y="129540"/>
                </a:cubicBezTo>
                <a:cubicBezTo>
                  <a:pt x="123612" y="155575"/>
                  <a:pt x="132502" y="170815"/>
                  <a:pt x="118532" y="194310"/>
                </a:cubicBezTo>
                <a:cubicBezTo>
                  <a:pt x="104562" y="217805"/>
                  <a:pt x="77257" y="224155"/>
                  <a:pt x="53762" y="247650"/>
                </a:cubicBezTo>
                <a:cubicBezTo>
                  <a:pt x="30267" y="271145"/>
                  <a:pt x="4232" y="285750"/>
                  <a:pt x="422" y="312420"/>
                </a:cubicBezTo>
                <a:cubicBezTo>
                  <a:pt x="-3388" y="339090"/>
                  <a:pt x="19472" y="354330"/>
                  <a:pt x="34712" y="381000"/>
                </a:cubicBezTo>
                <a:cubicBezTo>
                  <a:pt x="49952" y="407670"/>
                  <a:pt x="58207" y="419735"/>
                  <a:pt x="76622" y="445770"/>
                </a:cubicBezTo>
                <a:cubicBezTo>
                  <a:pt x="95037" y="471805"/>
                  <a:pt x="108372" y="484505"/>
                  <a:pt x="126152" y="510540"/>
                </a:cubicBezTo>
                <a:cubicBezTo>
                  <a:pt x="143932" y="536575"/>
                  <a:pt x="148377" y="549275"/>
                  <a:pt x="164252" y="575310"/>
                </a:cubicBezTo>
                <a:cubicBezTo>
                  <a:pt x="180127" y="601345"/>
                  <a:pt x="197272" y="614045"/>
                  <a:pt x="206162" y="640080"/>
                </a:cubicBezTo>
                <a:cubicBezTo>
                  <a:pt x="215052" y="666115"/>
                  <a:pt x="212512" y="678815"/>
                  <a:pt x="209972" y="704850"/>
                </a:cubicBezTo>
                <a:cubicBezTo>
                  <a:pt x="207432" y="730885"/>
                  <a:pt x="197272" y="743585"/>
                  <a:pt x="194732" y="769620"/>
                </a:cubicBezTo>
                <a:cubicBezTo>
                  <a:pt x="192192" y="795655"/>
                  <a:pt x="191557" y="808355"/>
                  <a:pt x="198542" y="834390"/>
                </a:cubicBezTo>
                <a:cubicBezTo>
                  <a:pt x="205527" y="860425"/>
                  <a:pt x="223307" y="887730"/>
                  <a:pt x="229022" y="89916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>
            <a:off x="6527165" y="3579495"/>
            <a:ext cx="440690" cy="2072640"/>
          </a:xfrm>
          <a:custGeom>
            <a:avLst/>
            <a:gdLst>
              <a:gd name="connisteX0" fmla="*/ 413834 w 440774"/>
              <a:gd name="connsiteY0" fmla="*/ 0 h 2072640"/>
              <a:gd name="connisteX1" fmla="*/ 439234 w 440774"/>
              <a:gd name="connsiteY1" fmla="*/ 71120 h 2072640"/>
              <a:gd name="connisteX2" fmla="*/ 373194 w 440774"/>
              <a:gd name="connsiteY2" fmla="*/ 121920 h 2072640"/>
              <a:gd name="connisteX3" fmla="*/ 373194 w 440774"/>
              <a:gd name="connsiteY3" fmla="*/ 193040 h 2072640"/>
              <a:gd name="connisteX4" fmla="*/ 373194 w 440774"/>
              <a:gd name="connsiteY4" fmla="*/ 259080 h 2072640"/>
              <a:gd name="connisteX5" fmla="*/ 393514 w 440774"/>
              <a:gd name="connsiteY5" fmla="*/ 330200 h 2072640"/>
              <a:gd name="connisteX6" fmla="*/ 429074 w 440774"/>
              <a:gd name="connsiteY6" fmla="*/ 396240 h 2072640"/>
              <a:gd name="connisteX7" fmla="*/ 398594 w 440774"/>
              <a:gd name="connsiteY7" fmla="*/ 467360 h 2072640"/>
              <a:gd name="connisteX8" fmla="*/ 342714 w 440774"/>
              <a:gd name="connsiteY8" fmla="*/ 533400 h 2072640"/>
              <a:gd name="connisteX9" fmla="*/ 322394 w 440774"/>
              <a:gd name="connsiteY9" fmla="*/ 604520 h 2072640"/>
              <a:gd name="connisteX10" fmla="*/ 322394 w 440774"/>
              <a:gd name="connsiteY10" fmla="*/ 670560 h 2072640"/>
              <a:gd name="connisteX11" fmla="*/ 368114 w 440774"/>
              <a:gd name="connsiteY11" fmla="*/ 741680 h 2072640"/>
              <a:gd name="connisteX12" fmla="*/ 368114 w 440774"/>
              <a:gd name="connsiteY12" fmla="*/ 807720 h 2072640"/>
              <a:gd name="connisteX13" fmla="*/ 363034 w 440774"/>
              <a:gd name="connsiteY13" fmla="*/ 878840 h 2072640"/>
              <a:gd name="connisteX14" fmla="*/ 296994 w 440774"/>
              <a:gd name="connsiteY14" fmla="*/ 919480 h 2072640"/>
              <a:gd name="connisteX15" fmla="*/ 286834 w 440774"/>
              <a:gd name="connsiteY15" fmla="*/ 985520 h 2072640"/>
              <a:gd name="connisteX16" fmla="*/ 276674 w 440774"/>
              <a:gd name="connsiteY16" fmla="*/ 1051560 h 2072640"/>
              <a:gd name="connisteX17" fmla="*/ 256354 w 440774"/>
              <a:gd name="connsiteY17" fmla="*/ 1117600 h 2072640"/>
              <a:gd name="connisteX18" fmla="*/ 190314 w 440774"/>
              <a:gd name="connsiteY18" fmla="*/ 1143000 h 2072640"/>
              <a:gd name="connisteX19" fmla="*/ 124274 w 440774"/>
              <a:gd name="connsiteY19" fmla="*/ 1193800 h 2072640"/>
              <a:gd name="connisteX20" fmla="*/ 83634 w 440774"/>
              <a:gd name="connsiteY20" fmla="*/ 1259840 h 2072640"/>
              <a:gd name="connisteX21" fmla="*/ 58234 w 440774"/>
              <a:gd name="connsiteY21" fmla="*/ 1325880 h 2072640"/>
              <a:gd name="connisteX22" fmla="*/ 58234 w 440774"/>
              <a:gd name="connsiteY22" fmla="*/ 1391920 h 2072640"/>
              <a:gd name="connisteX23" fmla="*/ 78554 w 440774"/>
              <a:gd name="connsiteY23" fmla="*/ 1457960 h 2072640"/>
              <a:gd name="connisteX24" fmla="*/ 78554 w 440774"/>
              <a:gd name="connsiteY24" fmla="*/ 1529080 h 2072640"/>
              <a:gd name="connisteX25" fmla="*/ 83634 w 440774"/>
              <a:gd name="connsiteY25" fmla="*/ 1595120 h 2072640"/>
              <a:gd name="connisteX26" fmla="*/ 58234 w 440774"/>
              <a:gd name="connsiteY26" fmla="*/ 1666240 h 2072640"/>
              <a:gd name="connisteX27" fmla="*/ 37914 w 440774"/>
              <a:gd name="connsiteY27" fmla="*/ 1732280 h 2072640"/>
              <a:gd name="connisteX28" fmla="*/ 37914 w 440774"/>
              <a:gd name="connsiteY28" fmla="*/ 1803400 h 2072640"/>
              <a:gd name="connisteX29" fmla="*/ 32834 w 440774"/>
              <a:gd name="connsiteY29" fmla="*/ 1869440 h 2072640"/>
              <a:gd name="connisteX30" fmla="*/ 7434 w 440774"/>
              <a:gd name="connsiteY30" fmla="*/ 1940560 h 2072640"/>
              <a:gd name="connisteX31" fmla="*/ 2354 w 440774"/>
              <a:gd name="connsiteY31" fmla="*/ 2006600 h 2072640"/>
              <a:gd name="connisteX32" fmla="*/ 32834 w 440774"/>
              <a:gd name="connsiteY32" fmla="*/ 2072640 h 20726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</a:cxnLst>
            <a:rect l="l" t="t" r="r" b="b"/>
            <a:pathLst>
              <a:path w="440775" h="2072640">
                <a:moveTo>
                  <a:pt x="413834" y="0"/>
                </a:moveTo>
                <a:cubicBezTo>
                  <a:pt x="420184" y="13335"/>
                  <a:pt x="447489" y="46990"/>
                  <a:pt x="439234" y="71120"/>
                </a:cubicBezTo>
                <a:cubicBezTo>
                  <a:pt x="430979" y="95250"/>
                  <a:pt x="386529" y="97790"/>
                  <a:pt x="373194" y="121920"/>
                </a:cubicBezTo>
                <a:cubicBezTo>
                  <a:pt x="359859" y="146050"/>
                  <a:pt x="373194" y="165735"/>
                  <a:pt x="373194" y="193040"/>
                </a:cubicBezTo>
                <a:cubicBezTo>
                  <a:pt x="373194" y="220345"/>
                  <a:pt x="369384" y="231775"/>
                  <a:pt x="373194" y="259080"/>
                </a:cubicBezTo>
                <a:cubicBezTo>
                  <a:pt x="377004" y="286385"/>
                  <a:pt x="382084" y="302895"/>
                  <a:pt x="393514" y="330200"/>
                </a:cubicBezTo>
                <a:cubicBezTo>
                  <a:pt x="404944" y="357505"/>
                  <a:pt x="427804" y="368935"/>
                  <a:pt x="429074" y="396240"/>
                </a:cubicBezTo>
                <a:cubicBezTo>
                  <a:pt x="430344" y="423545"/>
                  <a:pt x="415739" y="440055"/>
                  <a:pt x="398594" y="467360"/>
                </a:cubicBezTo>
                <a:cubicBezTo>
                  <a:pt x="381449" y="494665"/>
                  <a:pt x="357954" y="506095"/>
                  <a:pt x="342714" y="533400"/>
                </a:cubicBezTo>
                <a:cubicBezTo>
                  <a:pt x="327474" y="560705"/>
                  <a:pt x="326204" y="577215"/>
                  <a:pt x="322394" y="604520"/>
                </a:cubicBezTo>
                <a:cubicBezTo>
                  <a:pt x="318584" y="631825"/>
                  <a:pt x="313504" y="643255"/>
                  <a:pt x="322394" y="670560"/>
                </a:cubicBezTo>
                <a:cubicBezTo>
                  <a:pt x="331284" y="697865"/>
                  <a:pt x="359224" y="714375"/>
                  <a:pt x="368114" y="741680"/>
                </a:cubicBezTo>
                <a:cubicBezTo>
                  <a:pt x="377004" y="768985"/>
                  <a:pt x="369384" y="780415"/>
                  <a:pt x="368114" y="807720"/>
                </a:cubicBezTo>
                <a:cubicBezTo>
                  <a:pt x="366844" y="835025"/>
                  <a:pt x="377004" y="856615"/>
                  <a:pt x="363034" y="878840"/>
                </a:cubicBezTo>
                <a:cubicBezTo>
                  <a:pt x="349064" y="901065"/>
                  <a:pt x="312234" y="897890"/>
                  <a:pt x="296994" y="919480"/>
                </a:cubicBezTo>
                <a:cubicBezTo>
                  <a:pt x="281754" y="941070"/>
                  <a:pt x="290644" y="958850"/>
                  <a:pt x="286834" y="985520"/>
                </a:cubicBezTo>
                <a:cubicBezTo>
                  <a:pt x="283024" y="1012190"/>
                  <a:pt x="283024" y="1024890"/>
                  <a:pt x="276674" y="1051560"/>
                </a:cubicBezTo>
                <a:cubicBezTo>
                  <a:pt x="270324" y="1078230"/>
                  <a:pt x="273499" y="1099185"/>
                  <a:pt x="256354" y="1117600"/>
                </a:cubicBezTo>
                <a:cubicBezTo>
                  <a:pt x="239209" y="1136015"/>
                  <a:pt x="216984" y="1127760"/>
                  <a:pt x="190314" y="1143000"/>
                </a:cubicBezTo>
                <a:cubicBezTo>
                  <a:pt x="163644" y="1158240"/>
                  <a:pt x="145864" y="1170305"/>
                  <a:pt x="124274" y="1193800"/>
                </a:cubicBezTo>
                <a:cubicBezTo>
                  <a:pt x="102684" y="1217295"/>
                  <a:pt x="96969" y="1233170"/>
                  <a:pt x="83634" y="1259840"/>
                </a:cubicBezTo>
                <a:cubicBezTo>
                  <a:pt x="70299" y="1286510"/>
                  <a:pt x="63314" y="1299210"/>
                  <a:pt x="58234" y="1325880"/>
                </a:cubicBezTo>
                <a:cubicBezTo>
                  <a:pt x="53154" y="1352550"/>
                  <a:pt x="54424" y="1365250"/>
                  <a:pt x="58234" y="1391920"/>
                </a:cubicBezTo>
                <a:cubicBezTo>
                  <a:pt x="62044" y="1418590"/>
                  <a:pt x="74744" y="1430655"/>
                  <a:pt x="78554" y="1457960"/>
                </a:cubicBezTo>
                <a:cubicBezTo>
                  <a:pt x="82364" y="1485265"/>
                  <a:pt x="77284" y="1501775"/>
                  <a:pt x="78554" y="1529080"/>
                </a:cubicBezTo>
                <a:cubicBezTo>
                  <a:pt x="79824" y="1556385"/>
                  <a:pt x="87444" y="1567815"/>
                  <a:pt x="83634" y="1595120"/>
                </a:cubicBezTo>
                <a:cubicBezTo>
                  <a:pt x="79824" y="1622425"/>
                  <a:pt x="67124" y="1638935"/>
                  <a:pt x="58234" y="1666240"/>
                </a:cubicBezTo>
                <a:cubicBezTo>
                  <a:pt x="49344" y="1693545"/>
                  <a:pt x="41724" y="1704975"/>
                  <a:pt x="37914" y="1732280"/>
                </a:cubicBezTo>
                <a:cubicBezTo>
                  <a:pt x="34104" y="1759585"/>
                  <a:pt x="39184" y="1776095"/>
                  <a:pt x="37914" y="1803400"/>
                </a:cubicBezTo>
                <a:cubicBezTo>
                  <a:pt x="36644" y="1830705"/>
                  <a:pt x="39184" y="1842135"/>
                  <a:pt x="32834" y="1869440"/>
                </a:cubicBezTo>
                <a:cubicBezTo>
                  <a:pt x="26484" y="1896745"/>
                  <a:pt x="13784" y="1913255"/>
                  <a:pt x="7434" y="1940560"/>
                </a:cubicBezTo>
                <a:cubicBezTo>
                  <a:pt x="1084" y="1967865"/>
                  <a:pt x="-2726" y="1979930"/>
                  <a:pt x="2354" y="2006600"/>
                </a:cubicBezTo>
                <a:cubicBezTo>
                  <a:pt x="7434" y="2033270"/>
                  <a:pt x="26484" y="2060575"/>
                  <a:pt x="32834" y="207264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5344160" y="3920490"/>
            <a:ext cx="797560" cy="1614805"/>
          </a:xfrm>
          <a:custGeom>
            <a:avLst/>
            <a:gdLst>
              <a:gd name="connisteX0" fmla="*/ 797605 w 797605"/>
              <a:gd name="connsiteY0" fmla="*/ 0 h 1614743"/>
              <a:gd name="connisteX1" fmla="*/ 731565 w 797605"/>
              <a:gd name="connsiteY1" fmla="*/ 27940 h 1614743"/>
              <a:gd name="connisteX2" fmla="*/ 662985 w 797605"/>
              <a:gd name="connsiteY2" fmla="*/ 63500 h 1614743"/>
              <a:gd name="connisteX3" fmla="*/ 624885 w 797605"/>
              <a:gd name="connsiteY3" fmla="*/ 129540 h 1614743"/>
              <a:gd name="connisteX4" fmla="*/ 617265 w 797605"/>
              <a:gd name="connsiteY4" fmla="*/ 198120 h 1614743"/>
              <a:gd name="connisteX5" fmla="*/ 607105 w 797605"/>
              <a:gd name="connsiteY5" fmla="*/ 266700 h 1614743"/>
              <a:gd name="connisteX6" fmla="*/ 541065 w 797605"/>
              <a:gd name="connsiteY6" fmla="*/ 330200 h 1614743"/>
              <a:gd name="connisteX7" fmla="*/ 475025 w 797605"/>
              <a:gd name="connsiteY7" fmla="*/ 388620 h 1614743"/>
              <a:gd name="connisteX8" fmla="*/ 414065 w 797605"/>
              <a:gd name="connsiteY8" fmla="*/ 454660 h 1614743"/>
              <a:gd name="connisteX9" fmla="*/ 378505 w 797605"/>
              <a:gd name="connsiteY9" fmla="*/ 523240 h 1614743"/>
              <a:gd name="connisteX10" fmla="*/ 363265 w 797605"/>
              <a:gd name="connsiteY10" fmla="*/ 591820 h 1614743"/>
              <a:gd name="connisteX11" fmla="*/ 342945 w 797605"/>
              <a:gd name="connsiteY11" fmla="*/ 660400 h 1614743"/>
              <a:gd name="connisteX12" fmla="*/ 294685 w 797605"/>
              <a:gd name="connsiteY12" fmla="*/ 728980 h 1614743"/>
              <a:gd name="connisteX13" fmla="*/ 261665 w 797605"/>
              <a:gd name="connsiteY13" fmla="*/ 797560 h 1614743"/>
              <a:gd name="connisteX14" fmla="*/ 233725 w 797605"/>
              <a:gd name="connsiteY14" fmla="*/ 866140 h 1614743"/>
              <a:gd name="connisteX15" fmla="*/ 167685 w 797605"/>
              <a:gd name="connsiteY15" fmla="*/ 909320 h 1614743"/>
              <a:gd name="connisteX16" fmla="*/ 149905 w 797605"/>
              <a:gd name="connsiteY16" fmla="*/ 977900 h 1614743"/>
              <a:gd name="connisteX17" fmla="*/ 139745 w 797605"/>
              <a:gd name="connsiteY17" fmla="*/ 1046480 h 1614743"/>
              <a:gd name="connisteX18" fmla="*/ 114345 w 797605"/>
              <a:gd name="connsiteY18" fmla="*/ 1115060 h 1614743"/>
              <a:gd name="connisteX19" fmla="*/ 104185 w 797605"/>
              <a:gd name="connsiteY19" fmla="*/ 1183640 h 1614743"/>
              <a:gd name="connisteX20" fmla="*/ 88945 w 797605"/>
              <a:gd name="connsiteY20" fmla="*/ 1252220 h 1614743"/>
              <a:gd name="connisteX21" fmla="*/ 81325 w 797605"/>
              <a:gd name="connsiteY21" fmla="*/ 1320800 h 1614743"/>
              <a:gd name="connisteX22" fmla="*/ 71165 w 797605"/>
              <a:gd name="connsiteY22" fmla="*/ 1386840 h 1614743"/>
              <a:gd name="connisteX23" fmla="*/ 38145 w 797605"/>
              <a:gd name="connsiteY23" fmla="*/ 1455420 h 1614743"/>
              <a:gd name="connisteX24" fmla="*/ 45 w 797605"/>
              <a:gd name="connsiteY24" fmla="*/ 1524000 h 1614743"/>
              <a:gd name="connisteX25" fmla="*/ 43225 w 797605"/>
              <a:gd name="connsiteY25" fmla="*/ 1592580 h 1614743"/>
              <a:gd name="connisteX26" fmla="*/ 109265 w 797605"/>
              <a:gd name="connsiteY26" fmla="*/ 1612900 h 1614743"/>
              <a:gd name="connisteX27" fmla="*/ 177845 w 797605"/>
              <a:gd name="connsiteY27" fmla="*/ 1612900 h 161474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</a:cxnLst>
            <a:rect l="l" t="t" r="r" b="b"/>
            <a:pathLst>
              <a:path w="797606" h="1614743">
                <a:moveTo>
                  <a:pt x="797606" y="0"/>
                </a:moveTo>
                <a:cubicBezTo>
                  <a:pt x="785541" y="5080"/>
                  <a:pt x="758236" y="15240"/>
                  <a:pt x="731566" y="27940"/>
                </a:cubicBezTo>
                <a:cubicBezTo>
                  <a:pt x="704896" y="40640"/>
                  <a:pt x="684576" y="43180"/>
                  <a:pt x="662986" y="63500"/>
                </a:cubicBezTo>
                <a:cubicBezTo>
                  <a:pt x="641396" y="83820"/>
                  <a:pt x="633776" y="102870"/>
                  <a:pt x="624886" y="129540"/>
                </a:cubicBezTo>
                <a:cubicBezTo>
                  <a:pt x="615996" y="156210"/>
                  <a:pt x="621076" y="170815"/>
                  <a:pt x="617266" y="198120"/>
                </a:cubicBezTo>
                <a:cubicBezTo>
                  <a:pt x="613456" y="225425"/>
                  <a:pt x="622346" y="240030"/>
                  <a:pt x="607106" y="266700"/>
                </a:cubicBezTo>
                <a:cubicBezTo>
                  <a:pt x="591866" y="293370"/>
                  <a:pt x="567736" y="306070"/>
                  <a:pt x="541066" y="330200"/>
                </a:cubicBezTo>
                <a:cubicBezTo>
                  <a:pt x="514396" y="354330"/>
                  <a:pt x="500426" y="363855"/>
                  <a:pt x="475026" y="388620"/>
                </a:cubicBezTo>
                <a:cubicBezTo>
                  <a:pt x="449626" y="413385"/>
                  <a:pt x="433116" y="427990"/>
                  <a:pt x="414066" y="454660"/>
                </a:cubicBezTo>
                <a:cubicBezTo>
                  <a:pt x="395016" y="481330"/>
                  <a:pt x="388666" y="495935"/>
                  <a:pt x="378506" y="523240"/>
                </a:cubicBezTo>
                <a:cubicBezTo>
                  <a:pt x="368346" y="550545"/>
                  <a:pt x="370251" y="564515"/>
                  <a:pt x="363266" y="591820"/>
                </a:cubicBezTo>
                <a:cubicBezTo>
                  <a:pt x="356281" y="619125"/>
                  <a:pt x="356916" y="633095"/>
                  <a:pt x="342946" y="660400"/>
                </a:cubicBezTo>
                <a:cubicBezTo>
                  <a:pt x="328976" y="687705"/>
                  <a:pt x="311196" y="701675"/>
                  <a:pt x="294686" y="728980"/>
                </a:cubicBezTo>
                <a:cubicBezTo>
                  <a:pt x="278176" y="756285"/>
                  <a:pt x="273731" y="770255"/>
                  <a:pt x="261666" y="797560"/>
                </a:cubicBezTo>
                <a:cubicBezTo>
                  <a:pt x="249601" y="824865"/>
                  <a:pt x="252776" y="843915"/>
                  <a:pt x="233726" y="866140"/>
                </a:cubicBezTo>
                <a:cubicBezTo>
                  <a:pt x="214676" y="888365"/>
                  <a:pt x="184196" y="887095"/>
                  <a:pt x="167686" y="909320"/>
                </a:cubicBezTo>
                <a:cubicBezTo>
                  <a:pt x="151176" y="931545"/>
                  <a:pt x="155621" y="950595"/>
                  <a:pt x="149906" y="977900"/>
                </a:cubicBezTo>
                <a:cubicBezTo>
                  <a:pt x="144191" y="1005205"/>
                  <a:pt x="146731" y="1019175"/>
                  <a:pt x="139746" y="1046480"/>
                </a:cubicBezTo>
                <a:cubicBezTo>
                  <a:pt x="132761" y="1073785"/>
                  <a:pt x="121331" y="1087755"/>
                  <a:pt x="114346" y="1115060"/>
                </a:cubicBezTo>
                <a:cubicBezTo>
                  <a:pt x="107361" y="1142365"/>
                  <a:pt x="109266" y="1156335"/>
                  <a:pt x="104186" y="1183640"/>
                </a:cubicBezTo>
                <a:cubicBezTo>
                  <a:pt x="99106" y="1210945"/>
                  <a:pt x="93391" y="1224915"/>
                  <a:pt x="88946" y="1252220"/>
                </a:cubicBezTo>
                <a:cubicBezTo>
                  <a:pt x="84501" y="1279525"/>
                  <a:pt x="85136" y="1294130"/>
                  <a:pt x="81326" y="1320800"/>
                </a:cubicBezTo>
                <a:cubicBezTo>
                  <a:pt x="77516" y="1347470"/>
                  <a:pt x="80056" y="1360170"/>
                  <a:pt x="71166" y="1386840"/>
                </a:cubicBezTo>
                <a:cubicBezTo>
                  <a:pt x="62276" y="1413510"/>
                  <a:pt x="52116" y="1428115"/>
                  <a:pt x="38146" y="1455420"/>
                </a:cubicBezTo>
                <a:cubicBezTo>
                  <a:pt x="24176" y="1482725"/>
                  <a:pt x="-1224" y="1496695"/>
                  <a:pt x="46" y="1524000"/>
                </a:cubicBezTo>
                <a:cubicBezTo>
                  <a:pt x="1316" y="1551305"/>
                  <a:pt x="21636" y="1574800"/>
                  <a:pt x="43226" y="1592580"/>
                </a:cubicBezTo>
                <a:cubicBezTo>
                  <a:pt x="64816" y="1610360"/>
                  <a:pt x="82596" y="1609090"/>
                  <a:pt x="109266" y="1612900"/>
                </a:cubicBezTo>
                <a:cubicBezTo>
                  <a:pt x="135936" y="1616710"/>
                  <a:pt x="165146" y="1613535"/>
                  <a:pt x="177846" y="161290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5624195" y="2585085"/>
            <a:ext cx="1672590" cy="1040130"/>
          </a:xfrm>
          <a:custGeom>
            <a:avLst/>
            <a:gdLst>
              <a:gd name="connisteX0" fmla="*/ 1672590 w 1672590"/>
              <a:gd name="connsiteY0" fmla="*/ 144790 h 1040140"/>
              <a:gd name="connisteX1" fmla="*/ 1604010 w 1672590"/>
              <a:gd name="connsiteY1" fmla="*/ 129550 h 1040140"/>
              <a:gd name="connisteX2" fmla="*/ 1539240 w 1672590"/>
              <a:gd name="connsiteY2" fmla="*/ 99070 h 1040140"/>
              <a:gd name="connisteX3" fmla="*/ 1474470 w 1672590"/>
              <a:gd name="connsiteY3" fmla="*/ 80020 h 1040140"/>
              <a:gd name="connisteX4" fmla="*/ 1409700 w 1672590"/>
              <a:gd name="connsiteY4" fmla="*/ 76210 h 1040140"/>
              <a:gd name="connisteX5" fmla="*/ 1341120 w 1672590"/>
              <a:gd name="connsiteY5" fmla="*/ 114310 h 1040140"/>
              <a:gd name="connisteX6" fmla="*/ 1276350 w 1672590"/>
              <a:gd name="connsiteY6" fmla="*/ 156220 h 1040140"/>
              <a:gd name="connisteX7" fmla="*/ 1211580 w 1672590"/>
              <a:gd name="connsiteY7" fmla="*/ 190510 h 1040140"/>
              <a:gd name="connisteX8" fmla="*/ 1215390 w 1672590"/>
              <a:gd name="connsiteY8" fmla="*/ 121930 h 1040140"/>
              <a:gd name="connisteX9" fmla="*/ 1192530 w 1672590"/>
              <a:gd name="connsiteY9" fmla="*/ 57160 h 1040140"/>
              <a:gd name="connisteX10" fmla="*/ 1127760 w 1672590"/>
              <a:gd name="connsiteY10" fmla="*/ 7630 h 1040140"/>
              <a:gd name="connisteX11" fmla="*/ 1062990 w 1672590"/>
              <a:gd name="connsiteY11" fmla="*/ 3820 h 1040140"/>
              <a:gd name="connisteX12" fmla="*/ 998220 w 1672590"/>
              <a:gd name="connsiteY12" fmla="*/ 30490 h 1040140"/>
              <a:gd name="connisteX13" fmla="*/ 933450 w 1672590"/>
              <a:gd name="connsiteY13" fmla="*/ 68590 h 1040140"/>
              <a:gd name="connisteX14" fmla="*/ 868680 w 1672590"/>
              <a:gd name="connsiteY14" fmla="*/ 102880 h 1040140"/>
              <a:gd name="connisteX15" fmla="*/ 803910 w 1672590"/>
              <a:gd name="connsiteY15" fmla="*/ 114310 h 1040140"/>
              <a:gd name="connisteX16" fmla="*/ 739140 w 1672590"/>
              <a:gd name="connsiteY16" fmla="*/ 95260 h 1040140"/>
              <a:gd name="connisteX17" fmla="*/ 674370 w 1672590"/>
              <a:gd name="connsiteY17" fmla="*/ 57160 h 1040140"/>
              <a:gd name="connisteX18" fmla="*/ 609600 w 1672590"/>
              <a:gd name="connsiteY18" fmla="*/ 34300 h 1040140"/>
              <a:gd name="connisteX19" fmla="*/ 544830 w 1672590"/>
              <a:gd name="connsiteY19" fmla="*/ 22870 h 1040140"/>
              <a:gd name="connisteX20" fmla="*/ 480060 w 1672590"/>
              <a:gd name="connsiteY20" fmla="*/ 30490 h 1040140"/>
              <a:gd name="connisteX21" fmla="*/ 411480 w 1672590"/>
              <a:gd name="connsiteY21" fmla="*/ 57160 h 1040140"/>
              <a:gd name="connisteX22" fmla="*/ 377190 w 1672590"/>
              <a:gd name="connsiteY22" fmla="*/ 125740 h 1040140"/>
              <a:gd name="connisteX23" fmla="*/ 346710 w 1672590"/>
              <a:gd name="connsiteY23" fmla="*/ 190510 h 1040140"/>
              <a:gd name="connisteX24" fmla="*/ 346710 w 1672590"/>
              <a:gd name="connsiteY24" fmla="*/ 255280 h 1040140"/>
              <a:gd name="connisteX25" fmla="*/ 346710 w 1672590"/>
              <a:gd name="connsiteY25" fmla="*/ 320050 h 1040140"/>
              <a:gd name="connisteX26" fmla="*/ 339090 w 1672590"/>
              <a:gd name="connsiteY26" fmla="*/ 384820 h 1040140"/>
              <a:gd name="connisteX27" fmla="*/ 316230 w 1672590"/>
              <a:gd name="connsiteY27" fmla="*/ 449590 h 1040140"/>
              <a:gd name="connisteX28" fmla="*/ 300990 w 1672590"/>
              <a:gd name="connsiteY28" fmla="*/ 514360 h 1040140"/>
              <a:gd name="connisteX29" fmla="*/ 278130 w 1672590"/>
              <a:gd name="connsiteY29" fmla="*/ 579130 h 1040140"/>
              <a:gd name="connisteX30" fmla="*/ 251460 w 1672590"/>
              <a:gd name="connsiteY30" fmla="*/ 643900 h 1040140"/>
              <a:gd name="connisteX31" fmla="*/ 205740 w 1672590"/>
              <a:gd name="connsiteY31" fmla="*/ 708670 h 1040140"/>
              <a:gd name="connisteX32" fmla="*/ 140970 w 1672590"/>
              <a:gd name="connsiteY32" fmla="*/ 750580 h 1040140"/>
              <a:gd name="connisteX33" fmla="*/ 76200 w 1672590"/>
              <a:gd name="connsiteY33" fmla="*/ 781060 h 1040140"/>
              <a:gd name="connisteX34" fmla="*/ 26670 w 1672590"/>
              <a:gd name="connsiteY34" fmla="*/ 845830 h 1040140"/>
              <a:gd name="connisteX35" fmla="*/ 7620 w 1672590"/>
              <a:gd name="connsiteY35" fmla="*/ 910600 h 1040140"/>
              <a:gd name="connisteX36" fmla="*/ 7620 w 1672590"/>
              <a:gd name="connsiteY36" fmla="*/ 975370 h 1040140"/>
              <a:gd name="connisteX37" fmla="*/ 0 w 1672590"/>
              <a:gd name="connsiteY37" fmla="*/ 1040140 h 104014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</a:cxnLst>
            <a:rect l="l" t="t" r="r" b="b"/>
            <a:pathLst>
              <a:path w="1672590" h="1040140">
                <a:moveTo>
                  <a:pt x="1672590" y="144790"/>
                </a:moveTo>
                <a:cubicBezTo>
                  <a:pt x="1659890" y="142250"/>
                  <a:pt x="1630680" y="138440"/>
                  <a:pt x="1604010" y="129550"/>
                </a:cubicBezTo>
                <a:cubicBezTo>
                  <a:pt x="1577340" y="120660"/>
                  <a:pt x="1565275" y="109230"/>
                  <a:pt x="1539240" y="99070"/>
                </a:cubicBezTo>
                <a:cubicBezTo>
                  <a:pt x="1513205" y="88910"/>
                  <a:pt x="1500505" y="84465"/>
                  <a:pt x="1474470" y="80020"/>
                </a:cubicBezTo>
                <a:cubicBezTo>
                  <a:pt x="1448435" y="75575"/>
                  <a:pt x="1436370" y="69225"/>
                  <a:pt x="1409700" y="76210"/>
                </a:cubicBezTo>
                <a:cubicBezTo>
                  <a:pt x="1383030" y="83195"/>
                  <a:pt x="1367790" y="98435"/>
                  <a:pt x="1341120" y="114310"/>
                </a:cubicBezTo>
                <a:cubicBezTo>
                  <a:pt x="1314450" y="130185"/>
                  <a:pt x="1302385" y="140980"/>
                  <a:pt x="1276350" y="156220"/>
                </a:cubicBezTo>
                <a:cubicBezTo>
                  <a:pt x="1250315" y="171460"/>
                  <a:pt x="1223645" y="197495"/>
                  <a:pt x="1211580" y="190510"/>
                </a:cubicBezTo>
                <a:cubicBezTo>
                  <a:pt x="1199515" y="183525"/>
                  <a:pt x="1219200" y="148600"/>
                  <a:pt x="1215390" y="121930"/>
                </a:cubicBezTo>
                <a:cubicBezTo>
                  <a:pt x="1211580" y="95260"/>
                  <a:pt x="1210310" y="80020"/>
                  <a:pt x="1192530" y="57160"/>
                </a:cubicBezTo>
                <a:cubicBezTo>
                  <a:pt x="1174750" y="34300"/>
                  <a:pt x="1153795" y="18425"/>
                  <a:pt x="1127760" y="7630"/>
                </a:cubicBezTo>
                <a:cubicBezTo>
                  <a:pt x="1101725" y="-3165"/>
                  <a:pt x="1089025" y="-625"/>
                  <a:pt x="1062990" y="3820"/>
                </a:cubicBezTo>
                <a:cubicBezTo>
                  <a:pt x="1036955" y="8265"/>
                  <a:pt x="1024255" y="17790"/>
                  <a:pt x="998220" y="30490"/>
                </a:cubicBezTo>
                <a:cubicBezTo>
                  <a:pt x="972185" y="43190"/>
                  <a:pt x="959485" y="53985"/>
                  <a:pt x="933450" y="68590"/>
                </a:cubicBezTo>
                <a:cubicBezTo>
                  <a:pt x="907415" y="83195"/>
                  <a:pt x="894715" y="93990"/>
                  <a:pt x="868680" y="102880"/>
                </a:cubicBezTo>
                <a:cubicBezTo>
                  <a:pt x="842645" y="111770"/>
                  <a:pt x="829945" y="115580"/>
                  <a:pt x="803910" y="114310"/>
                </a:cubicBezTo>
                <a:cubicBezTo>
                  <a:pt x="777875" y="113040"/>
                  <a:pt x="765175" y="106690"/>
                  <a:pt x="739140" y="95260"/>
                </a:cubicBezTo>
                <a:cubicBezTo>
                  <a:pt x="713105" y="83830"/>
                  <a:pt x="700405" y="69225"/>
                  <a:pt x="674370" y="57160"/>
                </a:cubicBezTo>
                <a:cubicBezTo>
                  <a:pt x="648335" y="45095"/>
                  <a:pt x="635635" y="41285"/>
                  <a:pt x="609600" y="34300"/>
                </a:cubicBezTo>
                <a:cubicBezTo>
                  <a:pt x="583565" y="27315"/>
                  <a:pt x="570865" y="23505"/>
                  <a:pt x="544830" y="22870"/>
                </a:cubicBezTo>
                <a:cubicBezTo>
                  <a:pt x="518795" y="22235"/>
                  <a:pt x="506730" y="23505"/>
                  <a:pt x="480060" y="30490"/>
                </a:cubicBezTo>
                <a:cubicBezTo>
                  <a:pt x="453390" y="37475"/>
                  <a:pt x="431800" y="38110"/>
                  <a:pt x="411480" y="57160"/>
                </a:cubicBezTo>
                <a:cubicBezTo>
                  <a:pt x="391160" y="76210"/>
                  <a:pt x="389890" y="99070"/>
                  <a:pt x="377190" y="125740"/>
                </a:cubicBezTo>
                <a:cubicBezTo>
                  <a:pt x="364490" y="152410"/>
                  <a:pt x="353060" y="164475"/>
                  <a:pt x="346710" y="190510"/>
                </a:cubicBezTo>
                <a:cubicBezTo>
                  <a:pt x="340360" y="216545"/>
                  <a:pt x="346710" y="229245"/>
                  <a:pt x="346710" y="255280"/>
                </a:cubicBezTo>
                <a:cubicBezTo>
                  <a:pt x="346710" y="281315"/>
                  <a:pt x="347980" y="294015"/>
                  <a:pt x="346710" y="320050"/>
                </a:cubicBezTo>
                <a:cubicBezTo>
                  <a:pt x="345440" y="346085"/>
                  <a:pt x="345440" y="358785"/>
                  <a:pt x="339090" y="384820"/>
                </a:cubicBezTo>
                <a:cubicBezTo>
                  <a:pt x="332740" y="410855"/>
                  <a:pt x="323850" y="423555"/>
                  <a:pt x="316230" y="449590"/>
                </a:cubicBezTo>
                <a:cubicBezTo>
                  <a:pt x="308610" y="475625"/>
                  <a:pt x="308610" y="488325"/>
                  <a:pt x="300990" y="514360"/>
                </a:cubicBezTo>
                <a:cubicBezTo>
                  <a:pt x="293370" y="540395"/>
                  <a:pt x="288290" y="553095"/>
                  <a:pt x="278130" y="579130"/>
                </a:cubicBezTo>
                <a:cubicBezTo>
                  <a:pt x="267970" y="605165"/>
                  <a:pt x="266065" y="617865"/>
                  <a:pt x="251460" y="643900"/>
                </a:cubicBezTo>
                <a:cubicBezTo>
                  <a:pt x="236855" y="669935"/>
                  <a:pt x="227965" y="687080"/>
                  <a:pt x="205740" y="708670"/>
                </a:cubicBezTo>
                <a:cubicBezTo>
                  <a:pt x="183515" y="730260"/>
                  <a:pt x="167005" y="735975"/>
                  <a:pt x="140970" y="750580"/>
                </a:cubicBezTo>
                <a:cubicBezTo>
                  <a:pt x="114935" y="765185"/>
                  <a:pt x="99060" y="762010"/>
                  <a:pt x="76200" y="781060"/>
                </a:cubicBezTo>
                <a:cubicBezTo>
                  <a:pt x="53340" y="800110"/>
                  <a:pt x="40640" y="819795"/>
                  <a:pt x="26670" y="845830"/>
                </a:cubicBezTo>
                <a:cubicBezTo>
                  <a:pt x="12700" y="871865"/>
                  <a:pt x="11430" y="884565"/>
                  <a:pt x="7620" y="910600"/>
                </a:cubicBezTo>
                <a:cubicBezTo>
                  <a:pt x="3810" y="936635"/>
                  <a:pt x="8890" y="949335"/>
                  <a:pt x="7620" y="975370"/>
                </a:cubicBezTo>
                <a:cubicBezTo>
                  <a:pt x="6350" y="1001405"/>
                  <a:pt x="1270" y="1028710"/>
                  <a:pt x="0" y="1040140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5614670" y="3632835"/>
            <a:ext cx="2232660" cy="302895"/>
          </a:xfrm>
          <a:custGeom>
            <a:avLst/>
            <a:gdLst>
              <a:gd name="connisteX0" fmla="*/ 0 w 2232660"/>
              <a:gd name="connsiteY0" fmla="*/ 12166 h 303154"/>
              <a:gd name="connisteX1" fmla="*/ 64770 w 2232660"/>
              <a:gd name="connsiteY1" fmla="*/ 736 h 303154"/>
              <a:gd name="connisteX2" fmla="*/ 129540 w 2232660"/>
              <a:gd name="connsiteY2" fmla="*/ 31216 h 303154"/>
              <a:gd name="connisteX3" fmla="*/ 190500 w 2232660"/>
              <a:gd name="connsiteY3" fmla="*/ 95986 h 303154"/>
              <a:gd name="connisteX4" fmla="*/ 217170 w 2232660"/>
              <a:gd name="connsiteY4" fmla="*/ 160756 h 303154"/>
              <a:gd name="connisteX5" fmla="*/ 262890 w 2232660"/>
              <a:gd name="connsiteY5" fmla="*/ 225526 h 303154"/>
              <a:gd name="connisteX6" fmla="*/ 327660 w 2232660"/>
              <a:gd name="connsiteY6" fmla="*/ 236956 h 303154"/>
              <a:gd name="connisteX7" fmla="*/ 396240 w 2232660"/>
              <a:gd name="connsiteY7" fmla="*/ 248386 h 303154"/>
              <a:gd name="connisteX8" fmla="*/ 461010 w 2232660"/>
              <a:gd name="connsiteY8" fmla="*/ 259816 h 303154"/>
              <a:gd name="connisteX9" fmla="*/ 525780 w 2232660"/>
              <a:gd name="connsiteY9" fmla="*/ 297916 h 303154"/>
              <a:gd name="connisteX10" fmla="*/ 590550 w 2232660"/>
              <a:gd name="connsiteY10" fmla="*/ 301726 h 303154"/>
              <a:gd name="connisteX11" fmla="*/ 655320 w 2232660"/>
              <a:gd name="connsiteY11" fmla="*/ 294106 h 303154"/>
              <a:gd name="connisteX12" fmla="*/ 720090 w 2232660"/>
              <a:gd name="connsiteY12" fmla="*/ 278866 h 303154"/>
              <a:gd name="connisteX13" fmla="*/ 788670 w 2232660"/>
              <a:gd name="connsiteY13" fmla="*/ 256006 h 303154"/>
              <a:gd name="connisteX14" fmla="*/ 853440 w 2232660"/>
              <a:gd name="connsiteY14" fmla="*/ 244576 h 303154"/>
              <a:gd name="connisteX15" fmla="*/ 918210 w 2232660"/>
              <a:gd name="connsiteY15" fmla="*/ 236956 h 303154"/>
              <a:gd name="connisteX16" fmla="*/ 982980 w 2232660"/>
              <a:gd name="connsiteY16" fmla="*/ 225526 h 303154"/>
              <a:gd name="connisteX17" fmla="*/ 1047750 w 2232660"/>
              <a:gd name="connsiteY17" fmla="*/ 206476 h 303154"/>
              <a:gd name="connisteX18" fmla="*/ 1112520 w 2232660"/>
              <a:gd name="connsiteY18" fmla="*/ 191236 h 303154"/>
              <a:gd name="connisteX19" fmla="*/ 1181100 w 2232660"/>
              <a:gd name="connsiteY19" fmla="*/ 175996 h 303154"/>
              <a:gd name="connisteX20" fmla="*/ 1245870 w 2232660"/>
              <a:gd name="connsiteY20" fmla="*/ 160756 h 303154"/>
              <a:gd name="connisteX21" fmla="*/ 1314450 w 2232660"/>
              <a:gd name="connsiteY21" fmla="*/ 153136 h 303154"/>
              <a:gd name="connisteX22" fmla="*/ 1379220 w 2232660"/>
              <a:gd name="connsiteY22" fmla="*/ 141706 h 303154"/>
              <a:gd name="connisteX23" fmla="*/ 1443990 w 2232660"/>
              <a:gd name="connsiteY23" fmla="*/ 137896 h 303154"/>
              <a:gd name="connisteX24" fmla="*/ 1508760 w 2232660"/>
              <a:gd name="connsiteY24" fmla="*/ 130276 h 303154"/>
              <a:gd name="connisteX25" fmla="*/ 1573530 w 2232660"/>
              <a:gd name="connsiteY25" fmla="*/ 130276 h 303154"/>
              <a:gd name="connisteX26" fmla="*/ 1642110 w 2232660"/>
              <a:gd name="connsiteY26" fmla="*/ 130276 h 303154"/>
              <a:gd name="connisteX27" fmla="*/ 1714500 w 2232660"/>
              <a:gd name="connsiteY27" fmla="*/ 130276 h 303154"/>
              <a:gd name="connisteX28" fmla="*/ 1779270 w 2232660"/>
              <a:gd name="connsiteY28" fmla="*/ 130276 h 303154"/>
              <a:gd name="connisteX29" fmla="*/ 1844040 w 2232660"/>
              <a:gd name="connsiteY29" fmla="*/ 126466 h 303154"/>
              <a:gd name="connisteX30" fmla="*/ 1908810 w 2232660"/>
              <a:gd name="connsiteY30" fmla="*/ 122656 h 303154"/>
              <a:gd name="connisteX31" fmla="*/ 1973580 w 2232660"/>
              <a:gd name="connsiteY31" fmla="*/ 111226 h 303154"/>
              <a:gd name="connisteX32" fmla="*/ 2038350 w 2232660"/>
              <a:gd name="connsiteY32" fmla="*/ 95986 h 303154"/>
              <a:gd name="connisteX33" fmla="*/ 2103120 w 2232660"/>
              <a:gd name="connsiteY33" fmla="*/ 73126 h 303154"/>
              <a:gd name="connisteX34" fmla="*/ 2167890 w 2232660"/>
              <a:gd name="connsiteY34" fmla="*/ 46456 h 303154"/>
              <a:gd name="connisteX35" fmla="*/ 2232660 w 2232660"/>
              <a:gd name="connsiteY35" fmla="*/ 12166 h 30315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</a:cxnLst>
            <a:rect l="l" t="t" r="r" b="b"/>
            <a:pathLst>
              <a:path w="2232660" h="303155">
                <a:moveTo>
                  <a:pt x="0" y="12166"/>
                </a:moveTo>
                <a:cubicBezTo>
                  <a:pt x="11430" y="8991"/>
                  <a:pt x="38735" y="-3074"/>
                  <a:pt x="64770" y="736"/>
                </a:cubicBezTo>
                <a:cubicBezTo>
                  <a:pt x="90805" y="4546"/>
                  <a:pt x="104140" y="12166"/>
                  <a:pt x="129540" y="31216"/>
                </a:cubicBezTo>
                <a:cubicBezTo>
                  <a:pt x="154940" y="50266"/>
                  <a:pt x="172720" y="69951"/>
                  <a:pt x="190500" y="95986"/>
                </a:cubicBezTo>
                <a:cubicBezTo>
                  <a:pt x="208280" y="122021"/>
                  <a:pt x="202565" y="134721"/>
                  <a:pt x="217170" y="160756"/>
                </a:cubicBezTo>
                <a:cubicBezTo>
                  <a:pt x="231775" y="186791"/>
                  <a:pt x="240665" y="210286"/>
                  <a:pt x="262890" y="225526"/>
                </a:cubicBezTo>
                <a:cubicBezTo>
                  <a:pt x="285115" y="240766"/>
                  <a:pt x="300990" y="232511"/>
                  <a:pt x="327660" y="236956"/>
                </a:cubicBezTo>
                <a:cubicBezTo>
                  <a:pt x="354330" y="241401"/>
                  <a:pt x="369570" y="243941"/>
                  <a:pt x="396240" y="248386"/>
                </a:cubicBezTo>
                <a:cubicBezTo>
                  <a:pt x="422910" y="252831"/>
                  <a:pt x="434975" y="249656"/>
                  <a:pt x="461010" y="259816"/>
                </a:cubicBezTo>
                <a:cubicBezTo>
                  <a:pt x="487045" y="269976"/>
                  <a:pt x="499745" y="289661"/>
                  <a:pt x="525780" y="297916"/>
                </a:cubicBezTo>
                <a:cubicBezTo>
                  <a:pt x="551815" y="306171"/>
                  <a:pt x="564515" y="302361"/>
                  <a:pt x="590550" y="301726"/>
                </a:cubicBezTo>
                <a:cubicBezTo>
                  <a:pt x="616585" y="301091"/>
                  <a:pt x="629285" y="298551"/>
                  <a:pt x="655320" y="294106"/>
                </a:cubicBezTo>
                <a:cubicBezTo>
                  <a:pt x="681355" y="289661"/>
                  <a:pt x="693420" y="286486"/>
                  <a:pt x="720090" y="278866"/>
                </a:cubicBezTo>
                <a:cubicBezTo>
                  <a:pt x="746760" y="271246"/>
                  <a:pt x="762000" y="262991"/>
                  <a:pt x="788670" y="256006"/>
                </a:cubicBezTo>
                <a:cubicBezTo>
                  <a:pt x="815340" y="249021"/>
                  <a:pt x="827405" y="248386"/>
                  <a:pt x="853440" y="244576"/>
                </a:cubicBezTo>
                <a:cubicBezTo>
                  <a:pt x="879475" y="240766"/>
                  <a:pt x="892175" y="240766"/>
                  <a:pt x="918210" y="236956"/>
                </a:cubicBezTo>
                <a:cubicBezTo>
                  <a:pt x="944245" y="233146"/>
                  <a:pt x="956945" y="231876"/>
                  <a:pt x="982980" y="225526"/>
                </a:cubicBezTo>
                <a:cubicBezTo>
                  <a:pt x="1009015" y="219176"/>
                  <a:pt x="1021715" y="213461"/>
                  <a:pt x="1047750" y="206476"/>
                </a:cubicBezTo>
                <a:cubicBezTo>
                  <a:pt x="1073785" y="199491"/>
                  <a:pt x="1085850" y="197586"/>
                  <a:pt x="1112520" y="191236"/>
                </a:cubicBezTo>
                <a:cubicBezTo>
                  <a:pt x="1139190" y="184886"/>
                  <a:pt x="1154430" y="182346"/>
                  <a:pt x="1181100" y="175996"/>
                </a:cubicBezTo>
                <a:cubicBezTo>
                  <a:pt x="1207770" y="169646"/>
                  <a:pt x="1219200" y="165201"/>
                  <a:pt x="1245870" y="160756"/>
                </a:cubicBezTo>
                <a:cubicBezTo>
                  <a:pt x="1272540" y="156311"/>
                  <a:pt x="1287780" y="156946"/>
                  <a:pt x="1314450" y="153136"/>
                </a:cubicBezTo>
                <a:cubicBezTo>
                  <a:pt x="1341120" y="149326"/>
                  <a:pt x="1353185" y="144881"/>
                  <a:pt x="1379220" y="141706"/>
                </a:cubicBezTo>
                <a:cubicBezTo>
                  <a:pt x="1405255" y="138531"/>
                  <a:pt x="1417955" y="140436"/>
                  <a:pt x="1443990" y="137896"/>
                </a:cubicBezTo>
                <a:cubicBezTo>
                  <a:pt x="1470025" y="135356"/>
                  <a:pt x="1482725" y="131546"/>
                  <a:pt x="1508760" y="130276"/>
                </a:cubicBezTo>
                <a:cubicBezTo>
                  <a:pt x="1534795" y="129006"/>
                  <a:pt x="1546860" y="130276"/>
                  <a:pt x="1573530" y="130276"/>
                </a:cubicBezTo>
                <a:cubicBezTo>
                  <a:pt x="1600200" y="130276"/>
                  <a:pt x="1614170" y="130276"/>
                  <a:pt x="1642110" y="130276"/>
                </a:cubicBezTo>
                <a:cubicBezTo>
                  <a:pt x="1670050" y="130276"/>
                  <a:pt x="1687195" y="130276"/>
                  <a:pt x="1714500" y="130276"/>
                </a:cubicBezTo>
                <a:cubicBezTo>
                  <a:pt x="1741805" y="130276"/>
                  <a:pt x="1753235" y="130911"/>
                  <a:pt x="1779270" y="130276"/>
                </a:cubicBezTo>
                <a:cubicBezTo>
                  <a:pt x="1805305" y="129641"/>
                  <a:pt x="1818005" y="127736"/>
                  <a:pt x="1844040" y="126466"/>
                </a:cubicBezTo>
                <a:cubicBezTo>
                  <a:pt x="1870075" y="125196"/>
                  <a:pt x="1882775" y="125831"/>
                  <a:pt x="1908810" y="122656"/>
                </a:cubicBezTo>
                <a:cubicBezTo>
                  <a:pt x="1934845" y="119481"/>
                  <a:pt x="1947545" y="116306"/>
                  <a:pt x="1973580" y="111226"/>
                </a:cubicBezTo>
                <a:cubicBezTo>
                  <a:pt x="1999615" y="106146"/>
                  <a:pt x="2012315" y="103606"/>
                  <a:pt x="2038350" y="95986"/>
                </a:cubicBezTo>
                <a:cubicBezTo>
                  <a:pt x="2064385" y="88366"/>
                  <a:pt x="2077085" y="83286"/>
                  <a:pt x="2103120" y="73126"/>
                </a:cubicBezTo>
                <a:cubicBezTo>
                  <a:pt x="2129155" y="62966"/>
                  <a:pt x="2141855" y="58521"/>
                  <a:pt x="2167890" y="46456"/>
                </a:cubicBezTo>
                <a:cubicBezTo>
                  <a:pt x="2193925" y="34391"/>
                  <a:pt x="2221230" y="18516"/>
                  <a:pt x="2232660" y="12166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3541395" y="2075180"/>
            <a:ext cx="2080260" cy="1565910"/>
          </a:xfrm>
          <a:custGeom>
            <a:avLst/>
            <a:gdLst>
              <a:gd name="connsiteX0" fmla="*/ 0 w 3276"/>
              <a:gd name="connsiteY0" fmla="*/ 0 h 2466"/>
              <a:gd name="connsiteX1" fmla="*/ 102 w 3276"/>
              <a:gd name="connsiteY1" fmla="*/ 36 h 2466"/>
              <a:gd name="connsiteX2" fmla="*/ 180 w 3276"/>
              <a:gd name="connsiteY2" fmla="*/ 138 h 2466"/>
              <a:gd name="connsiteX3" fmla="*/ 282 w 3276"/>
              <a:gd name="connsiteY3" fmla="*/ 192 h 2466"/>
              <a:gd name="connsiteX4" fmla="*/ 384 w 3276"/>
              <a:gd name="connsiteY4" fmla="*/ 204 h 2466"/>
              <a:gd name="connsiteX5" fmla="*/ 486 w 3276"/>
              <a:gd name="connsiteY5" fmla="*/ 240 h 2466"/>
              <a:gd name="connsiteX6" fmla="*/ 588 w 3276"/>
              <a:gd name="connsiteY6" fmla="*/ 264 h 2466"/>
              <a:gd name="connsiteX7" fmla="*/ 690 w 3276"/>
              <a:gd name="connsiteY7" fmla="*/ 282 h 2466"/>
              <a:gd name="connsiteX8" fmla="*/ 792 w 3276"/>
              <a:gd name="connsiteY8" fmla="*/ 300 h 2466"/>
              <a:gd name="connsiteX9" fmla="*/ 900 w 3276"/>
              <a:gd name="connsiteY9" fmla="*/ 318 h 2466"/>
              <a:gd name="connsiteX10" fmla="*/ 1002 w 3276"/>
              <a:gd name="connsiteY10" fmla="*/ 354 h 2466"/>
              <a:gd name="connsiteX11" fmla="*/ 1062 w 3276"/>
              <a:gd name="connsiteY11" fmla="*/ 456 h 2466"/>
              <a:gd name="connsiteX12" fmla="*/ 1164 w 3276"/>
              <a:gd name="connsiteY12" fmla="*/ 504 h 2466"/>
              <a:gd name="connsiteX13" fmla="*/ 1266 w 3276"/>
              <a:gd name="connsiteY13" fmla="*/ 564 h 2466"/>
              <a:gd name="connsiteX14" fmla="*/ 1326 w 3276"/>
              <a:gd name="connsiteY14" fmla="*/ 678 h 2466"/>
              <a:gd name="connsiteX15" fmla="*/ 1368 w 3276"/>
              <a:gd name="connsiteY15" fmla="*/ 780 h 2466"/>
              <a:gd name="connsiteX16" fmla="*/ 1458 w 3276"/>
              <a:gd name="connsiteY16" fmla="*/ 882 h 2466"/>
              <a:gd name="connsiteX17" fmla="*/ 1554 w 3276"/>
              <a:gd name="connsiteY17" fmla="*/ 984 h 2466"/>
              <a:gd name="connsiteX18" fmla="*/ 1620 w 3276"/>
              <a:gd name="connsiteY18" fmla="*/ 1086 h 2466"/>
              <a:gd name="connsiteX19" fmla="*/ 1722 w 3276"/>
              <a:gd name="connsiteY19" fmla="*/ 1164 h 2466"/>
              <a:gd name="connsiteX20" fmla="*/ 1830 w 3276"/>
              <a:gd name="connsiteY20" fmla="*/ 1230 h 2466"/>
              <a:gd name="connsiteX21" fmla="*/ 1932 w 3276"/>
              <a:gd name="connsiteY21" fmla="*/ 1326 h 2466"/>
              <a:gd name="connsiteX22" fmla="*/ 2034 w 3276"/>
              <a:gd name="connsiteY22" fmla="*/ 1392 h 2466"/>
              <a:gd name="connsiteX23" fmla="*/ 2136 w 3276"/>
              <a:gd name="connsiteY23" fmla="*/ 1458 h 2466"/>
              <a:gd name="connsiteX24" fmla="*/ 2238 w 3276"/>
              <a:gd name="connsiteY24" fmla="*/ 1530 h 2466"/>
              <a:gd name="connsiteX25" fmla="*/ 2340 w 3276"/>
              <a:gd name="connsiteY25" fmla="*/ 1560 h 2466"/>
              <a:gd name="connsiteX26" fmla="*/ 2442 w 3276"/>
              <a:gd name="connsiteY26" fmla="*/ 1608 h 2466"/>
              <a:gd name="connsiteX27" fmla="*/ 2544 w 3276"/>
              <a:gd name="connsiteY27" fmla="*/ 1638 h 2466"/>
              <a:gd name="connsiteX28" fmla="*/ 2646 w 3276"/>
              <a:gd name="connsiteY28" fmla="*/ 1680 h 2466"/>
              <a:gd name="connsiteX29" fmla="*/ 2748 w 3276"/>
              <a:gd name="connsiteY29" fmla="*/ 1728 h 2466"/>
              <a:gd name="connsiteX30" fmla="*/ 2850 w 3276"/>
              <a:gd name="connsiteY30" fmla="*/ 1776 h 2466"/>
              <a:gd name="connsiteX31" fmla="*/ 2952 w 3276"/>
              <a:gd name="connsiteY31" fmla="*/ 1830 h 2466"/>
              <a:gd name="connsiteX32" fmla="*/ 3054 w 3276"/>
              <a:gd name="connsiteY32" fmla="*/ 1896 h 2466"/>
              <a:gd name="connsiteX33" fmla="*/ 3090 w 3276"/>
              <a:gd name="connsiteY33" fmla="*/ 1998 h 2466"/>
              <a:gd name="connsiteX34" fmla="*/ 3108 w 3276"/>
              <a:gd name="connsiteY34" fmla="*/ 2100 h 2466"/>
              <a:gd name="connsiteX35" fmla="*/ 3144 w 3276"/>
              <a:gd name="connsiteY35" fmla="*/ 2202 h 2466"/>
              <a:gd name="connsiteX36" fmla="*/ 3174 w 3276"/>
              <a:gd name="connsiteY36" fmla="*/ 2304 h 2466"/>
              <a:gd name="connsiteX37" fmla="*/ 3276 w 3276"/>
              <a:gd name="connsiteY37" fmla="*/ 2466 h 2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276" h="2466">
                <a:moveTo>
                  <a:pt x="0" y="0"/>
                </a:moveTo>
                <a:cubicBezTo>
                  <a:pt x="19" y="5"/>
                  <a:pt x="66" y="8"/>
                  <a:pt x="102" y="36"/>
                </a:cubicBezTo>
                <a:cubicBezTo>
                  <a:pt x="138" y="64"/>
                  <a:pt x="144" y="107"/>
                  <a:pt x="180" y="138"/>
                </a:cubicBezTo>
                <a:cubicBezTo>
                  <a:pt x="216" y="169"/>
                  <a:pt x="241" y="179"/>
                  <a:pt x="282" y="192"/>
                </a:cubicBezTo>
                <a:cubicBezTo>
                  <a:pt x="323" y="205"/>
                  <a:pt x="343" y="194"/>
                  <a:pt x="384" y="204"/>
                </a:cubicBezTo>
                <a:cubicBezTo>
                  <a:pt x="425" y="214"/>
                  <a:pt x="445" y="228"/>
                  <a:pt x="486" y="240"/>
                </a:cubicBezTo>
                <a:cubicBezTo>
                  <a:pt x="527" y="252"/>
                  <a:pt x="547" y="256"/>
                  <a:pt x="588" y="264"/>
                </a:cubicBezTo>
                <a:cubicBezTo>
                  <a:pt x="629" y="272"/>
                  <a:pt x="649" y="275"/>
                  <a:pt x="690" y="282"/>
                </a:cubicBezTo>
                <a:cubicBezTo>
                  <a:pt x="731" y="289"/>
                  <a:pt x="750" y="293"/>
                  <a:pt x="792" y="300"/>
                </a:cubicBezTo>
                <a:cubicBezTo>
                  <a:pt x="834" y="307"/>
                  <a:pt x="858" y="307"/>
                  <a:pt x="900" y="318"/>
                </a:cubicBezTo>
                <a:cubicBezTo>
                  <a:pt x="942" y="329"/>
                  <a:pt x="970" y="326"/>
                  <a:pt x="1002" y="354"/>
                </a:cubicBezTo>
                <a:cubicBezTo>
                  <a:pt x="1034" y="382"/>
                  <a:pt x="1030" y="426"/>
                  <a:pt x="1062" y="456"/>
                </a:cubicBezTo>
                <a:cubicBezTo>
                  <a:pt x="1094" y="486"/>
                  <a:pt x="1123" y="482"/>
                  <a:pt x="1164" y="504"/>
                </a:cubicBezTo>
                <a:cubicBezTo>
                  <a:pt x="1205" y="526"/>
                  <a:pt x="1234" y="529"/>
                  <a:pt x="1266" y="564"/>
                </a:cubicBezTo>
                <a:cubicBezTo>
                  <a:pt x="1298" y="599"/>
                  <a:pt x="1306" y="635"/>
                  <a:pt x="1326" y="678"/>
                </a:cubicBezTo>
                <a:cubicBezTo>
                  <a:pt x="1346" y="721"/>
                  <a:pt x="1342" y="739"/>
                  <a:pt x="1368" y="780"/>
                </a:cubicBezTo>
                <a:cubicBezTo>
                  <a:pt x="1394" y="821"/>
                  <a:pt x="1421" y="841"/>
                  <a:pt x="1458" y="882"/>
                </a:cubicBezTo>
                <a:cubicBezTo>
                  <a:pt x="1495" y="923"/>
                  <a:pt x="1522" y="943"/>
                  <a:pt x="1554" y="984"/>
                </a:cubicBezTo>
                <a:cubicBezTo>
                  <a:pt x="1586" y="1025"/>
                  <a:pt x="1586" y="1050"/>
                  <a:pt x="1620" y="1086"/>
                </a:cubicBezTo>
                <a:cubicBezTo>
                  <a:pt x="1654" y="1122"/>
                  <a:pt x="1680" y="1135"/>
                  <a:pt x="1722" y="1164"/>
                </a:cubicBezTo>
                <a:cubicBezTo>
                  <a:pt x="1764" y="1193"/>
                  <a:pt x="1788" y="1198"/>
                  <a:pt x="1830" y="1230"/>
                </a:cubicBezTo>
                <a:cubicBezTo>
                  <a:pt x="1872" y="1262"/>
                  <a:pt x="1891" y="1294"/>
                  <a:pt x="1932" y="1326"/>
                </a:cubicBezTo>
                <a:cubicBezTo>
                  <a:pt x="1973" y="1358"/>
                  <a:pt x="1993" y="1366"/>
                  <a:pt x="2034" y="1392"/>
                </a:cubicBezTo>
                <a:cubicBezTo>
                  <a:pt x="2075" y="1418"/>
                  <a:pt x="2095" y="1430"/>
                  <a:pt x="2136" y="1458"/>
                </a:cubicBezTo>
                <a:cubicBezTo>
                  <a:pt x="2177" y="1486"/>
                  <a:pt x="2197" y="1510"/>
                  <a:pt x="2238" y="1530"/>
                </a:cubicBezTo>
                <a:cubicBezTo>
                  <a:pt x="2279" y="1550"/>
                  <a:pt x="2299" y="1544"/>
                  <a:pt x="2340" y="1560"/>
                </a:cubicBezTo>
                <a:cubicBezTo>
                  <a:pt x="2381" y="1576"/>
                  <a:pt x="2401" y="1592"/>
                  <a:pt x="2442" y="1608"/>
                </a:cubicBezTo>
                <a:cubicBezTo>
                  <a:pt x="2483" y="1624"/>
                  <a:pt x="2503" y="1624"/>
                  <a:pt x="2544" y="1638"/>
                </a:cubicBezTo>
                <a:cubicBezTo>
                  <a:pt x="2585" y="1652"/>
                  <a:pt x="2605" y="1662"/>
                  <a:pt x="2646" y="1680"/>
                </a:cubicBezTo>
                <a:cubicBezTo>
                  <a:pt x="2687" y="1698"/>
                  <a:pt x="2707" y="1709"/>
                  <a:pt x="2748" y="1728"/>
                </a:cubicBezTo>
                <a:cubicBezTo>
                  <a:pt x="2789" y="1747"/>
                  <a:pt x="2809" y="1756"/>
                  <a:pt x="2850" y="1776"/>
                </a:cubicBezTo>
                <a:cubicBezTo>
                  <a:pt x="2891" y="1796"/>
                  <a:pt x="2911" y="1806"/>
                  <a:pt x="2952" y="1830"/>
                </a:cubicBezTo>
                <a:cubicBezTo>
                  <a:pt x="2993" y="1854"/>
                  <a:pt x="3026" y="1862"/>
                  <a:pt x="3054" y="1896"/>
                </a:cubicBezTo>
                <a:cubicBezTo>
                  <a:pt x="3082" y="1930"/>
                  <a:pt x="3079" y="1957"/>
                  <a:pt x="3090" y="1998"/>
                </a:cubicBezTo>
                <a:cubicBezTo>
                  <a:pt x="3101" y="2039"/>
                  <a:pt x="3097" y="2059"/>
                  <a:pt x="3108" y="2100"/>
                </a:cubicBezTo>
                <a:cubicBezTo>
                  <a:pt x="3119" y="2141"/>
                  <a:pt x="3131" y="2161"/>
                  <a:pt x="3144" y="2202"/>
                </a:cubicBezTo>
                <a:cubicBezTo>
                  <a:pt x="3157" y="2243"/>
                  <a:pt x="3157" y="2263"/>
                  <a:pt x="3174" y="2304"/>
                </a:cubicBezTo>
                <a:cubicBezTo>
                  <a:pt x="3191" y="2345"/>
                  <a:pt x="3266" y="2448"/>
                  <a:pt x="3276" y="2466"/>
                </a:cubicBezTo>
              </a:path>
            </a:pathLst>
          </a:custGeom>
          <a:ln w="3175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5498465" y="4180840"/>
            <a:ext cx="2769870" cy="1344930"/>
          </a:xfrm>
          <a:custGeom>
            <a:avLst/>
            <a:gdLst>
              <a:gd name="connisteX0" fmla="*/ 0 w 2769870"/>
              <a:gd name="connsiteY0" fmla="*/ 1344930 h 1344930"/>
              <a:gd name="connisteX1" fmla="*/ 64770 w 2769870"/>
              <a:gd name="connsiteY1" fmla="*/ 1333500 h 1344930"/>
              <a:gd name="connisteX2" fmla="*/ 129540 w 2769870"/>
              <a:gd name="connsiteY2" fmla="*/ 1310640 h 1344930"/>
              <a:gd name="connisteX3" fmla="*/ 198120 w 2769870"/>
              <a:gd name="connsiteY3" fmla="*/ 1287780 h 1344930"/>
              <a:gd name="connisteX4" fmla="*/ 255270 w 2769870"/>
              <a:gd name="connsiteY4" fmla="*/ 1223010 h 1344930"/>
              <a:gd name="connisteX5" fmla="*/ 293370 w 2769870"/>
              <a:gd name="connsiteY5" fmla="*/ 1158240 h 1344930"/>
              <a:gd name="connisteX6" fmla="*/ 358140 w 2769870"/>
              <a:gd name="connsiteY6" fmla="*/ 1120140 h 1344930"/>
              <a:gd name="connisteX7" fmla="*/ 422910 w 2769870"/>
              <a:gd name="connsiteY7" fmla="*/ 1116330 h 1344930"/>
              <a:gd name="connisteX8" fmla="*/ 487680 w 2769870"/>
              <a:gd name="connsiteY8" fmla="*/ 1169670 h 1344930"/>
              <a:gd name="connisteX9" fmla="*/ 552450 w 2769870"/>
              <a:gd name="connsiteY9" fmla="*/ 1143000 h 1344930"/>
              <a:gd name="connisteX10" fmla="*/ 617220 w 2769870"/>
              <a:gd name="connsiteY10" fmla="*/ 1089660 h 1344930"/>
              <a:gd name="connisteX11" fmla="*/ 685800 w 2769870"/>
              <a:gd name="connsiteY11" fmla="*/ 1055370 h 1344930"/>
              <a:gd name="connisteX12" fmla="*/ 750570 w 2769870"/>
              <a:gd name="connsiteY12" fmla="*/ 1028700 h 1344930"/>
              <a:gd name="connisteX13" fmla="*/ 815340 w 2769870"/>
              <a:gd name="connsiteY13" fmla="*/ 1005840 h 1344930"/>
              <a:gd name="connisteX14" fmla="*/ 880110 w 2769870"/>
              <a:gd name="connsiteY14" fmla="*/ 986790 h 1344930"/>
              <a:gd name="connisteX15" fmla="*/ 944880 w 2769870"/>
              <a:gd name="connsiteY15" fmla="*/ 967740 h 1344930"/>
              <a:gd name="connisteX16" fmla="*/ 1009650 w 2769870"/>
              <a:gd name="connsiteY16" fmla="*/ 948690 h 1344930"/>
              <a:gd name="connisteX17" fmla="*/ 1074420 w 2769870"/>
              <a:gd name="connsiteY17" fmla="*/ 929640 h 1344930"/>
              <a:gd name="connisteX18" fmla="*/ 1139190 w 2769870"/>
              <a:gd name="connsiteY18" fmla="*/ 910590 h 1344930"/>
              <a:gd name="connisteX19" fmla="*/ 1203960 w 2769870"/>
              <a:gd name="connsiteY19" fmla="*/ 861060 h 1344930"/>
              <a:gd name="connisteX20" fmla="*/ 1230630 w 2769870"/>
              <a:gd name="connsiteY20" fmla="*/ 796290 h 1344930"/>
              <a:gd name="connisteX21" fmla="*/ 1295400 w 2769870"/>
              <a:gd name="connsiteY21" fmla="*/ 746760 h 1344930"/>
              <a:gd name="connisteX22" fmla="*/ 1360170 w 2769870"/>
              <a:gd name="connsiteY22" fmla="*/ 735330 h 1344930"/>
              <a:gd name="connisteX23" fmla="*/ 1424940 w 2769870"/>
              <a:gd name="connsiteY23" fmla="*/ 769620 h 1344930"/>
              <a:gd name="connisteX24" fmla="*/ 1489710 w 2769870"/>
              <a:gd name="connsiteY24" fmla="*/ 819150 h 1344930"/>
              <a:gd name="connisteX25" fmla="*/ 1558290 w 2769870"/>
              <a:gd name="connsiteY25" fmla="*/ 822960 h 1344930"/>
              <a:gd name="connisteX26" fmla="*/ 1623060 w 2769870"/>
              <a:gd name="connsiteY26" fmla="*/ 822960 h 1344930"/>
              <a:gd name="connisteX27" fmla="*/ 1687830 w 2769870"/>
              <a:gd name="connsiteY27" fmla="*/ 822960 h 1344930"/>
              <a:gd name="connisteX28" fmla="*/ 1752600 w 2769870"/>
              <a:gd name="connsiteY28" fmla="*/ 800100 h 1344930"/>
              <a:gd name="connisteX29" fmla="*/ 1817370 w 2769870"/>
              <a:gd name="connsiteY29" fmla="*/ 769620 h 1344930"/>
              <a:gd name="connisteX30" fmla="*/ 1882140 w 2769870"/>
              <a:gd name="connsiteY30" fmla="*/ 731520 h 1344930"/>
              <a:gd name="connisteX31" fmla="*/ 1946910 w 2769870"/>
              <a:gd name="connsiteY31" fmla="*/ 693420 h 1344930"/>
              <a:gd name="connisteX32" fmla="*/ 2011680 w 2769870"/>
              <a:gd name="connsiteY32" fmla="*/ 655320 h 1344930"/>
              <a:gd name="connisteX33" fmla="*/ 2076450 w 2769870"/>
              <a:gd name="connsiteY33" fmla="*/ 617220 h 1344930"/>
              <a:gd name="connisteX34" fmla="*/ 2141220 w 2769870"/>
              <a:gd name="connsiteY34" fmla="*/ 590550 h 1344930"/>
              <a:gd name="connisteX35" fmla="*/ 2205990 w 2769870"/>
              <a:gd name="connsiteY35" fmla="*/ 567690 h 1344930"/>
              <a:gd name="connisteX36" fmla="*/ 2270760 w 2769870"/>
              <a:gd name="connsiteY36" fmla="*/ 552450 h 1344930"/>
              <a:gd name="connisteX37" fmla="*/ 2335530 w 2769870"/>
              <a:gd name="connsiteY37" fmla="*/ 525780 h 1344930"/>
              <a:gd name="connisteX38" fmla="*/ 2400300 w 2769870"/>
              <a:gd name="connsiteY38" fmla="*/ 499110 h 1344930"/>
              <a:gd name="connisteX39" fmla="*/ 2465070 w 2769870"/>
              <a:gd name="connsiteY39" fmla="*/ 468630 h 1344930"/>
              <a:gd name="connisteX40" fmla="*/ 2533650 w 2769870"/>
              <a:gd name="connsiteY40" fmla="*/ 422910 h 1344930"/>
              <a:gd name="connisteX41" fmla="*/ 2579370 w 2769870"/>
              <a:gd name="connsiteY41" fmla="*/ 358140 h 1344930"/>
              <a:gd name="connisteX42" fmla="*/ 2590800 w 2769870"/>
              <a:gd name="connsiteY42" fmla="*/ 293370 h 1344930"/>
              <a:gd name="connisteX43" fmla="*/ 2598420 w 2769870"/>
              <a:gd name="connsiteY43" fmla="*/ 224790 h 1344930"/>
              <a:gd name="connisteX44" fmla="*/ 2606040 w 2769870"/>
              <a:gd name="connsiteY44" fmla="*/ 160020 h 1344930"/>
              <a:gd name="connisteX45" fmla="*/ 2667000 w 2769870"/>
              <a:gd name="connsiteY45" fmla="*/ 95250 h 1344930"/>
              <a:gd name="connisteX46" fmla="*/ 2705100 w 2769870"/>
              <a:gd name="connsiteY46" fmla="*/ 30480 h 1344930"/>
              <a:gd name="connisteX47" fmla="*/ 2769870 w 2769870"/>
              <a:gd name="connsiteY47" fmla="*/ 0 h 13449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</a:cxnLst>
            <a:rect l="l" t="t" r="r" b="b"/>
            <a:pathLst>
              <a:path w="2769870" h="1344930">
                <a:moveTo>
                  <a:pt x="0" y="1344930"/>
                </a:moveTo>
                <a:cubicBezTo>
                  <a:pt x="11430" y="1343025"/>
                  <a:pt x="38735" y="1340485"/>
                  <a:pt x="64770" y="1333500"/>
                </a:cubicBezTo>
                <a:cubicBezTo>
                  <a:pt x="90805" y="1326515"/>
                  <a:pt x="102870" y="1319530"/>
                  <a:pt x="129540" y="1310640"/>
                </a:cubicBezTo>
                <a:cubicBezTo>
                  <a:pt x="156210" y="1301750"/>
                  <a:pt x="172720" y="1305560"/>
                  <a:pt x="198120" y="1287780"/>
                </a:cubicBezTo>
                <a:cubicBezTo>
                  <a:pt x="223520" y="1270000"/>
                  <a:pt x="236220" y="1249045"/>
                  <a:pt x="255270" y="1223010"/>
                </a:cubicBezTo>
                <a:cubicBezTo>
                  <a:pt x="274320" y="1196975"/>
                  <a:pt x="273050" y="1178560"/>
                  <a:pt x="293370" y="1158240"/>
                </a:cubicBezTo>
                <a:cubicBezTo>
                  <a:pt x="313690" y="1137920"/>
                  <a:pt x="332105" y="1128395"/>
                  <a:pt x="358140" y="1120140"/>
                </a:cubicBezTo>
                <a:cubicBezTo>
                  <a:pt x="384175" y="1111885"/>
                  <a:pt x="396875" y="1106170"/>
                  <a:pt x="422910" y="1116330"/>
                </a:cubicBezTo>
                <a:cubicBezTo>
                  <a:pt x="448945" y="1126490"/>
                  <a:pt x="461645" y="1164590"/>
                  <a:pt x="487680" y="1169670"/>
                </a:cubicBezTo>
                <a:cubicBezTo>
                  <a:pt x="513715" y="1174750"/>
                  <a:pt x="526415" y="1158875"/>
                  <a:pt x="552450" y="1143000"/>
                </a:cubicBezTo>
                <a:cubicBezTo>
                  <a:pt x="578485" y="1127125"/>
                  <a:pt x="590550" y="1107440"/>
                  <a:pt x="617220" y="1089660"/>
                </a:cubicBezTo>
                <a:cubicBezTo>
                  <a:pt x="643890" y="1071880"/>
                  <a:pt x="659130" y="1067435"/>
                  <a:pt x="685800" y="1055370"/>
                </a:cubicBezTo>
                <a:cubicBezTo>
                  <a:pt x="712470" y="1043305"/>
                  <a:pt x="724535" y="1038860"/>
                  <a:pt x="750570" y="1028700"/>
                </a:cubicBezTo>
                <a:cubicBezTo>
                  <a:pt x="776605" y="1018540"/>
                  <a:pt x="789305" y="1014095"/>
                  <a:pt x="815340" y="1005840"/>
                </a:cubicBezTo>
                <a:cubicBezTo>
                  <a:pt x="841375" y="997585"/>
                  <a:pt x="854075" y="994410"/>
                  <a:pt x="880110" y="986790"/>
                </a:cubicBezTo>
                <a:cubicBezTo>
                  <a:pt x="906145" y="979170"/>
                  <a:pt x="918845" y="975360"/>
                  <a:pt x="944880" y="967740"/>
                </a:cubicBezTo>
                <a:cubicBezTo>
                  <a:pt x="970915" y="960120"/>
                  <a:pt x="983615" y="956310"/>
                  <a:pt x="1009650" y="948690"/>
                </a:cubicBezTo>
                <a:cubicBezTo>
                  <a:pt x="1035685" y="941070"/>
                  <a:pt x="1048385" y="937260"/>
                  <a:pt x="1074420" y="929640"/>
                </a:cubicBezTo>
                <a:cubicBezTo>
                  <a:pt x="1100455" y="922020"/>
                  <a:pt x="1113155" y="924560"/>
                  <a:pt x="1139190" y="910590"/>
                </a:cubicBezTo>
                <a:cubicBezTo>
                  <a:pt x="1165225" y="896620"/>
                  <a:pt x="1185545" y="883920"/>
                  <a:pt x="1203960" y="861060"/>
                </a:cubicBezTo>
                <a:cubicBezTo>
                  <a:pt x="1222375" y="838200"/>
                  <a:pt x="1212215" y="819150"/>
                  <a:pt x="1230630" y="796290"/>
                </a:cubicBezTo>
                <a:cubicBezTo>
                  <a:pt x="1249045" y="773430"/>
                  <a:pt x="1269365" y="758825"/>
                  <a:pt x="1295400" y="746760"/>
                </a:cubicBezTo>
                <a:cubicBezTo>
                  <a:pt x="1321435" y="734695"/>
                  <a:pt x="1334135" y="730885"/>
                  <a:pt x="1360170" y="735330"/>
                </a:cubicBezTo>
                <a:cubicBezTo>
                  <a:pt x="1386205" y="739775"/>
                  <a:pt x="1398905" y="753110"/>
                  <a:pt x="1424940" y="769620"/>
                </a:cubicBezTo>
                <a:cubicBezTo>
                  <a:pt x="1450975" y="786130"/>
                  <a:pt x="1463040" y="808355"/>
                  <a:pt x="1489710" y="819150"/>
                </a:cubicBezTo>
                <a:cubicBezTo>
                  <a:pt x="1516380" y="829945"/>
                  <a:pt x="1531620" y="822325"/>
                  <a:pt x="1558290" y="822960"/>
                </a:cubicBezTo>
                <a:cubicBezTo>
                  <a:pt x="1584960" y="823595"/>
                  <a:pt x="1597025" y="822960"/>
                  <a:pt x="1623060" y="822960"/>
                </a:cubicBezTo>
                <a:cubicBezTo>
                  <a:pt x="1649095" y="822960"/>
                  <a:pt x="1661795" y="827405"/>
                  <a:pt x="1687830" y="822960"/>
                </a:cubicBezTo>
                <a:cubicBezTo>
                  <a:pt x="1713865" y="818515"/>
                  <a:pt x="1726565" y="810895"/>
                  <a:pt x="1752600" y="800100"/>
                </a:cubicBezTo>
                <a:cubicBezTo>
                  <a:pt x="1778635" y="789305"/>
                  <a:pt x="1791335" y="783590"/>
                  <a:pt x="1817370" y="769620"/>
                </a:cubicBezTo>
                <a:cubicBezTo>
                  <a:pt x="1843405" y="755650"/>
                  <a:pt x="1856105" y="746760"/>
                  <a:pt x="1882140" y="731520"/>
                </a:cubicBezTo>
                <a:cubicBezTo>
                  <a:pt x="1908175" y="716280"/>
                  <a:pt x="1920875" y="708660"/>
                  <a:pt x="1946910" y="693420"/>
                </a:cubicBezTo>
                <a:cubicBezTo>
                  <a:pt x="1972945" y="678180"/>
                  <a:pt x="1985645" y="670560"/>
                  <a:pt x="2011680" y="655320"/>
                </a:cubicBezTo>
                <a:cubicBezTo>
                  <a:pt x="2037715" y="640080"/>
                  <a:pt x="2050415" y="629920"/>
                  <a:pt x="2076450" y="617220"/>
                </a:cubicBezTo>
                <a:cubicBezTo>
                  <a:pt x="2102485" y="604520"/>
                  <a:pt x="2115185" y="600710"/>
                  <a:pt x="2141220" y="590550"/>
                </a:cubicBezTo>
                <a:cubicBezTo>
                  <a:pt x="2167255" y="580390"/>
                  <a:pt x="2179955" y="575310"/>
                  <a:pt x="2205990" y="567690"/>
                </a:cubicBezTo>
                <a:cubicBezTo>
                  <a:pt x="2232025" y="560070"/>
                  <a:pt x="2244725" y="560705"/>
                  <a:pt x="2270760" y="552450"/>
                </a:cubicBezTo>
                <a:cubicBezTo>
                  <a:pt x="2296795" y="544195"/>
                  <a:pt x="2309495" y="536575"/>
                  <a:pt x="2335530" y="525780"/>
                </a:cubicBezTo>
                <a:cubicBezTo>
                  <a:pt x="2361565" y="514985"/>
                  <a:pt x="2374265" y="510540"/>
                  <a:pt x="2400300" y="499110"/>
                </a:cubicBezTo>
                <a:cubicBezTo>
                  <a:pt x="2426335" y="487680"/>
                  <a:pt x="2438400" y="483870"/>
                  <a:pt x="2465070" y="468630"/>
                </a:cubicBezTo>
                <a:cubicBezTo>
                  <a:pt x="2491740" y="453390"/>
                  <a:pt x="2510790" y="445135"/>
                  <a:pt x="2533650" y="422910"/>
                </a:cubicBezTo>
                <a:cubicBezTo>
                  <a:pt x="2556510" y="400685"/>
                  <a:pt x="2567940" y="384175"/>
                  <a:pt x="2579370" y="358140"/>
                </a:cubicBezTo>
                <a:cubicBezTo>
                  <a:pt x="2590800" y="332105"/>
                  <a:pt x="2586990" y="320040"/>
                  <a:pt x="2590800" y="293370"/>
                </a:cubicBezTo>
                <a:cubicBezTo>
                  <a:pt x="2594610" y="266700"/>
                  <a:pt x="2595245" y="251460"/>
                  <a:pt x="2598420" y="224790"/>
                </a:cubicBezTo>
                <a:cubicBezTo>
                  <a:pt x="2601595" y="198120"/>
                  <a:pt x="2592070" y="186055"/>
                  <a:pt x="2606040" y="160020"/>
                </a:cubicBezTo>
                <a:cubicBezTo>
                  <a:pt x="2620010" y="133985"/>
                  <a:pt x="2647315" y="121285"/>
                  <a:pt x="2667000" y="95250"/>
                </a:cubicBezTo>
                <a:cubicBezTo>
                  <a:pt x="2686685" y="69215"/>
                  <a:pt x="2684780" y="49530"/>
                  <a:pt x="2705100" y="30480"/>
                </a:cubicBezTo>
                <a:cubicBezTo>
                  <a:pt x="2725420" y="11430"/>
                  <a:pt x="2757805" y="5080"/>
                  <a:pt x="276987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>
            <a:off x="3619500" y="3350895"/>
            <a:ext cx="1731010" cy="1313180"/>
          </a:xfrm>
          <a:custGeom>
            <a:avLst/>
            <a:gdLst>
              <a:gd name="connisteX0" fmla="*/ 1731151 w 1731151"/>
              <a:gd name="connsiteY0" fmla="*/ 177823 h 1313203"/>
              <a:gd name="connisteX1" fmla="*/ 1666381 w 1731151"/>
              <a:gd name="connsiteY1" fmla="*/ 162583 h 1313203"/>
              <a:gd name="connisteX2" fmla="*/ 1639711 w 1731151"/>
              <a:gd name="connsiteY2" fmla="*/ 97813 h 1313203"/>
              <a:gd name="connisteX3" fmla="*/ 1574941 w 1731151"/>
              <a:gd name="connsiteY3" fmla="*/ 48283 h 1313203"/>
              <a:gd name="connisteX4" fmla="*/ 1510171 w 1731151"/>
              <a:gd name="connsiteY4" fmla="*/ 21613 h 1313203"/>
              <a:gd name="connisteX5" fmla="*/ 1445401 w 1731151"/>
              <a:gd name="connsiteY5" fmla="*/ 21613 h 1313203"/>
              <a:gd name="connisteX6" fmla="*/ 1380631 w 1731151"/>
              <a:gd name="connsiteY6" fmla="*/ 55903 h 1313203"/>
              <a:gd name="connisteX7" fmla="*/ 1315861 w 1731151"/>
              <a:gd name="connsiteY7" fmla="*/ 82573 h 1313203"/>
              <a:gd name="connisteX8" fmla="*/ 1251091 w 1731151"/>
              <a:gd name="connsiteY8" fmla="*/ 78763 h 1313203"/>
              <a:gd name="connisteX9" fmla="*/ 1186321 w 1731151"/>
              <a:gd name="connsiteY9" fmla="*/ 67333 h 1313203"/>
              <a:gd name="connisteX10" fmla="*/ 1121551 w 1731151"/>
              <a:gd name="connsiteY10" fmla="*/ 48283 h 1313203"/>
              <a:gd name="connisteX11" fmla="*/ 1052971 w 1731151"/>
              <a:gd name="connsiteY11" fmla="*/ 21613 h 1313203"/>
              <a:gd name="connisteX12" fmla="*/ 988201 w 1731151"/>
              <a:gd name="connsiteY12" fmla="*/ 2563 h 1313203"/>
              <a:gd name="connisteX13" fmla="*/ 923431 w 1731151"/>
              <a:gd name="connsiteY13" fmla="*/ 2563 h 1313203"/>
              <a:gd name="connisteX14" fmla="*/ 858661 w 1731151"/>
              <a:gd name="connsiteY14" fmla="*/ 6373 h 1313203"/>
              <a:gd name="connisteX15" fmla="*/ 793891 w 1731151"/>
              <a:gd name="connsiteY15" fmla="*/ 63523 h 1313203"/>
              <a:gd name="connisteX16" fmla="*/ 782461 w 1731151"/>
              <a:gd name="connsiteY16" fmla="*/ 135913 h 1313203"/>
              <a:gd name="connisteX17" fmla="*/ 778651 w 1731151"/>
              <a:gd name="connsiteY17" fmla="*/ 200683 h 1313203"/>
              <a:gd name="connisteX18" fmla="*/ 736741 w 1731151"/>
              <a:gd name="connsiteY18" fmla="*/ 265453 h 1313203"/>
              <a:gd name="connisteX19" fmla="*/ 706261 w 1731151"/>
              <a:gd name="connsiteY19" fmla="*/ 330223 h 1313203"/>
              <a:gd name="connisteX20" fmla="*/ 668161 w 1731151"/>
              <a:gd name="connsiteY20" fmla="*/ 394993 h 1313203"/>
              <a:gd name="connisteX21" fmla="*/ 603391 w 1731151"/>
              <a:gd name="connsiteY21" fmla="*/ 433093 h 1313203"/>
              <a:gd name="connisteX22" fmla="*/ 538621 w 1731151"/>
              <a:gd name="connsiteY22" fmla="*/ 455953 h 1313203"/>
              <a:gd name="connisteX23" fmla="*/ 470041 w 1731151"/>
              <a:gd name="connsiteY23" fmla="*/ 459763 h 1313203"/>
              <a:gd name="connisteX24" fmla="*/ 405271 w 1731151"/>
              <a:gd name="connsiteY24" fmla="*/ 471193 h 1313203"/>
              <a:gd name="connisteX25" fmla="*/ 370981 w 1731151"/>
              <a:gd name="connsiteY25" fmla="*/ 535963 h 1313203"/>
              <a:gd name="connisteX26" fmla="*/ 321451 w 1731151"/>
              <a:gd name="connsiteY26" fmla="*/ 619783 h 1313203"/>
              <a:gd name="connisteX27" fmla="*/ 279541 w 1731151"/>
              <a:gd name="connsiteY27" fmla="*/ 684553 h 1313203"/>
              <a:gd name="connisteX28" fmla="*/ 241441 w 1731151"/>
              <a:gd name="connsiteY28" fmla="*/ 749323 h 1313203"/>
              <a:gd name="connisteX29" fmla="*/ 214771 w 1731151"/>
              <a:gd name="connsiteY29" fmla="*/ 814093 h 1313203"/>
              <a:gd name="connisteX30" fmla="*/ 203341 w 1731151"/>
              <a:gd name="connsiteY30" fmla="*/ 878863 h 1313203"/>
              <a:gd name="connisteX31" fmla="*/ 207151 w 1731151"/>
              <a:gd name="connsiteY31" fmla="*/ 943633 h 1313203"/>
              <a:gd name="connisteX32" fmla="*/ 222391 w 1731151"/>
              <a:gd name="connsiteY32" fmla="*/ 1008403 h 1313203"/>
              <a:gd name="connisteX33" fmla="*/ 150001 w 1731151"/>
              <a:gd name="connsiteY33" fmla="*/ 1061743 h 1313203"/>
              <a:gd name="connisteX34" fmla="*/ 69991 w 1731151"/>
              <a:gd name="connsiteY34" fmla="*/ 1099843 h 1313203"/>
              <a:gd name="connisteX35" fmla="*/ 5221 w 1731151"/>
              <a:gd name="connsiteY35" fmla="*/ 1149373 h 1313203"/>
              <a:gd name="connisteX36" fmla="*/ 16651 w 1731151"/>
              <a:gd name="connsiteY36" fmla="*/ 1214143 h 1313203"/>
              <a:gd name="connisteX37" fmla="*/ 81421 w 1731151"/>
              <a:gd name="connsiteY37" fmla="*/ 1248433 h 1313203"/>
              <a:gd name="connisteX38" fmla="*/ 104281 w 1731151"/>
              <a:gd name="connsiteY38" fmla="*/ 1313203 h 13132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</a:cxnLst>
            <a:rect l="l" t="t" r="r" b="b"/>
            <a:pathLst>
              <a:path w="1731151" h="1313203">
                <a:moveTo>
                  <a:pt x="1731151" y="177823"/>
                </a:moveTo>
                <a:cubicBezTo>
                  <a:pt x="1718451" y="175918"/>
                  <a:pt x="1684796" y="178458"/>
                  <a:pt x="1666381" y="162583"/>
                </a:cubicBezTo>
                <a:cubicBezTo>
                  <a:pt x="1647966" y="146708"/>
                  <a:pt x="1658126" y="120673"/>
                  <a:pt x="1639711" y="97813"/>
                </a:cubicBezTo>
                <a:cubicBezTo>
                  <a:pt x="1621296" y="74953"/>
                  <a:pt x="1600976" y="63523"/>
                  <a:pt x="1574941" y="48283"/>
                </a:cubicBezTo>
                <a:cubicBezTo>
                  <a:pt x="1548906" y="33043"/>
                  <a:pt x="1536206" y="26693"/>
                  <a:pt x="1510171" y="21613"/>
                </a:cubicBezTo>
                <a:cubicBezTo>
                  <a:pt x="1484136" y="16533"/>
                  <a:pt x="1471436" y="14628"/>
                  <a:pt x="1445401" y="21613"/>
                </a:cubicBezTo>
                <a:cubicBezTo>
                  <a:pt x="1419366" y="28598"/>
                  <a:pt x="1406666" y="43838"/>
                  <a:pt x="1380631" y="55903"/>
                </a:cubicBezTo>
                <a:cubicBezTo>
                  <a:pt x="1354596" y="67968"/>
                  <a:pt x="1341896" y="78128"/>
                  <a:pt x="1315861" y="82573"/>
                </a:cubicBezTo>
                <a:cubicBezTo>
                  <a:pt x="1289826" y="87018"/>
                  <a:pt x="1277126" y="81938"/>
                  <a:pt x="1251091" y="78763"/>
                </a:cubicBezTo>
                <a:cubicBezTo>
                  <a:pt x="1225056" y="75588"/>
                  <a:pt x="1212356" y="73683"/>
                  <a:pt x="1186321" y="67333"/>
                </a:cubicBezTo>
                <a:cubicBezTo>
                  <a:pt x="1160286" y="60983"/>
                  <a:pt x="1148221" y="57173"/>
                  <a:pt x="1121551" y="48283"/>
                </a:cubicBezTo>
                <a:cubicBezTo>
                  <a:pt x="1094881" y="39393"/>
                  <a:pt x="1079641" y="30503"/>
                  <a:pt x="1052971" y="21613"/>
                </a:cubicBezTo>
                <a:cubicBezTo>
                  <a:pt x="1026301" y="12723"/>
                  <a:pt x="1014236" y="6373"/>
                  <a:pt x="988201" y="2563"/>
                </a:cubicBezTo>
                <a:cubicBezTo>
                  <a:pt x="962166" y="-1247"/>
                  <a:pt x="949466" y="1928"/>
                  <a:pt x="923431" y="2563"/>
                </a:cubicBezTo>
                <a:cubicBezTo>
                  <a:pt x="897396" y="3198"/>
                  <a:pt x="884696" y="-5692"/>
                  <a:pt x="858661" y="6373"/>
                </a:cubicBezTo>
                <a:cubicBezTo>
                  <a:pt x="832626" y="18438"/>
                  <a:pt x="809131" y="37488"/>
                  <a:pt x="793891" y="63523"/>
                </a:cubicBezTo>
                <a:cubicBezTo>
                  <a:pt x="778651" y="89558"/>
                  <a:pt x="785636" y="108608"/>
                  <a:pt x="782461" y="135913"/>
                </a:cubicBezTo>
                <a:cubicBezTo>
                  <a:pt x="779286" y="163218"/>
                  <a:pt x="787541" y="174648"/>
                  <a:pt x="778651" y="200683"/>
                </a:cubicBezTo>
                <a:cubicBezTo>
                  <a:pt x="769761" y="226718"/>
                  <a:pt x="751346" y="239418"/>
                  <a:pt x="736741" y="265453"/>
                </a:cubicBezTo>
                <a:cubicBezTo>
                  <a:pt x="722136" y="291488"/>
                  <a:pt x="720231" y="304188"/>
                  <a:pt x="706261" y="330223"/>
                </a:cubicBezTo>
                <a:cubicBezTo>
                  <a:pt x="692291" y="356258"/>
                  <a:pt x="688481" y="374673"/>
                  <a:pt x="668161" y="394993"/>
                </a:cubicBezTo>
                <a:cubicBezTo>
                  <a:pt x="647841" y="415313"/>
                  <a:pt x="629426" y="421028"/>
                  <a:pt x="603391" y="433093"/>
                </a:cubicBezTo>
                <a:cubicBezTo>
                  <a:pt x="577356" y="445158"/>
                  <a:pt x="565291" y="450873"/>
                  <a:pt x="538621" y="455953"/>
                </a:cubicBezTo>
                <a:cubicBezTo>
                  <a:pt x="511951" y="461033"/>
                  <a:pt x="496711" y="456588"/>
                  <a:pt x="470041" y="459763"/>
                </a:cubicBezTo>
                <a:cubicBezTo>
                  <a:pt x="443371" y="462938"/>
                  <a:pt x="424956" y="455953"/>
                  <a:pt x="405271" y="471193"/>
                </a:cubicBezTo>
                <a:cubicBezTo>
                  <a:pt x="385586" y="486433"/>
                  <a:pt x="387491" y="506118"/>
                  <a:pt x="370981" y="535963"/>
                </a:cubicBezTo>
                <a:cubicBezTo>
                  <a:pt x="354471" y="565808"/>
                  <a:pt x="339866" y="589938"/>
                  <a:pt x="321451" y="619783"/>
                </a:cubicBezTo>
                <a:cubicBezTo>
                  <a:pt x="303036" y="649628"/>
                  <a:pt x="295416" y="658518"/>
                  <a:pt x="279541" y="684553"/>
                </a:cubicBezTo>
                <a:cubicBezTo>
                  <a:pt x="263666" y="710588"/>
                  <a:pt x="254141" y="723288"/>
                  <a:pt x="241441" y="749323"/>
                </a:cubicBezTo>
                <a:cubicBezTo>
                  <a:pt x="228741" y="775358"/>
                  <a:pt x="222391" y="788058"/>
                  <a:pt x="214771" y="814093"/>
                </a:cubicBezTo>
                <a:cubicBezTo>
                  <a:pt x="207151" y="840128"/>
                  <a:pt x="204611" y="852828"/>
                  <a:pt x="203341" y="878863"/>
                </a:cubicBezTo>
                <a:cubicBezTo>
                  <a:pt x="202071" y="904898"/>
                  <a:pt x="203341" y="917598"/>
                  <a:pt x="207151" y="943633"/>
                </a:cubicBezTo>
                <a:cubicBezTo>
                  <a:pt x="210961" y="969668"/>
                  <a:pt x="233821" y="984908"/>
                  <a:pt x="222391" y="1008403"/>
                </a:cubicBezTo>
                <a:cubicBezTo>
                  <a:pt x="210961" y="1031898"/>
                  <a:pt x="180481" y="1043328"/>
                  <a:pt x="150001" y="1061743"/>
                </a:cubicBezTo>
                <a:cubicBezTo>
                  <a:pt x="119521" y="1080158"/>
                  <a:pt x="99201" y="1082063"/>
                  <a:pt x="69991" y="1099843"/>
                </a:cubicBezTo>
                <a:cubicBezTo>
                  <a:pt x="40781" y="1117623"/>
                  <a:pt x="16016" y="1126513"/>
                  <a:pt x="5221" y="1149373"/>
                </a:cubicBezTo>
                <a:cubicBezTo>
                  <a:pt x="-5574" y="1172233"/>
                  <a:pt x="1411" y="1194458"/>
                  <a:pt x="16651" y="1214143"/>
                </a:cubicBezTo>
                <a:cubicBezTo>
                  <a:pt x="31891" y="1233828"/>
                  <a:pt x="63641" y="1228748"/>
                  <a:pt x="81421" y="1248433"/>
                </a:cubicBezTo>
                <a:cubicBezTo>
                  <a:pt x="99201" y="1268118"/>
                  <a:pt x="101106" y="1301138"/>
                  <a:pt x="104281" y="1313203"/>
                </a:cubicBezTo>
              </a:path>
            </a:pathLst>
          </a:cu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 rot="0">
            <a:off x="5614670" y="2681605"/>
            <a:ext cx="2024380" cy="2392045"/>
            <a:chOff x="8776" y="4229"/>
            <a:chExt cx="3234" cy="3738"/>
          </a:xfrm>
          <a:solidFill>
            <a:schemeClr val="accent6"/>
          </a:solidFill>
        </p:grpSpPr>
        <p:sp>
          <p:nvSpPr>
            <p:cNvPr id="30" name="椭圆 29"/>
            <p:cNvSpPr/>
            <p:nvPr/>
          </p:nvSpPr>
          <p:spPr>
            <a:xfrm>
              <a:off x="11872" y="5813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1048" y="5861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1368" y="4229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8776" y="5674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0784" y="5861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1506" y="5861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1186" y="7829"/>
              <a:ext cx="138" cy="139"/>
            </a:xfrm>
            <a:prstGeom prst="ellipse">
              <a:avLst/>
            </a:prstGeom>
            <a:grp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137400" y="2159635"/>
            <a:ext cx="579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sym typeface="+mn-ea"/>
              </a:rPr>
              <a:t>⑯</a:t>
            </a:r>
            <a:endParaRPr lang="zh-CN" altLang="en-US" sz="2000"/>
          </a:p>
        </p:txBody>
      </p:sp>
      <p:sp>
        <p:nvSpPr>
          <p:cNvPr id="6" name="文本框 5"/>
          <p:cNvSpPr txBox="1"/>
          <p:nvPr/>
        </p:nvSpPr>
        <p:spPr>
          <a:xfrm>
            <a:off x="0" y="0"/>
            <a:ext cx="12192635" cy="6857365"/>
          </a:xfrm>
          <a:prstGeom prst="rect">
            <a:avLst/>
          </a:prstGeom>
          <a:solidFill>
            <a:schemeClr val="bg1">
              <a:alpha val="84000"/>
            </a:schemeClr>
          </a:solidFill>
        </p:spPr>
        <p:txBody>
          <a:bodyPr wrap="square" rtlCol="0">
            <a:noAutofit/>
          </a:bodyPr>
          <a:p>
            <a:endParaRPr lang="zh-CN" altLang="en-US" sz="2800"/>
          </a:p>
        </p:txBody>
      </p:sp>
      <p:sp>
        <p:nvSpPr>
          <p:cNvPr id="48" name="文本框 47"/>
          <p:cNvSpPr txBox="1"/>
          <p:nvPr/>
        </p:nvSpPr>
        <p:spPr>
          <a:xfrm>
            <a:off x="0" y="6489700"/>
            <a:ext cx="292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图源：地理课本</a:t>
            </a:r>
            <a:r>
              <a:rPr lang="en-US" altLang="zh-CN"/>
              <a:t>P91 </a:t>
            </a:r>
            <a:r>
              <a:rPr lang="zh-CN" altLang="en-US"/>
              <a:t>图</a:t>
            </a:r>
            <a:r>
              <a:rPr lang="en-US" altLang="zh-CN"/>
              <a:t>4-3-2</a:t>
            </a:r>
            <a:endParaRPr lang="en-US" altLang="zh-CN"/>
          </a:p>
        </p:txBody>
      </p:sp>
      <p:sp>
        <p:nvSpPr>
          <p:cNvPr id="56" name="文本框 55"/>
          <p:cNvSpPr txBox="1"/>
          <p:nvPr/>
        </p:nvSpPr>
        <p:spPr>
          <a:xfrm>
            <a:off x="10834370" y="6489700"/>
            <a:ext cx="135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Gao Xinyang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-635" y="0"/>
            <a:ext cx="1219200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endParaRPr lang="en-US" altLang="en-US" sz="2800" b="1">
              <a:sym typeface="+mn-ea"/>
            </a:endParaRPr>
          </a:p>
          <a:p>
            <a:r>
              <a:rPr lang="en-US" altLang="en-US" sz="2800">
                <a:sym typeface="+mn-ea"/>
              </a:rPr>
              <a:t>①</a:t>
            </a:r>
            <a:r>
              <a:rPr lang="zh-CN" altLang="en-US" sz="2800">
                <a:sym typeface="+mn-ea"/>
              </a:rPr>
              <a:t>宝成</a:t>
            </a:r>
            <a:r>
              <a:rPr lang="en-US" altLang="zh-CN" sz="2800">
                <a:sym typeface="+mn-ea"/>
              </a:rPr>
              <a:t>-</a:t>
            </a:r>
            <a:r>
              <a:rPr lang="zh-CN" altLang="en-US" sz="2800">
                <a:sym typeface="+mn-ea"/>
              </a:rPr>
              <a:t>成昆（线）【或写宝成（线）】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②</a:t>
            </a:r>
            <a:r>
              <a:rPr lang="zh-CN" altLang="en-US" sz="2800">
                <a:sym typeface="+mn-ea"/>
              </a:rPr>
              <a:t>焦柳（线）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③</a:t>
            </a:r>
            <a:r>
              <a:rPr lang="zh-CN" altLang="en-US" sz="2800">
                <a:sym typeface="+mn-ea"/>
              </a:rPr>
              <a:t>京九（线）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④</a:t>
            </a:r>
            <a:r>
              <a:rPr lang="zh-CN" altLang="en-US" sz="2800">
                <a:sym typeface="+mn-ea"/>
              </a:rPr>
              <a:t>京哈</a:t>
            </a:r>
            <a:r>
              <a:rPr lang="en-US" altLang="zh-CN" sz="2800">
                <a:sym typeface="+mn-ea"/>
              </a:rPr>
              <a:t>-</a:t>
            </a:r>
            <a:r>
              <a:rPr lang="zh-CN" altLang="en-US" sz="2800">
                <a:sym typeface="+mn-ea"/>
              </a:rPr>
              <a:t>京广（线）【或写京广（线）】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⑤</a:t>
            </a:r>
            <a:r>
              <a:rPr lang="zh-CN" altLang="en-US" sz="2800">
                <a:sym typeface="+mn-ea"/>
              </a:rPr>
              <a:t>京沪（线）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⑥</a:t>
            </a:r>
            <a:r>
              <a:rPr lang="zh-CN" altLang="en-US" sz="2800">
                <a:sym typeface="+mn-ea"/>
              </a:rPr>
              <a:t>上海（市）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⑦</a:t>
            </a:r>
            <a:r>
              <a:rPr lang="zh-CN" altLang="en-US" sz="2800">
                <a:sym typeface="+mn-ea"/>
              </a:rPr>
              <a:t>香港（特别行政区</a:t>
            </a:r>
            <a:r>
              <a:rPr lang="en-US" altLang="zh-CN" sz="2800">
                <a:sym typeface="+mn-ea"/>
              </a:rPr>
              <a:t>-</a:t>
            </a:r>
            <a:r>
              <a:rPr lang="zh-CN" altLang="en-US" sz="2800">
                <a:sym typeface="+mn-ea"/>
              </a:rPr>
              <a:t>九龙区）【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不可直接写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九龙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 sz="2800">
                <a:sym typeface="+mn-ea"/>
              </a:rPr>
              <a:t>】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⑧</a:t>
            </a:r>
            <a:r>
              <a:rPr lang="zh-CN" altLang="en-US" sz="2800">
                <a:sym typeface="+mn-ea"/>
              </a:rPr>
              <a:t>广州（市）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⑨</a:t>
            </a:r>
            <a:r>
              <a:rPr lang="zh-CN" altLang="en-US" sz="2800">
                <a:sym typeface="+mn-ea"/>
              </a:rPr>
              <a:t>成都（市）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⑩</a:t>
            </a:r>
            <a:r>
              <a:rPr lang="zh-CN" altLang="en-US" sz="2800">
                <a:sym typeface="+mn-ea"/>
              </a:rPr>
              <a:t>京包</a:t>
            </a:r>
            <a:r>
              <a:rPr lang="en-US" altLang="zh-CN" sz="2800">
                <a:sym typeface="+mn-ea"/>
              </a:rPr>
              <a:t>-</a:t>
            </a:r>
            <a:r>
              <a:rPr lang="zh-CN" altLang="en-US" sz="2800">
                <a:sym typeface="+mn-ea"/>
              </a:rPr>
              <a:t>包兰（线）【或写包兰（线）】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⑪</a:t>
            </a:r>
            <a:r>
              <a:rPr lang="zh-CN" altLang="en-US" sz="2800">
                <a:sym typeface="+mn-ea"/>
              </a:rPr>
              <a:t>兰新（线）</a:t>
            </a:r>
            <a:r>
              <a:rPr lang="en-US" altLang="zh-CN" sz="2800">
                <a:sym typeface="+mn-ea"/>
              </a:rPr>
              <a:t>		</a:t>
            </a:r>
            <a:r>
              <a:rPr lang="en-US" altLang="en-US" sz="2800">
                <a:sym typeface="+mn-ea"/>
              </a:rPr>
              <a:t>⑫</a:t>
            </a:r>
            <a:r>
              <a:rPr lang="zh-CN" altLang="en-US" sz="2800">
                <a:sym typeface="+mn-ea"/>
              </a:rPr>
              <a:t>沪昆（线）</a:t>
            </a:r>
            <a:r>
              <a:rPr lang="en-US" altLang="zh-CN" sz="2800">
                <a:sym typeface="+mn-ea"/>
              </a:rPr>
              <a:t>		</a:t>
            </a:r>
            <a:r>
              <a:rPr lang="en-US" altLang="en-US" sz="2800">
                <a:sym typeface="+mn-ea"/>
              </a:rPr>
              <a:t>⑬</a:t>
            </a:r>
            <a:r>
              <a:rPr lang="zh-CN" altLang="en-US" sz="2800">
                <a:sym typeface="+mn-ea"/>
              </a:rPr>
              <a:t>昆明（市）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⑭</a:t>
            </a:r>
            <a:r>
              <a:rPr lang="zh-CN" altLang="en-US" sz="2800">
                <a:sym typeface="+mn-ea"/>
              </a:rPr>
              <a:t>青藏（线）</a:t>
            </a:r>
            <a:r>
              <a:rPr lang="en-US" altLang="zh-CN" sz="2800">
                <a:sym typeface="+mn-ea"/>
              </a:rPr>
              <a:t>		</a:t>
            </a:r>
            <a:r>
              <a:rPr lang="en-US" altLang="en-US" sz="2800">
                <a:sym typeface="+mn-ea"/>
              </a:rPr>
              <a:t>⑮</a:t>
            </a:r>
            <a:r>
              <a:rPr lang="zh-CN" altLang="en-US" sz="2800">
                <a:sym typeface="+mn-ea"/>
              </a:rPr>
              <a:t>拉萨（市）</a:t>
            </a:r>
            <a:r>
              <a:rPr lang="en-US" altLang="zh-CN" sz="2800">
                <a:sym typeface="+mn-ea"/>
              </a:rPr>
              <a:t>		</a:t>
            </a:r>
            <a:r>
              <a:rPr lang="en-US" altLang="en-US" sz="2800">
                <a:sym typeface="+mn-ea"/>
              </a:rPr>
              <a:t>⑯</a:t>
            </a:r>
            <a:r>
              <a:rPr lang="zh-CN" altLang="en-US" sz="2800">
                <a:sym typeface="+mn-ea"/>
              </a:rPr>
              <a:t>北京（市）</a:t>
            </a:r>
            <a:endParaRPr lang="zh-CN" altLang="en-US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⑰</a:t>
            </a:r>
            <a:r>
              <a:rPr lang="zh-CN" altLang="en-US" sz="2800">
                <a:sym typeface="+mn-ea"/>
              </a:rPr>
              <a:t>徐州（市）</a:t>
            </a:r>
            <a:r>
              <a:rPr lang="en-US" altLang="zh-CN" sz="2800">
                <a:sym typeface="+mn-ea"/>
              </a:rPr>
              <a:t>		</a:t>
            </a:r>
            <a:r>
              <a:rPr lang="en-US" altLang="en-US" sz="2800">
                <a:sym typeface="+mn-ea"/>
              </a:rPr>
              <a:t>⑱</a:t>
            </a:r>
            <a:r>
              <a:rPr lang="zh-CN" altLang="en-US" sz="2800">
                <a:sym typeface="+mn-ea"/>
              </a:rPr>
              <a:t>商丘（市）</a:t>
            </a:r>
            <a:r>
              <a:rPr lang="en-US" altLang="zh-CN" sz="2800">
                <a:sym typeface="+mn-ea"/>
              </a:rPr>
              <a:t>		</a:t>
            </a:r>
            <a:r>
              <a:rPr lang="en-US" altLang="en-US" sz="2800">
                <a:sym typeface="+mn-ea"/>
              </a:rPr>
              <a:t>⑲</a:t>
            </a:r>
            <a:r>
              <a:rPr lang="zh-CN" altLang="en-US" sz="2800">
                <a:sym typeface="+mn-ea"/>
              </a:rPr>
              <a:t>郑州（市）</a:t>
            </a:r>
            <a:r>
              <a:rPr lang="en-US" altLang="zh-CN" sz="2800">
                <a:sym typeface="+mn-ea"/>
              </a:rPr>
              <a:t>		</a:t>
            </a:r>
            <a:endParaRPr lang="en-US" altLang="zh-CN" sz="2800">
              <a:sym typeface="+mn-ea"/>
            </a:endParaRPr>
          </a:p>
          <a:p>
            <a:r>
              <a:rPr lang="en-US" altLang="en-US" sz="2800">
                <a:sym typeface="+mn-ea"/>
              </a:rPr>
              <a:t>⑳</a:t>
            </a:r>
            <a:r>
              <a:rPr lang="zh-CN" altLang="en-US" sz="2800">
                <a:sym typeface="+mn-ea"/>
              </a:rPr>
              <a:t>洛阳（市）</a:t>
            </a:r>
            <a:r>
              <a:rPr lang="en-US" altLang="zh-CN" sz="2800">
                <a:sym typeface="+mn-ea"/>
              </a:rPr>
              <a:t>		</a:t>
            </a:r>
            <a:r>
              <a:rPr lang="zh-CN" altLang="en-US" sz="2800">
                <a:sym typeface="+mn-ea"/>
              </a:rPr>
              <a:t>㉑</a:t>
            </a:r>
            <a:r>
              <a:rPr lang="zh-CN" altLang="en-US" sz="2800">
                <a:sym typeface="+mn-ea"/>
              </a:rPr>
              <a:t>株</a:t>
            </a:r>
            <a:r>
              <a:rPr lang="zh-CN" altLang="en-US" sz="2800" b="1">
                <a:solidFill>
                  <a:schemeClr val="accent6"/>
                </a:solidFill>
                <a:sym typeface="+mn-ea"/>
              </a:rPr>
              <a:t>洲</a:t>
            </a:r>
            <a:r>
              <a:rPr lang="zh-CN" altLang="en-US" sz="2800">
                <a:sym typeface="+mn-ea"/>
              </a:rPr>
              <a:t>（市）</a:t>
            </a:r>
            <a:r>
              <a:rPr lang="en-US" altLang="zh-CN" sz="2800">
                <a:sym typeface="+mn-ea"/>
              </a:rPr>
              <a:t>		</a:t>
            </a:r>
            <a:r>
              <a:rPr lang="zh-CN" altLang="en-US" sz="2800">
                <a:sym typeface="+mn-ea"/>
              </a:rPr>
              <a:t>㉒</a:t>
            </a:r>
            <a:r>
              <a:rPr lang="zh-CN" altLang="en-US" sz="2800">
                <a:sym typeface="+mn-ea"/>
              </a:rPr>
              <a:t>兰州（市）</a:t>
            </a:r>
            <a:endParaRPr lang="zh-CN" altLang="en-US" sz="2800">
              <a:sym typeface="+mn-ea"/>
            </a:endParaRPr>
          </a:p>
          <a:p>
            <a:endParaRPr lang="zh-CN" altLang="en-US" sz="2800"/>
          </a:p>
        </p:txBody>
      </p:sp>
      <p:sp>
        <p:nvSpPr>
          <p:cNvPr id="2" name="文本框 1"/>
          <p:cNvSpPr txBox="1"/>
          <p:nvPr/>
        </p:nvSpPr>
        <p:spPr>
          <a:xfrm>
            <a:off x="-635" y="0"/>
            <a:ext cx="12191365" cy="1401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答案</a:t>
            </a:r>
            <a:endParaRPr lang="zh-CN" altLang="en-US" sz="4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 -0.0444444 L 0.414792 -0.0387037 " pathEditMode="relative" rAng="0" ptsTypes="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" y="-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3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4" grpId="0" animBg="1"/>
      <p:bldP spid="22" grpId="0" animBg="1"/>
      <p:bldP spid="9" grpId="0" animBg="1"/>
      <p:bldP spid="44" grpId="0" animBg="1"/>
      <p:bldP spid="42" grpId="0" animBg="1"/>
      <p:bldP spid="41" grpId="0" animBg="1"/>
      <p:bldP spid="5" grpId="0" animBg="1"/>
      <p:bldP spid="43" grpId="0" animBg="1"/>
      <p:bldP spid="38" grpId="0" animBg="1"/>
      <p:bldP spid="10" grpId="0" animBg="1"/>
      <p:bldP spid="40" grpId="0" animBg="1"/>
      <p:bldP spid="6" grpId="0" bldLvl="0" animBg="1"/>
      <p:bldP spid="6" grpId="1" animBg="1"/>
      <p:bldP spid="39" grpId="0"/>
      <p:bldP spid="39" grpId="1"/>
      <p:bldP spid="2" grpId="0" bldLvl="0" build="allAtOnce"/>
      <p:bldP spid="55" grpId="0"/>
      <p:bldP spid="55" grpId="1"/>
      <p:bldP spid="53" grpId="0"/>
      <p:bldP spid="53" grpId="1"/>
      <p:bldP spid="50" grpId="0"/>
      <p:bldP spid="50" grpId="1"/>
      <p:bldP spid="51" grpId="0"/>
      <p:bldP spid="51" grpId="1"/>
      <p:bldP spid="52" grpId="0"/>
      <p:bldP spid="52" grpId="1"/>
      <p:bldP spid="54" grpId="0"/>
      <p:bldP spid="54" grpId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WPS 演示</Application>
  <PresentationFormat>宽屏</PresentationFormat>
  <Paragraphs>149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上周地理所学内容 中国主要铁路干线——“五纵三横”</vt:lpstr>
      <vt:lpstr>一、“五纵”</vt:lpstr>
      <vt:lpstr>二、“三横”</vt:lpstr>
      <vt:lpstr>PowerPoint 演示文稿</vt:lpstr>
      <vt:lpstr>三、主要铁路枢纽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邢 娟</cp:lastModifiedBy>
  <cp:revision>7</cp:revision>
  <dcterms:created xsi:type="dcterms:W3CDTF">2023-08-09T12:44:00Z</dcterms:created>
  <dcterms:modified xsi:type="dcterms:W3CDTF">2024-11-30T13:58:14Z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2052-12.1.0.18912</vt:lpwstr>
  </property>
</Properties>
</file>